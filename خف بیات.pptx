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trictFirstAndLastChars="0" embedTrueTypeFonts="1" saveSubsetFonts="1" autoCompressPictures="0">
  <p:sldMasterIdLst>
    <p:sldMasterId id="2147484147" r:id="rId1"/>
  </p:sldMasterIdLst>
  <p:notesMasterIdLst>
    <p:notesMasterId r:id="rId29"/>
  </p:notesMasterIdLst>
  <p:handoutMasterIdLst>
    <p:handoutMasterId r:id="rId30"/>
  </p:handoutMasterIdLst>
  <p:sldIdLst>
    <p:sldId id="655" r:id="rId2"/>
    <p:sldId id="648" r:id="rId3"/>
    <p:sldId id="541" r:id="rId4"/>
    <p:sldId id="558" r:id="rId5"/>
    <p:sldId id="583" r:id="rId6"/>
    <p:sldId id="649" r:id="rId7"/>
    <p:sldId id="557" r:id="rId8"/>
    <p:sldId id="576" r:id="rId9"/>
    <p:sldId id="542" r:id="rId10"/>
    <p:sldId id="592" r:id="rId11"/>
    <p:sldId id="543" r:id="rId12"/>
    <p:sldId id="564" r:id="rId13"/>
    <p:sldId id="594" r:id="rId14"/>
    <p:sldId id="567" r:id="rId15"/>
    <p:sldId id="650" r:id="rId16"/>
    <p:sldId id="544" r:id="rId17"/>
    <p:sldId id="596" r:id="rId18"/>
    <p:sldId id="651" r:id="rId19"/>
    <p:sldId id="652" r:id="rId20"/>
    <p:sldId id="653" r:id="rId21"/>
    <p:sldId id="654" r:id="rId22"/>
    <p:sldId id="545" r:id="rId23"/>
    <p:sldId id="628" r:id="rId24"/>
    <p:sldId id="634" r:id="rId25"/>
    <p:sldId id="570" r:id="rId26"/>
    <p:sldId id="582" r:id="rId27"/>
    <p:sldId id="299" r:id="rId28"/>
  </p:sldIdLst>
  <p:sldSz cx="12192000" cy="6858000"/>
  <p:notesSz cx="6858000" cy="9144000"/>
  <p:embeddedFontLst>
    <p:embeddedFont>
      <p:font typeface="Calibri Light" panose="020F0302020204030204" pitchFamily="34" charset="0"/>
      <p:regular r:id="rId31"/>
    </p:embeddedFont>
    <p:embeddedFont>
      <p:font typeface="Cambria" panose="02040503050406030204" pitchFamily="18" charset="0"/>
      <p:regular r:id="rId32"/>
      <p:bold r:id="rId33"/>
      <p:italic r:id="rId34"/>
      <p:boldItalic r:id="rId35"/>
    </p:embeddedFont>
    <p:embeddedFont>
      <p:font typeface="B Titr" panose="00000700000000000000" pitchFamily="2" charset="-78"/>
      <p:bold r:id="rId36"/>
    </p:embeddedFont>
    <p:embeddedFont>
      <p:font typeface="B Nazanin" panose="00000400000000000000" pitchFamily="2" charset="-78"/>
      <p:regular r:id="rId37"/>
      <p:bold r:id="rId38"/>
    </p:embeddedFont>
    <p:embeddedFont>
      <p:font typeface="IRANSans" panose="020B0604020202020204" charset="0"/>
      <p:regular r:id="rId39"/>
      <p:bold r:id="rId40"/>
    </p:embeddedFont>
    <p:embeddedFont>
      <p:font typeface="Calibri" panose="020F0502020204030204" pitchFamily="34" charset="0"/>
      <p:regular r:id="rId41"/>
      <p:bold r:id="rId42"/>
    </p:embeddedFont>
    <p:embeddedFont>
      <p:font typeface="B Lotus" panose="00000400000000000000" pitchFamily="2" charset="-78"/>
      <p:regular r:id="rId43"/>
      <p:bold r:id="rId44"/>
    </p:embeddedFont>
    <p:embeddedFont>
      <p:font typeface="Sakkal Majalla" panose="02000000000000000000" pitchFamily="2" charset="-78"/>
      <p:regular r:id="rId45"/>
      <p:bold r:id="rId46"/>
    </p:embeddedFont>
    <p:embeddedFont>
      <p:font typeface="Microsoft YaHei" panose="020B0503020204020204" pitchFamily="34" charset="-122"/>
      <p:regular r:id="rId47"/>
      <p:bold r:id="rId48"/>
    </p:embeddedFont>
    <p:embeddedFont>
      <p:font typeface="Lalezar" panose="020B0604020202020204" charset="-78"/>
      <p:regular r:id="rId49"/>
    </p:embeddedFont>
    <p:embeddedFont>
      <p:font typeface="Arial Unicode MS" panose="020B0604020202020204" pitchFamily="34" charset="-128"/>
      <p:regular r:id="rId50"/>
    </p:embeddedFont>
    <p:embeddedFont>
      <p:font typeface="SimSun" panose="02010600030101010101" pitchFamily="2" charset="-122"/>
      <p:regular r:id="rId51"/>
    </p:embeddedFont>
    <p:embeddedFont>
      <p:font typeface="Malgun Gothic" panose="020B0503020000020004" pitchFamily="34" charset="-127"/>
      <p:regular r:id="rId52"/>
      <p:bold r:id="rId5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99"/>
    <a:srgbClr val="76B10D"/>
    <a:srgbClr val="CDD7EF"/>
    <a:srgbClr val="13151B"/>
    <a:srgbClr val="A9ABB1"/>
    <a:srgbClr val="333333"/>
    <a:srgbClr val="849BD6"/>
    <a:srgbClr val="ECECEC"/>
    <a:srgbClr val="FF0000"/>
    <a:srgbClr val="50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56A574-FFAE-44B5-984D-0BB5ACFF0E28}">
  <a:tblStyle styleId="{EC56A574-FFAE-44B5-984D-0BB5ACFF0E2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618" autoAdjust="0"/>
    <p:restoredTop sz="94171" autoAdjust="0"/>
  </p:normalViewPr>
  <p:slideViewPr>
    <p:cSldViewPr snapToGrid="0">
      <p:cViewPr varScale="1">
        <p:scale>
          <a:sx n="59" d="100"/>
          <a:sy n="59" d="100"/>
        </p:scale>
        <p:origin x="102" y="21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6" d="100"/>
          <a:sy n="56" d="100"/>
        </p:scale>
        <p:origin x="285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font" Target="fonts/font23.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a:defRPr sz="1200"/>
            </a:lvl1pPr>
          </a:lstStyle>
          <a:p>
            <a:fld id="{0CA5A619-7C88-43F1-835B-CD895FC4F26C}" type="datetimeFigureOut">
              <a:rPr lang="fa-IR" smtClean="0"/>
              <a:t>05/04/1448</a:t>
            </a:fld>
            <a:endParaRPr lang="fa-I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a:defRPr sz="1200"/>
            </a:lvl1pPr>
          </a:lstStyle>
          <a:p>
            <a:fld id="{786449B4-9F6A-4849-BA45-7D0CF74F97DB}" type="slidenum">
              <a:rPr lang="fa-IR" smtClean="0"/>
              <a:t>‹#›</a:t>
            </a:fld>
            <a:endParaRPr lang="fa-IR"/>
          </a:p>
        </p:txBody>
      </p:sp>
    </p:spTree>
    <p:extLst>
      <p:ext uri="{BB962C8B-B14F-4D97-AF65-F5344CB8AC3E}">
        <p14:creationId xmlns:p14="http://schemas.microsoft.com/office/powerpoint/2010/main" val="41084761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75598713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r>
              <a:rPr lang="fa-IR" dirty="0"/>
              <a:t>طراحی شده توسط وبسایت راشاسایت</a:t>
            </a:r>
          </a:p>
          <a:p>
            <a:pPr marL="139700" indent="0">
              <a:buNone/>
            </a:pPr>
            <a:r>
              <a:rPr lang="en-US" dirty="0"/>
              <a:t>rashasite.ir</a:t>
            </a:r>
          </a:p>
        </p:txBody>
      </p:sp>
    </p:spTree>
    <p:extLst>
      <p:ext uri="{BB962C8B-B14F-4D97-AF65-F5344CB8AC3E}">
        <p14:creationId xmlns:p14="http://schemas.microsoft.com/office/powerpoint/2010/main" val="1082717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39700" indent="0">
              <a:buNone/>
            </a:pPr>
            <a:endParaRPr lang="en-US" dirty="0"/>
          </a:p>
        </p:txBody>
      </p:sp>
    </p:spTree>
    <p:extLst>
      <p:ext uri="{BB962C8B-B14F-4D97-AF65-F5344CB8AC3E}">
        <p14:creationId xmlns:p14="http://schemas.microsoft.com/office/powerpoint/2010/main" val="372126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s/slide2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17.xml"/><Relationship Id="rId5" Type="http://schemas.openxmlformats.org/officeDocument/2006/relationships/slide" Target="../slides/slide8.xml"/><Relationship Id="rId4" Type="http://schemas.openxmlformats.org/officeDocument/2006/relationships/slide" Target="../slides/slide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s/slide2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17.xml"/><Relationship Id="rId5" Type="http://schemas.openxmlformats.org/officeDocument/2006/relationships/slide" Target="../slides/slide8.xml"/><Relationship Id="rId4" Type="http://schemas.openxmlformats.org/officeDocument/2006/relationships/slide" Target="../slides/slide4.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s/slide2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17.xml"/><Relationship Id="rId5" Type="http://schemas.openxmlformats.org/officeDocument/2006/relationships/slide" Target="../slides/slide8.xml"/><Relationship Id="rId4" Type="http://schemas.openxmlformats.org/officeDocument/2006/relationships/slide" Target="../slides/slide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s/slide2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17.xml"/><Relationship Id="rId5" Type="http://schemas.openxmlformats.org/officeDocument/2006/relationships/slide" Target="../slides/slide8.xml"/><Relationship Id="rId4" Type="http://schemas.openxmlformats.org/officeDocument/2006/relationships/slide" Target="../slides/slide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slide" Target="../slides/slide2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17.xml"/><Relationship Id="rId5" Type="http://schemas.openxmlformats.org/officeDocument/2006/relationships/slide" Target="../slides/slide8.xml"/><Relationship Id="rId4" Type="http://schemas.openxmlformats.org/officeDocument/2006/relationships/slide" Target="../slides/slide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11827"/>
      </p:ext>
    </p:extLst>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38742854"/>
      </p:ext>
    </p:extLst>
  </p:cSld>
  <p:clrMapOvr>
    <a:masterClrMapping/>
  </p:clrMapOvr>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782906"/>
      </p:ext>
    </p:extLst>
  </p:cSld>
  <p:clrMapOvr>
    <a:masterClrMapping/>
  </p:clrMapOvr>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06619844"/>
      </p:ext>
    </p:extLst>
  </p:cSld>
  <p:clrMapOvr>
    <a:masterClrMapping/>
  </p:clrMapOvr>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9/17/2026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45925539"/>
      </p:ext>
    </p:extLst>
  </p:cSld>
  <p:clrMapOvr>
    <a:masterClrMapping/>
  </p:clrMapOvr>
  <p:timing>
    <p:tnLst>
      <p:par>
        <p:cTn id="1" dur="indefinite" restart="never" nodeType="tmRoot"/>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30216173"/>
      </p:ext>
    </p:extLst>
  </p:cSld>
  <p:clrMapOvr>
    <a:masterClrMapping/>
  </p:clrMapOvr>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8A87A34-81AB-432B-8DAE-1953F412C126}" type="datetimeFigureOut">
              <a:rPr lang="en-US" smtClean="0"/>
              <a:t>9/17/2026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83648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8A87A34-81AB-432B-8DAE-1953F412C126}" type="datetimeFigureOut">
              <a:rPr lang="en-US" smtClean="0"/>
              <a:pPr/>
              <a:t>9/17/2026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03135668"/>
      </p:ext>
    </p:extLst>
  </p:cSld>
  <p:clrMapOvr>
    <a:masterClrMapping/>
  </p:clrMapOvr>
  <p:timing>
    <p:tnLst>
      <p:par>
        <p:cTn id="1" dur="indefinite" restart="never" nodeType="tmRoot"/>
      </p:par>
    </p:tnLst>
  </p:timing>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11225571"/>
      </p:ext>
    </p:extLst>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22691689"/>
      </p:ext>
    </p:extLst>
  </p:cSld>
  <p:clrMapOvr>
    <a:masterClrMapping/>
  </p:clrMapOvr>
  <p:timing>
    <p:tnLst>
      <p:par>
        <p:cTn id="1" dur="indefinite" restart="never" nodeType="tmRoot"/>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80998458"/>
      </p:ext>
    </p:extLst>
  </p:cSld>
  <p:clrMapOvr>
    <a:masterClrMapping/>
  </p:clrMapOvr>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7_Contents slide layout">
    <p:bg>
      <p:bgPr>
        <a:solidFill>
          <a:schemeClr val="accent1"/>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xmlns="" id="{0966CCC8-0805-2531-3C08-A96214EC93A9}"/>
              </a:ext>
            </a:extLst>
          </p:cNvPr>
          <p:cNvSpPr/>
          <p:nvPr userDrawn="1"/>
        </p:nvSpPr>
        <p:spPr>
          <a:xfrm rot="10800000">
            <a:off x="1192748" y="290672"/>
            <a:ext cx="10384630" cy="1562905"/>
          </a:xfrm>
          <a:custGeom>
            <a:avLst/>
            <a:gdLst>
              <a:gd name="connsiteX0" fmla="*/ 4960764 w 10575133"/>
              <a:gd name="connsiteY0" fmla="*/ 1063167 h 1562905"/>
              <a:gd name="connsiteX1" fmla="*/ 4807177 w 10575133"/>
              <a:gd name="connsiteY1" fmla="*/ 1126458 h 1562905"/>
              <a:gd name="connsiteX2" fmla="*/ 4725511 w 10575133"/>
              <a:gd name="connsiteY2" fmla="*/ 1291274 h 1562905"/>
              <a:gd name="connsiteX3" fmla="*/ 4776738 w 10575133"/>
              <a:gd name="connsiteY3" fmla="*/ 1416743 h 1562905"/>
              <a:gd name="connsiteX4" fmla="*/ 4842813 w 10575133"/>
              <a:gd name="connsiteY4" fmla="*/ 1424166 h 1562905"/>
              <a:gd name="connsiteX5" fmla="*/ 4889585 w 10575133"/>
              <a:gd name="connsiteY5" fmla="*/ 1424166 h 1562905"/>
              <a:gd name="connsiteX6" fmla="*/ 5107113 w 10575133"/>
              <a:gd name="connsiteY6" fmla="*/ 1367000 h 1562905"/>
              <a:gd name="connsiteX7" fmla="*/ 5122703 w 10575133"/>
              <a:gd name="connsiteY7" fmla="*/ 1105670 h 1562905"/>
              <a:gd name="connsiteX8" fmla="*/ 4960764 w 10575133"/>
              <a:gd name="connsiteY8" fmla="*/ 1063167 h 1562905"/>
              <a:gd name="connsiteX9" fmla="*/ 296263 w 10575133"/>
              <a:gd name="connsiteY9" fmla="*/ 1041080 h 1562905"/>
              <a:gd name="connsiteX10" fmla="*/ 87644 w 10575133"/>
              <a:gd name="connsiteY10" fmla="*/ 1098246 h 1562905"/>
              <a:gd name="connsiteX11" fmla="*/ 19342 w 10575133"/>
              <a:gd name="connsiteY11" fmla="*/ 1239305 h 1562905"/>
              <a:gd name="connsiteX12" fmla="*/ 205688 w 10575133"/>
              <a:gd name="connsiteY12" fmla="*/ 1383334 h 1562905"/>
              <a:gd name="connsiteX13" fmla="*/ 331899 w 10575133"/>
              <a:gd name="connsiteY13" fmla="*/ 1312061 h 1562905"/>
              <a:gd name="connsiteX14" fmla="*/ 434352 w 10575133"/>
              <a:gd name="connsiteY14" fmla="*/ 1080428 h 1562905"/>
              <a:gd name="connsiteX15" fmla="*/ 419503 w 10575133"/>
              <a:gd name="connsiteY15" fmla="*/ 1061868 h 1562905"/>
              <a:gd name="connsiteX16" fmla="*/ 296263 w 10575133"/>
              <a:gd name="connsiteY16" fmla="*/ 1041080 h 1562905"/>
              <a:gd name="connsiteX17" fmla="*/ 109081 w 10575133"/>
              <a:gd name="connsiteY17" fmla="*/ 0 h 1562905"/>
              <a:gd name="connsiteX18" fmla="*/ 125877 w 10575133"/>
              <a:gd name="connsiteY18" fmla="*/ 0 h 1562905"/>
              <a:gd name="connsiteX19" fmla="*/ 125601 w 10575133"/>
              <a:gd name="connsiteY19" fmla="*/ 12000 h 1562905"/>
              <a:gd name="connsiteX20" fmla="*/ 144068 w 10575133"/>
              <a:gd name="connsiteY20" fmla="*/ 99698 h 1562905"/>
              <a:gd name="connsiteX21" fmla="*/ 344519 w 10575133"/>
              <a:gd name="connsiteY21" fmla="*/ 363255 h 1562905"/>
              <a:gd name="connsiteX22" fmla="*/ 490033 w 10575133"/>
              <a:gd name="connsiteY22" fmla="*/ 526586 h 1562905"/>
              <a:gd name="connsiteX23" fmla="*/ 515275 w 10575133"/>
              <a:gd name="connsiteY23" fmla="*/ 823552 h 1562905"/>
              <a:gd name="connsiteX24" fmla="*/ 468503 w 10575133"/>
              <a:gd name="connsiteY24" fmla="*/ 1027717 h 1562905"/>
              <a:gd name="connsiteX25" fmla="*/ 479639 w 10575133"/>
              <a:gd name="connsiteY25" fmla="*/ 1059641 h 1562905"/>
              <a:gd name="connsiteX26" fmla="*/ 691970 w 10575133"/>
              <a:gd name="connsiteY26" fmla="*/ 1247471 h 1562905"/>
              <a:gd name="connsiteX27" fmla="*/ 985966 w 10575133"/>
              <a:gd name="connsiteY27" fmla="*/ 1434560 h 1562905"/>
              <a:gd name="connsiteX28" fmla="*/ 1724669 w 10575133"/>
              <a:gd name="connsiteY28" fmla="*/ 1456832 h 1562905"/>
              <a:gd name="connsiteX29" fmla="*/ 2288163 w 10575133"/>
              <a:gd name="connsiteY29" fmla="*/ 1414514 h 1562905"/>
              <a:gd name="connsiteX30" fmla="*/ 2872443 w 10575133"/>
              <a:gd name="connsiteY30" fmla="*/ 1371455 h 1562905"/>
              <a:gd name="connsiteX31" fmla="*/ 3676478 w 10575133"/>
              <a:gd name="connsiteY31" fmla="*/ 1346213 h 1562905"/>
              <a:gd name="connsiteX32" fmla="*/ 4303077 w 10575133"/>
              <a:gd name="connsiteY32" fmla="*/ 1398182 h 1562905"/>
              <a:gd name="connsiteX33" fmla="*/ 4751495 w 10575133"/>
              <a:gd name="connsiteY33" fmla="*/ 1427879 h 1562905"/>
              <a:gd name="connsiteX34" fmla="*/ 4735162 w 10575133"/>
              <a:gd name="connsiteY34" fmla="*/ 1397439 h 1562905"/>
              <a:gd name="connsiteX35" fmla="*/ 4744814 w 10575133"/>
              <a:gd name="connsiteY35" fmla="*/ 1167291 h 1562905"/>
              <a:gd name="connsiteX36" fmla="*/ 5150915 w 10575133"/>
              <a:gd name="connsiteY36" fmla="*/ 1101959 h 1562905"/>
              <a:gd name="connsiteX37" fmla="*/ 5139779 w 10575133"/>
              <a:gd name="connsiteY37" fmla="*/ 1367000 h 1562905"/>
              <a:gd name="connsiteX38" fmla="*/ 4963084 w 10575133"/>
              <a:gd name="connsiteY38" fmla="*/ 1435303 h 1562905"/>
              <a:gd name="connsiteX39" fmla="*/ 4810147 w 10575133"/>
              <a:gd name="connsiteY39" fmla="*/ 1447923 h 1562905"/>
              <a:gd name="connsiteX40" fmla="*/ 4954918 w 10575133"/>
              <a:gd name="connsiteY40" fmla="*/ 1516226 h 1562905"/>
              <a:gd name="connsiteX41" fmla="*/ 5425609 w 10575133"/>
              <a:gd name="connsiteY41" fmla="*/ 1510286 h 1562905"/>
              <a:gd name="connsiteX42" fmla="*/ 5893330 w 10575133"/>
              <a:gd name="connsiteY42" fmla="*/ 1361061 h 1562905"/>
              <a:gd name="connsiteX43" fmla="*/ 6337295 w 10575133"/>
              <a:gd name="connsiteY43" fmla="*/ 1271971 h 1562905"/>
              <a:gd name="connsiteX44" fmla="*/ 7120543 w 10575133"/>
              <a:gd name="connsiteY44" fmla="*/ 1270486 h 1562905"/>
              <a:gd name="connsiteX45" fmla="*/ 7740459 w 10575133"/>
              <a:gd name="connsiteY45" fmla="*/ 1296471 h 1562905"/>
              <a:gd name="connsiteX46" fmla="*/ 8154725 w 10575133"/>
              <a:gd name="connsiteY46" fmla="*/ 1338789 h 1562905"/>
              <a:gd name="connsiteX47" fmla="*/ 8445753 w 10575133"/>
              <a:gd name="connsiteY47" fmla="*/ 1395212 h 1562905"/>
              <a:gd name="connsiteX48" fmla="*/ 8884520 w 10575133"/>
              <a:gd name="connsiteY48" fmla="*/ 1405606 h 1562905"/>
              <a:gd name="connsiteX49" fmla="*/ 9393075 w 10575133"/>
              <a:gd name="connsiteY49" fmla="*/ 1372197 h 1562905"/>
              <a:gd name="connsiteX50" fmla="*/ 10023385 w 10575133"/>
              <a:gd name="connsiteY50" fmla="*/ 1322456 h 1562905"/>
              <a:gd name="connsiteX51" fmla="*/ 10569624 w 10575133"/>
              <a:gd name="connsiteY51" fmla="*/ 1350406 h 1562905"/>
              <a:gd name="connsiteX52" fmla="*/ 10575133 w 10575133"/>
              <a:gd name="connsiteY52" fmla="*/ 1373420 h 1562905"/>
              <a:gd name="connsiteX53" fmla="*/ 9935779 w 10575133"/>
              <a:gd name="connsiteY53" fmla="*/ 1351409 h 1562905"/>
              <a:gd name="connsiteX54" fmla="*/ 9439104 w 10575133"/>
              <a:gd name="connsiteY54" fmla="*/ 1390758 h 1562905"/>
              <a:gd name="connsiteX55" fmla="*/ 8973610 w 10575133"/>
              <a:gd name="connsiteY55" fmla="*/ 1422681 h 1562905"/>
              <a:gd name="connsiteX56" fmla="*/ 8418283 w 10575133"/>
              <a:gd name="connsiteY56" fmla="*/ 1413030 h 1562905"/>
              <a:gd name="connsiteX57" fmla="*/ 8175514 w 10575133"/>
              <a:gd name="connsiteY57" fmla="*/ 1364774 h 1562905"/>
              <a:gd name="connsiteX58" fmla="*/ 7782033 w 10575133"/>
              <a:gd name="connsiteY58" fmla="*/ 1321713 h 1562905"/>
              <a:gd name="connsiteX59" fmla="*/ 7039619 w 10575133"/>
              <a:gd name="connsiteY59" fmla="*/ 1289047 h 1562905"/>
              <a:gd name="connsiteX60" fmla="*/ 6366991 w 10575133"/>
              <a:gd name="connsiteY60" fmla="*/ 1291274 h 1562905"/>
              <a:gd name="connsiteX61" fmla="*/ 5754499 w 10575133"/>
              <a:gd name="connsiteY61" fmla="*/ 1432333 h 1562905"/>
              <a:gd name="connsiteX62" fmla="*/ 5395912 w 10575133"/>
              <a:gd name="connsiteY62" fmla="*/ 1539983 h 1562905"/>
              <a:gd name="connsiteX63" fmla="*/ 4931160 w 10575133"/>
              <a:gd name="connsiteY63" fmla="*/ 1531817 h 1562905"/>
              <a:gd name="connsiteX64" fmla="*/ 4792329 w 10575133"/>
              <a:gd name="connsiteY64" fmla="*/ 1461287 h 1562905"/>
              <a:gd name="connsiteX65" fmla="*/ 4764117 w 10575133"/>
              <a:gd name="connsiteY65" fmla="*/ 1449408 h 1562905"/>
              <a:gd name="connsiteX66" fmla="*/ 4181321 w 10575133"/>
              <a:gd name="connsiteY66" fmla="*/ 1404121 h 1562905"/>
              <a:gd name="connsiteX67" fmla="*/ 3366892 w 10575133"/>
              <a:gd name="connsiteY67" fmla="*/ 1372197 h 1562905"/>
              <a:gd name="connsiteX68" fmla="*/ 2642294 w 10575133"/>
              <a:gd name="connsiteY68" fmla="*/ 1408576 h 1562905"/>
              <a:gd name="connsiteX69" fmla="*/ 2047620 w 10575133"/>
              <a:gd name="connsiteY69" fmla="*/ 1458317 h 1562905"/>
              <a:gd name="connsiteX70" fmla="*/ 1191616 w 10575133"/>
              <a:gd name="connsiteY70" fmla="*/ 1476878 h 1562905"/>
              <a:gd name="connsiteX71" fmla="*/ 897618 w 10575133"/>
              <a:gd name="connsiteY71" fmla="*/ 1437529 h 1562905"/>
              <a:gd name="connsiteX72" fmla="*/ 688257 w 10575133"/>
              <a:gd name="connsiteY72" fmla="*/ 1277911 h 1562905"/>
              <a:gd name="connsiteX73" fmla="*/ 480381 w 10575133"/>
              <a:gd name="connsiteY73" fmla="*/ 1081171 h 1562905"/>
              <a:gd name="connsiteX74" fmla="*/ 453655 w 10575133"/>
              <a:gd name="connsiteY74" fmla="*/ 1094534 h 1562905"/>
              <a:gd name="connsiteX75" fmla="*/ 362337 w 10575133"/>
              <a:gd name="connsiteY75" fmla="*/ 1310576 h 1562905"/>
              <a:gd name="connsiteX76" fmla="*/ 52750 w 10575133"/>
              <a:gd name="connsiteY76" fmla="*/ 1347697 h 1562905"/>
              <a:gd name="connsiteX77" fmla="*/ 70568 w 10575133"/>
              <a:gd name="connsiteY77" fmla="*/ 1088594 h 1562905"/>
              <a:gd name="connsiteX78" fmla="*/ 338580 w 10575133"/>
              <a:gd name="connsiteY78" fmla="*/ 1025489 h 1562905"/>
              <a:gd name="connsiteX79" fmla="*/ 426927 w 10575133"/>
              <a:gd name="connsiteY79" fmla="*/ 1041823 h 1562905"/>
              <a:gd name="connsiteX80" fmla="*/ 449942 w 10575133"/>
              <a:gd name="connsiteY80" fmla="*/ 1030687 h 1562905"/>
              <a:gd name="connsiteX81" fmla="*/ 508593 w 10575133"/>
              <a:gd name="connsiteY81" fmla="*/ 708478 h 1562905"/>
              <a:gd name="connsiteX82" fmla="*/ 378670 w 10575133"/>
              <a:gd name="connsiteY82" fmla="*/ 419678 h 1562905"/>
              <a:gd name="connsiteX83" fmla="*/ 251717 w 10575133"/>
              <a:gd name="connsiteY83" fmla="*/ 309059 h 1562905"/>
              <a:gd name="connsiteX84" fmla="*/ 110044 w 10575133"/>
              <a:gd name="connsiteY84" fmla="*/ 33750 h 1562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0575133" h="1562905">
                <a:moveTo>
                  <a:pt x="4960764" y="1063167"/>
                </a:moveTo>
                <a:cubicBezTo>
                  <a:pt x="4904248" y="1066694"/>
                  <a:pt x="4849123" y="1087852"/>
                  <a:pt x="4807177" y="1126458"/>
                </a:cubicBezTo>
                <a:cubicBezTo>
                  <a:pt x="4758920" y="1171002"/>
                  <a:pt x="4726996" y="1224456"/>
                  <a:pt x="4725511" y="1291274"/>
                </a:cubicBezTo>
                <a:cubicBezTo>
                  <a:pt x="4724769" y="1339531"/>
                  <a:pt x="4742587" y="1382591"/>
                  <a:pt x="4776738" y="1416743"/>
                </a:cubicBezTo>
                <a:cubicBezTo>
                  <a:pt x="4797526" y="1437529"/>
                  <a:pt x="4824995" y="1420454"/>
                  <a:pt x="4842813" y="1424166"/>
                </a:cubicBezTo>
                <a:cubicBezTo>
                  <a:pt x="4862116" y="1424166"/>
                  <a:pt x="4876221" y="1425651"/>
                  <a:pt x="4889585" y="1424166"/>
                </a:cubicBezTo>
                <a:cubicBezTo>
                  <a:pt x="4965311" y="1416743"/>
                  <a:pt x="5040295" y="1407833"/>
                  <a:pt x="5107113" y="1367000"/>
                </a:cubicBezTo>
                <a:cubicBezTo>
                  <a:pt x="5195460" y="1312061"/>
                  <a:pt x="5229611" y="1177684"/>
                  <a:pt x="5122703" y="1105670"/>
                </a:cubicBezTo>
                <a:cubicBezTo>
                  <a:pt x="5075189" y="1073746"/>
                  <a:pt x="5017281" y="1059641"/>
                  <a:pt x="4960764" y="1063167"/>
                </a:cubicBezTo>
                <a:close/>
                <a:moveTo>
                  <a:pt x="296263" y="1041080"/>
                </a:moveTo>
                <a:cubicBezTo>
                  <a:pt x="221278" y="1038853"/>
                  <a:pt x="150006" y="1052959"/>
                  <a:pt x="87644" y="1098246"/>
                </a:cubicBezTo>
                <a:cubicBezTo>
                  <a:pt x="40130" y="1132397"/>
                  <a:pt x="12660" y="1178427"/>
                  <a:pt x="19342" y="1239305"/>
                </a:cubicBezTo>
                <a:cubicBezTo>
                  <a:pt x="28250" y="1322456"/>
                  <a:pt x="101750" y="1382591"/>
                  <a:pt x="205688" y="1383334"/>
                </a:cubicBezTo>
                <a:cubicBezTo>
                  <a:pt x="253202" y="1383334"/>
                  <a:pt x="297747" y="1355864"/>
                  <a:pt x="331899" y="1312061"/>
                </a:cubicBezTo>
                <a:cubicBezTo>
                  <a:pt x="386095" y="1243759"/>
                  <a:pt x="411336" y="1162836"/>
                  <a:pt x="434352" y="1080428"/>
                </a:cubicBezTo>
                <a:cubicBezTo>
                  <a:pt x="438064" y="1066323"/>
                  <a:pt x="430639" y="1064838"/>
                  <a:pt x="419503" y="1061868"/>
                </a:cubicBezTo>
                <a:cubicBezTo>
                  <a:pt x="379413" y="1048504"/>
                  <a:pt x="337838" y="1042565"/>
                  <a:pt x="296263" y="1041080"/>
                </a:cubicBezTo>
                <a:close/>
                <a:moveTo>
                  <a:pt x="109081" y="0"/>
                </a:moveTo>
                <a:lnTo>
                  <a:pt x="125877" y="0"/>
                </a:lnTo>
                <a:lnTo>
                  <a:pt x="125601" y="12000"/>
                </a:lnTo>
                <a:cubicBezTo>
                  <a:pt x="128663" y="41789"/>
                  <a:pt x="135159" y="70744"/>
                  <a:pt x="144068" y="99698"/>
                </a:cubicBezTo>
                <a:cubicBezTo>
                  <a:pt x="178961" y="211803"/>
                  <a:pt x="253944" y="292726"/>
                  <a:pt x="344519" y="363255"/>
                </a:cubicBezTo>
                <a:cubicBezTo>
                  <a:pt x="402428" y="408542"/>
                  <a:pt x="457367" y="457542"/>
                  <a:pt x="490033" y="526586"/>
                </a:cubicBezTo>
                <a:cubicBezTo>
                  <a:pt x="534578" y="622358"/>
                  <a:pt x="530123" y="722584"/>
                  <a:pt x="515275" y="823552"/>
                </a:cubicBezTo>
                <a:cubicBezTo>
                  <a:pt x="504881" y="892597"/>
                  <a:pt x="486321" y="960157"/>
                  <a:pt x="468503" y="1027717"/>
                </a:cubicBezTo>
                <a:cubicBezTo>
                  <a:pt x="464790" y="1041823"/>
                  <a:pt x="460336" y="1052959"/>
                  <a:pt x="479639" y="1059641"/>
                </a:cubicBezTo>
                <a:cubicBezTo>
                  <a:pt x="576153" y="1093049"/>
                  <a:pt x="650395" y="1156154"/>
                  <a:pt x="691970" y="1247471"/>
                </a:cubicBezTo>
                <a:cubicBezTo>
                  <a:pt x="750621" y="1376652"/>
                  <a:pt x="861241" y="1417484"/>
                  <a:pt x="985966" y="1434560"/>
                </a:cubicBezTo>
                <a:cubicBezTo>
                  <a:pt x="1230963" y="1468712"/>
                  <a:pt x="1478187" y="1468712"/>
                  <a:pt x="1724669" y="1456832"/>
                </a:cubicBezTo>
                <a:cubicBezTo>
                  <a:pt x="1912500" y="1447923"/>
                  <a:pt x="2100332" y="1431591"/>
                  <a:pt x="2288163" y="1414514"/>
                </a:cubicBezTo>
                <a:cubicBezTo>
                  <a:pt x="2482676" y="1396697"/>
                  <a:pt x="2677187" y="1381106"/>
                  <a:pt x="2872443" y="1371455"/>
                </a:cubicBezTo>
                <a:cubicBezTo>
                  <a:pt x="3140455" y="1358834"/>
                  <a:pt x="3408467" y="1343243"/>
                  <a:pt x="3676478" y="1346213"/>
                </a:cubicBezTo>
                <a:cubicBezTo>
                  <a:pt x="3886582" y="1348440"/>
                  <a:pt x="4095201" y="1369227"/>
                  <a:pt x="4303077" y="1398182"/>
                </a:cubicBezTo>
                <a:cubicBezTo>
                  <a:pt x="4450818" y="1418969"/>
                  <a:pt x="4600043" y="1433818"/>
                  <a:pt x="4751495" y="1427879"/>
                </a:cubicBezTo>
                <a:cubicBezTo>
                  <a:pt x="4751495" y="1413773"/>
                  <a:pt x="4740359" y="1407091"/>
                  <a:pt x="4735162" y="1397439"/>
                </a:cubicBezTo>
                <a:cubicBezTo>
                  <a:pt x="4689875" y="1318743"/>
                  <a:pt x="4695814" y="1241532"/>
                  <a:pt x="4744814" y="1167291"/>
                </a:cubicBezTo>
                <a:cubicBezTo>
                  <a:pt x="4848010" y="1010641"/>
                  <a:pt x="5035098" y="1009899"/>
                  <a:pt x="5150915" y="1101959"/>
                </a:cubicBezTo>
                <a:cubicBezTo>
                  <a:pt x="5236292" y="1169517"/>
                  <a:pt x="5228869" y="1293501"/>
                  <a:pt x="5139779" y="1367000"/>
                </a:cubicBezTo>
                <a:cubicBezTo>
                  <a:pt x="5088552" y="1409318"/>
                  <a:pt x="5026932" y="1425651"/>
                  <a:pt x="4963084" y="1435303"/>
                </a:cubicBezTo>
                <a:cubicBezTo>
                  <a:pt x="4914827" y="1442727"/>
                  <a:pt x="4865828" y="1446439"/>
                  <a:pt x="4810147" y="1447923"/>
                </a:cubicBezTo>
                <a:cubicBezTo>
                  <a:pt x="4856177" y="1485787"/>
                  <a:pt x="4904434" y="1504348"/>
                  <a:pt x="4954918" y="1516226"/>
                </a:cubicBezTo>
                <a:cubicBezTo>
                  <a:pt x="5112310" y="1554089"/>
                  <a:pt x="5268959" y="1544437"/>
                  <a:pt x="5425609" y="1510286"/>
                </a:cubicBezTo>
                <a:cubicBezTo>
                  <a:pt x="5585971" y="1474650"/>
                  <a:pt x="5738166" y="1411545"/>
                  <a:pt x="5893330" y="1361061"/>
                </a:cubicBezTo>
                <a:cubicBezTo>
                  <a:pt x="6038101" y="1313546"/>
                  <a:pt x="6185842" y="1286077"/>
                  <a:pt x="6337295" y="1271971"/>
                </a:cubicBezTo>
                <a:cubicBezTo>
                  <a:pt x="6598624" y="1247471"/>
                  <a:pt x="6859213" y="1258607"/>
                  <a:pt x="7120543" y="1270486"/>
                </a:cubicBezTo>
                <a:lnTo>
                  <a:pt x="7740459" y="1296471"/>
                </a:lnTo>
                <a:cubicBezTo>
                  <a:pt x="7879289" y="1303153"/>
                  <a:pt x="8017379" y="1318001"/>
                  <a:pt x="8154725" y="1338789"/>
                </a:cubicBezTo>
                <a:cubicBezTo>
                  <a:pt x="8252725" y="1352894"/>
                  <a:pt x="8347753" y="1380364"/>
                  <a:pt x="8445753" y="1395212"/>
                </a:cubicBezTo>
                <a:cubicBezTo>
                  <a:pt x="8591266" y="1416743"/>
                  <a:pt x="8737522" y="1415258"/>
                  <a:pt x="8884520" y="1405606"/>
                </a:cubicBezTo>
                <a:lnTo>
                  <a:pt x="9393075" y="1372197"/>
                </a:lnTo>
                <a:cubicBezTo>
                  <a:pt x="9602435" y="1357349"/>
                  <a:pt x="9827294" y="1326087"/>
                  <a:pt x="10023385" y="1322456"/>
                </a:cubicBezTo>
                <a:cubicBezTo>
                  <a:pt x="10219477" y="1318824"/>
                  <a:pt x="10375609" y="1313019"/>
                  <a:pt x="10569624" y="1350406"/>
                </a:cubicBezTo>
                <a:cubicBezTo>
                  <a:pt x="10569624" y="1357829"/>
                  <a:pt x="10575133" y="1365996"/>
                  <a:pt x="10575133" y="1373420"/>
                </a:cubicBezTo>
                <a:cubicBezTo>
                  <a:pt x="10357424" y="1324770"/>
                  <a:pt x="10125117" y="1348520"/>
                  <a:pt x="9935779" y="1351409"/>
                </a:cubicBezTo>
                <a:cubicBezTo>
                  <a:pt x="9746441" y="1354299"/>
                  <a:pt x="9604662" y="1377642"/>
                  <a:pt x="9439104" y="1390758"/>
                </a:cubicBezTo>
                <a:lnTo>
                  <a:pt x="8973610" y="1422681"/>
                </a:lnTo>
                <a:cubicBezTo>
                  <a:pt x="8788006" y="1434560"/>
                  <a:pt x="8602402" y="1444954"/>
                  <a:pt x="8418283" y="1413030"/>
                </a:cubicBezTo>
                <a:cubicBezTo>
                  <a:pt x="8336618" y="1399666"/>
                  <a:pt x="8257179" y="1378137"/>
                  <a:pt x="8175514" y="1364774"/>
                </a:cubicBezTo>
                <a:cubicBezTo>
                  <a:pt x="8044849" y="1343243"/>
                  <a:pt x="7914184" y="1328395"/>
                  <a:pt x="7782033" y="1321713"/>
                </a:cubicBezTo>
                <a:lnTo>
                  <a:pt x="7039619" y="1289047"/>
                </a:lnTo>
                <a:cubicBezTo>
                  <a:pt x="6815409" y="1280137"/>
                  <a:pt x="6591201" y="1274199"/>
                  <a:pt x="6366991" y="1291274"/>
                </a:cubicBezTo>
                <a:cubicBezTo>
                  <a:pt x="6155403" y="1307607"/>
                  <a:pt x="5952723" y="1358834"/>
                  <a:pt x="5754499" y="1432333"/>
                </a:cubicBezTo>
                <a:cubicBezTo>
                  <a:pt x="5637196" y="1476135"/>
                  <a:pt x="5519153" y="1516968"/>
                  <a:pt x="5395912" y="1539983"/>
                </a:cubicBezTo>
                <a:cubicBezTo>
                  <a:pt x="5240747" y="1568195"/>
                  <a:pt x="5085582" y="1575619"/>
                  <a:pt x="4931160" y="1531817"/>
                </a:cubicBezTo>
                <a:cubicBezTo>
                  <a:pt x="4880676" y="1516968"/>
                  <a:pt x="4833162" y="1494696"/>
                  <a:pt x="4792329" y="1461287"/>
                </a:cubicBezTo>
                <a:cubicBezTo>
                  <a:pt x="4784162" y="1454605"/>
                  <a:pt x="4775995" y="1448666"/>
                  <a:pt x="4764117" y="1449408"/>
                </a:cubicBezTo>
                <a:cubicBezTo>
                  <a:pt x="4568119" y="1457575"/>
                  <a:pt x="4375091" y="1429363"/>
                  <a:pt x="4181321" y="1404121"/>
                </a:cubicBezTo>
                <a:cubicBezTo>
                  <a:pt x="3911081" y="1368485"/>
                  <a:pt x="3639358" y="1361061"/>
                  <a:pt x="3366892" y="1372197"/>
                </a:cubicBezTo>
                <a:cubicBezTo>
                  <a:pt x="3125606" y="1381849"/>
                  <a:pt x="2883580" y="1390758"/>
                  <a:pt x="2642294" y="1408576"/>
                </a:cubicBezTo>
                <a:lnTo>
                  <a:pt x="2047620" y="1458317"/>
                </a:lnTo>
                <a:cubicBezTo>
                  <a:pt x="1762533" y="1481332"/>
                  <a:pt x="1477445" y="1495438"/>
                  <a:pt x="1191616" y="1476878"/>
                </a:cubicBezTo>
                <a:cubicBezTo>
                  <a:pt x="1092874" y="1470196"/>
                  <a:pt x="994134" y="1463514"/>
                  <a:pt x="897618" y="1437529"/>
                </a:cubicBezTo>
                <a:cubicBezTo>
                  <a:pt x="805559" y="1412288"/>
                  <a:pt x="731318" y="1368485"/>
                  <a:pt x="688257" y="1277911"/>
                </a:cubicBezTo>
                <a:cubicBezTo>
                  <a:pt x="645198" y="1186594"/>
                  <a:pt x="577638" y="1118292"/>
                  <a:pt x="480381" y="1081171"/>
                </a:cubicBezTo>
                <a:cubicBezTo>
                  <a:pt x="462563" y="1074489"/>
                  <a:pt x="458852" y="1075974"/>
                  <a:pt x="453655" y="1094534"/>
                </a:cubicBezTo>
                <a:cubicBezTo>
                  <a:pt x="432124" y="1170261"/>
                  <a:pt x="406883" y="1244502"/>
                  <a:pt x="362337" y="1310576"/>
                </a:cubicBezTo>
                <a:cubicBezTo>
                  <a:pt x="272505" y="1443469"/>
                  <a:pt x="124022" y="1416743"/>
                  <a:pt x="52750" y="1347697"/>
                </a:cubicBezTo>
                <a:cubicBezTo>
                  <a:pt x="-24461" y="1273455"/>
                  <a:pt x="-15551" y="1154669"/>
                  <a:pt x="70568" y="1088594"/>
                </a:cubicBezTo>
                <a:cubicBezTo>
                  <a:pt x="150749" y="1027717"/>
                  <a:pt x="242066" y="1015095"/>
                  <a:pt x="338580" y="1025489"/>
                </a:cubicBezTo>
                <a:cubicBezTo>
                  <a:pt x="368277" y="1028459"/>
                  <a:pt x="397973" y="1035140"/>
                  <a:pt x="426927" y="1041823"/>
                </a:cubicBezTo>
                <a:cubicBezTo>
                  <a:pt x="439549" y="1044792"/>
                  <a:pt x="446230" y="1045535"/>
                  <a:pt x="449942" y="1030687"/>
                </a:cubicBezTo>
                <a:cubicBezTo>
                  <a:pt x="477412" y="925264"/>
                  <a:pt x="507109" y="819098"/>
                  <a:pt x="508593" y="708478"/>
                </a:cubicBezTo>
                <a:cubicBezTo>
                  <a:pt x="510078" y="591919"/>
                  <a:pt x="469245" y="494662"/>
                  <a:pt x="378670" y="419678"/>
                </a:cubicBezTo>
                <a:cubicBezTo>
                  <a:pt x="335611" y="384043"/>
                  <a:pt x="291808" y="348407"/>
                  <a:pt x="251717" y="309059"/>
                </a:cubicBezTo>
                <a:cubicBezTo>
                  <a:pt x="170981" y="230548"/>
                  <a:pt x="124069" y="138257"/>
                  <a:pt x="110044" y="33750"/>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13" name="Freeform: Shape 12">
            <a:extLst>
              <a:ext uri="{FF2B5EF4-FFF2-40B4-BE49-F238E27FC236}">
                <a16:creationId xmlns:a16="http://schemas.microsoft.com/office/drawing/2014/main" xmlns="" id="{B1BF3527-2E30-FFB3-A5CE-C9DF4B8C2DD0}"/>
              </a:ext>
            </a:extLst>
          </p:cNvPr>
          <p:cNvSpPr/>
          <p:nvPr userDrawn="1"/>
        </p:nvSpPr>
        <p:spPr>
          <a:xfrm>
            <a:off x="793486" y="1616329"/>
            <a:ext cx="8750366" cy="4956157"/>
          </a:xfrm>
          <a:custGeom>
            <a:avLst/>
            <a:gdLst>
              <a:gd name="connsiteX0" fmla="*/ 5500984 w 9154996"/>
              <a:gd name="connsiteY0" fmla="*/ 4456419 h 4956157"/>
              <a:gd name="connsiteX1" fmla="*/ 5347397 w 9154996"/>
              <a:gd name="connsiteY1" fmla="*/ 4519710 h 4956157"/>
              <a:gd name="connsiteX2" fmla="*/ 5265731 w 9154996"/>
              <a:gd name="connsiteY2" fmla="*/ 4684526 h 4956157"/>
              <a:gd name="connsiteX3" fmla="*/ 5316958 w 9154996"/>
              <a:gd name="connsiteY3" fmla="*/ 4809995 h 4956157"/>
              <a:gd name="connsiteX4" fmla="*/ 5383033 w 9154996"/>
              <a:gd name="connsiteY4" fmla="*/ 4817418 h 4956157"/>
              <a:gd name="connsiteX5" fmla="*/ 5429805 w 9154996"/>
              <a:gd name="connsiteY5" fmla="*/ 4817418 h 4956157"/>
              <a:gd name="connsiteX6" fmla="*/ 5647333 w 9154996"/>
              <a:gd name="connsiteY6" fmla="*/ 4760252 h 4956157"/>
              <a:gd name="connsiteX7" fmla="*/ 5662924 w 9154996"/>
              <a:gd name="connsiteY7" fmla="*/ 4498922 h 4956157"/>
              <a:gd name="connsiteX8" fmla="*/ 5500984 w 9154996"/>
              <a:gd name="connsiteY8" fmla="*/ 4456419 h 4956157"/>
              <a:gd name="connsiteX9" fmla="*/ 836483 w 9154996"/>
              <a:gd name="connsiteY9" fmla="*/ 4434332 h 4956157"/>
              <a:gd name="connsiteX10" fmla="*/ 627864 w 9154996"/>
              <a:gd name="connsiteY10" fmla="*/ 4491498 h 4956157"/>
              <a:gd name="connsiteX11" fmla="*/ 559562 w 9154996"/>
              <a:gd name="connsiteY11" fmla="*/ 4632557 h 4956157"/>
              <a:gd name="connsiteX12" fmla="*/ 745908 w 9154996"/>
              <a:gd name="connsiteY12" fmla="*/ 4776586 h 4956157"/>
              <a:gd name="connsiteX13" fmla="*/ 872119 w 9154996"/>
              <a:gd name="connsiteY13" fmla="*/ 4705313 h 4956157"/>
              <a:gd name="connsiteX14" fmla="*/ 974572 w 9154996"/>
              <a:gd name="connsiteY14" fmla="*/ 4473680 h 4956157"/>
              <a:gd name="connsiteX15" fmla="*/ 959723 w 9154996"/>
              <a:gd name="connsiteY15" fmla="*/ 4455120 h 4956157"/>
              <a:gd name="connsiteX16" fmla="*/ 836483 w 9154996"/>
              <a:gd name="connsiteY16" fmla="*/ 4434332 h 4956157"/>
              <a:gd name="connsiteX17" fmla="*/ 799745 w 9154996"/>
              <a:gd name="connsiteY17" fmla="*/ 3180173 h 4956157"/>
              <a:gd name="connsiteX18" fmla="*/ 676863 w 9154996"/>
              <a:gd name="connsiteY18" fmla="*/ 3273194 h 4956157"/>
              <a:gd name="connsiteX19" fmla="*/ 687999 w 9154996"/>
              <a:gd name="connsiteY19" fmla="*/ 3302892 h 4956157"/>
              <a:gd name="connsiteX20" fmla="*/ 780059 w 9154996"/>
              <a:gd name="connsiteY20" fmla="*/ 3325907 h 4956157"/>
              <a:gd name="connsiteX21" fmla="*/ 885482 w 9154996"/>
              <a:gd name="connsiteY21" fmla="*/ 3243498 h 4956157"/>
              <a:gd name="connsiteX22" fmla="*/ 852073 w 9154996"/>
              <a:gd name="connsiteY22" fmla="*/ 3185590 h 4956157"/>
              <a:gd name="connsiteX23" fmla="*/ 799745 w 9154996"/>
              <a:gd name="connsiteY23" fmla="*/ 3180173 h 4956157"/>
              <a:gd name="connsiteX24" fmla="*/ 761557 w 9154996"/>
              <a:gd name="connsiteY24" fmla="*/ 3002179 h 4956157"/>
              <a:gd name="connsiteX25" fmla="*/ 638257 w 9154996"/>
              <a:gd name="connsiteY25" fmla="*/ 3073485 h 4956157"/>
              <a:gd name="connsiteX26" fmla="*/ 646424 w 9154996"/>
              <a:gd name="connsiteY26" fmla="*/ 3102439 h 4956157"/>
              <a:gd name="connsiteX27" fmla="*/ 725862 w 9154996"/>
              <a:gd name="connsiteY27" fmla="*/ 3119515 h 4956157"/>
              <a:gd name="connsiteX28" fmla="*/ 771893 w 9154996"/>
              <a:gd name="connsiteY28" fmla="*/ 3113576 h 4956157"/>
              <a:gd name="connsiteX29" fmla="*/ 835740 w 9154996"/>
              <a:gd name="connsiteY29" fmla="*/ 3046758 h 4956157"/>
              <a:gd name="connsiteX30" fmla="*/ 806786 w 9154996"/>
              <a:gd name="connsiteY30" fmla="*/ 3003698 h 4956157"/>
              <a:gd name="connsiteX31" fmla="*/ 761557 w 9154996"/>
              <a:gd name="connsiteY31" fmla="*/ 3002179 h 4956157"/>
              <a:gd name="connsiteX32" fmla="*/ 751545 w 9154996"/>
              <a:gd name="connsiteY32" fmla="*/ 2762831 h 4956157"/>
              <a:gd name="connsiteX33" fmla="*/ 632319 w 9154996"/>
              <a:gd name="connsiteY33" fmla="*/ 2822549 h 4956157"/>
              <a:gd name="connsiteX34" fmla="*/ 636772 w 9154996"/>
              <a:gd name="connsiteY34" fmla="*/ 2840367 h 4956157"/>
              <a:gd name="connsiteX35" fmla="*/ 746650 w 9154996"/>
              <a:gd name="connsiteY35" fmla="*/ 2897533 h 4956157"/>
              <a:gd name="connsiteX36" fmla="*/ 774861 w 9154996"/>
              <a:gd name="connsiteY36" fmla="*/ 2893078 h 4956157"/>
              <a:gd name="connsiteX37" fmla="*/ 840937 w 9154996"/>
              <a:gd name="connsiteY37" fmla="*/ 2844079 h 4956157"/>
              <a:gd name="connsiteX38" fmla="*/ 798619 w 9154996"/>
              <a:gd name="connsiteY38" fmla="*/ 2776519 h 4956157"/>
              <a:gd name="connsiteX39" fmla="*/ 793422 w 9154996"/>
              <a:gd name="connsiteY39" fmla="*/ 2773549 h 4956157"/>
              <a:gd name="connsiteX40" fmla="*/ 751545 w 9154996"/>
              <a:gd name="connsiteY40" fmla="*/ 2762831 h 4956157"/>
              <a:gd name="connsiteX41" fmla="*/ 758528 w 9154996"/>
              <a:gd name="connsiteY41" fmla="*/ 2553052 h 4956157"/>
              <a:gd name="connsiteX42" fmla="*/ 675378 w 9154996"/>
              <a:gd name="connsiteY42" fmla="*/ 2596854 h 4956157"/>
              <a:gd name="connsiteX43" fmla="*/ 640485 w 9154996"/>
              <a:gd name="connsiteY43" fmla="*/ 2642885 h 4956157"/>
              <a:gd name="connsiteX44" fmla="*/ 703590 w 9154996"/>
              <a:gd name="connsiteY44" fmla="*/ 2677778 h 4956157"/>
              <a:gd name="connsiteX45" fmla="*/ 718439 w 9154996"/>
              <a:gd name="connsiteY45" fmla="*/ 2677778 h 4956157"/>
              <a:gd name="connsiteX46" fmla="*/ 801589 w 9154996"/>
              <a:gd name="connsiteY46" fmla="*/ 2656248 h 4956157"/>
              <a:gd name="connsiteX47" fmla="*/ 807529 w 9154996"/>
              <a:gd name="connsiteY47" fmla="*/ 2565673 h 4956157"/>
              <a:gd name="connsiteX48" fmla="*/ 758528 w 9154996"/>
              <a:gd name="connsiteY48" fmla="*/ 2553052 h 4956157"/>
              <a:gd name="connsiteX49" fmla="*/ 503138 w 9154996"/>
              <a:gd name="connsiteY49" fmla="*/ 2319191 h 4956157"/>
              <a:gd name="connsiteX50" fmla="*/ 443744 w 9154996"/>
              <a:gd name="connsiteY50" fmla="*/ 2360024 h 4956157"/>
              <a:gd name="connsiteX51" fmla="*/ 501653 w 9154996"/>
              <a:gd name="connsiteY51" fmla="*/ 2403827 h 4956157"/>
              <a:gd name="connsiteX52" fmla="*/ 1051782 w 9154996"/>
              <a:gd name="connsiteY52" fmla="*/ 2420160 h 4956157"/>
              <a:gd name="connsiteX53" fmla="*/ 1097070 w 9154996"/>
              <a:gd name="connsiteY53" fmla="*/ 2383040 h 4956157"/>
              <a:gd name="connsiteX54" fmla="*/ 1058464 w 9154996"/>
              <a:gd name="connsiteY54" fmla="*/ 2339237 h 4956157"/>
              <a:gd name="connsiteX55" fmla="*/ 503138 w 9154996"/>
              <a:gd name="connsiteY55" fmla="*/ 2319191 h 4956157"/>
              <a:gd name="connsiteX56" fmla="*/ 470472 w 9154996"/>
              <a:gd name="connsiteY56" fmla="*/ 2270192 h 4956157"/>
              <a:gd name="connsiteX57" fmla="*/ 525411 w 9154996"/>
              <a:gd name="connsiteY57" fmla="*/ 2270192 h 4956157"/>
              <a:gd name="connsiteX58" fmla="*/ 1067374 w 9154996"/>
              <a:gd name="connsiteY58" fmla="*/ 2287268 h 4956157"/>
              <a:gd name="connsiteX59" fmla="*/ 1152751 w 9154996"/>
              <a:gd name="connsiteY59" fmla="*/ 2388236 h 4956157"/>
              <a:gd name="connsiteX60" fmla="*/ 1054010 w 9154996"/>
              <a:gd name="connsiteY60" fmla="*/ 2475841 h 4956157"/>
              <a:gd name="connsiteX61" fmla="*/ 643455 w 9154996"/>
              <a:gd name="connsiteY61" fmla="*/ 2463963 h 4956157"/>
              <a:gd name="connsiteX62" fmla="*/ 581092 w 9154996"/>
              <a:gd name="connsiteY62" fmla="*/ 2542658 h 4956157"/>
              <a:gd name="connsiteX63" fmla="*/ 608561 w 9154996"/>
              <a:gd name="connsiteY63" fmla="*/ 2609476 h 4956157"/>
              <a:gd name="connsiteX64" fmla="*/ 636030 w 9154996"/>
              <a:gd name="connsiteY64" fmla="*/ 2611703 h 4956157"/>
              <a:gd name="connsiteX65" fmla="*/ 737742 w 9154996"/>
              <a:gd name="connsiteY65" fmla="*/ 2537462 h 4956157"/>
              <a:gd name="connsiteX66" fmla="*/ 852816 w 9154996"/>
              <a:gd name="connsiteY66" fmla="*/ 2590173 h 4956157"/>
              <a:gd name="connsiteX67" fmla="*/ 830543 w 9154996"/>
              <a:gd name="connsiteY67" fmla="*/ 2662188 h 4956157"/>
              <a:gd name="connsiteX68" fmla="*/ 626379 w 9154996"/>
              <a:gd name="connsiteY68" fmla="*/ 2664414 h 4956157"/>
              <a:gd name="connsiteX69" fmla="*/ 612273 w 9154996"/>
              <a:gd name="connsiteY69" fmla="*/ 2792852 h 4956157"/>
              <a:gd name="connsiteX70" fmla="*/ 633061 w 9154996"/>
              <a:gd name="connsiteY70" fmla="*/ 2793595 h 4956157"/>
              <a:gd name="connsiteX71" fmla="*/ 755560 w 9154996"/>
              <a:gd name="connsiteY71" fmla="*/ 2741626 h 4956157"/>
              <a:gd name="connsiteX72" fmla="*/ 859498 w 9154996"/>
              <a:gd name="connsiteY72" fmla="*/ 2815868 h 4956157"/>
              <a:gd name="connsiteX73" fmla="*/ 830543 w 9154996"/>
              <a:gd name="connsiteY73" fmla="*/ 2893821 h 4956157"/>
              <a:gd name="connsiteX74" fmla="*/ 634545 w 9154996"/>
              <a:gd name="connsiteY74" fmla="*/ 2867837 h 4956157"/>
              <a:gd name="connsiteX75" fmla="*/ 598909 w 9154996"/>
              <a:gd name="connsiteY75" fmla="*/ 2873033 h 4956157"/>
              <a:gd name="connsiteX76" fmla="*/ 595940 w 9154996"/>
              <a:gd name="connsiteY76" fmla="*/ 3055667 h 4956157"/>
              <a:gd name="connsiteX77" fmla="*/ 627121 w 9154996"/>
              <a:gd name="connsiteY77" fmla="*/ 3057152 h 4956157"/>
              <a:gd name="connsiteX78" fmla="*/ 777089 w 9154996"/>
              <a:gd name="connsiteY78" fmla="*/ 2980683 h 4956157"/>
              <a:gd name="connsiteX79" fmla="*/ 854301 w 9154996"/>
              <a:gd name="connsiteY79" fmla="*/ 3014834 h 4956157"/>
              <a:gd name="connsiteX80" fmla="*/ 823119 w 9154996"/>
              <a:gd name="connsiteY80" fmla="*/ 3111349 h 4956157"/>
              <a:gd name="connsiteX81" fmla="*/ 677605 w 9154996"/>
              <a:gd name="connsiteY81" fmla="*/ 3133621 h 4956157"/>
              <a:gd name="connsiteX82" fmla="*/ 644197 w 9154996"/>
              <a:gd name="connsiteY82" fmla="*/ 3123227 h 4956157"/>
              <a:gd name="connsiteX83" fmla="*/ 614501 w 9154996"/>
              <a:gd name="connsiteY83" fmla="*/ 3138818 h 4956157"/>
              <a:gd name="connsiteX84" fmla="*/ 653848 w 9154996"/>
              <a:gd name="connsiteY84" fmla="*/ 3273937 h 4956157"/>
              <a:gd name="connsiteX85" fmla="*/ 769665 w 9154996"/>
              <a:gd name="connsiteY85" fmla="*/ 3164803 h 4956157"/>
              <a:gd name="connsiteX86" fmla="*/ 847618 w 9154996"/>
              <a:gd name="connsiteY86" fmla="*/ 3161833 h 4956157"/>
              <a:gd name="connsiteX87" fmla="*/ 905527 w 9154996"/>
              <a:gd name="connsiteY87" fmla="*/ 3250923 h 4956157"/>
              <a:gd name="connsiteX88" fmla="*/ 746650 w 9154996"/>
              <a:gd name="connsiteY88" fmla="*/ 3343724 h 4956157"/>
              <a:gd name="connsiteX89" fmla="*/ 667955 w 9154996"/>
              <a:gd name="connsiteY89" fmla="*/ 3312543 h 4956157"/>
              <a:gd name="connsiteX90" fmla="*/ 684288 w 9154996"/>
              <a:gd name="connsiteY90" fmla="*/ 3492950 h 4956157"/>
              <a:gd name="connsiteX91" fmla="*/ 884739 w 9154996"/>
              <a:gd name="connsiteY91" fmla="*/ 3756507 h 4956157"/>
              <a:gd name="connsiteX92" fmla="*/ 1030253 w 9154996"/>
              <a:gd name="connsiteY92" fmla="*/ 3919838 h 4956157"/>
              <a:gd name="connsiteX93" fmla="*/ 1055495 w 9154996"/>
              <a:gd name="connsiteY93" fmla="*/ 4216804 h 4956157"/>
              <a:gd name="connsiteX94" fmla="*/ 1008723 w 9154996"/>
              <a:gd name="connsiteY94" fmla="*/ 4420969 h 4956157"/>
              <a:gd name="connsiteX95" fmla="*/ 1019859 w 9154996"/>
              <a:gd name="connsiteY95" fmla="*/ 4452893 h 4956157"/>
              <a:gd name="connsiteX96" fmla="*/ 1232190 w 9154996"/>
              <a:gd name="connsiteY96" fmla="*/ 4640723 h 4956157"/>
              <a:gd name="connsiteX97" fmla="*/ 1526186 w 9154996"/>
              <a:gd name="connsiteY97" fmla="*/ 4827812 h 4956157"/>
              <a:gd name="connsiteX98" fmla="*/ 2264889 w 9154996"/>
              <a:gd name="connsiteY98" fmla="*/ 4850084 h 4956157"/>
              <a:gd name="connsiteX99" fmla="*/ 2828383 w 9154996"/>
              <a:gd name="connsiteY99" fmla="*/ 4807766 h 4956157"/>
              <a:gd name="connsiteX100" fmla="*/ 3412663 w 9154996"/>
              <a:gd name="connsiteY100" fmla="*/ 4764707 h 4956157"/>
              <a:gd name="connsiteX101" fmla="*/ 4216698 w 9154996"/>
              <a:gd name="connsiteY101" fmla="*/ 4739465 h 4956157"/>
              <a:gd name="connsiteX102" fmla="*/ 4843297 w 9154996"/>
              <a:gd name="connsiteY102" fmla="*/ 4791434 h 4956157"/>
              <a:gd name="connsiteX103" fmla="*/ 5291715 w 9154996"/>
              <a:gd name="connsiteY103" fmla="*/ 4821131 h 4956157"/>
              <a:gd name="connsiteX104" fmla="*/ 5275382 w 9154996"/>
              <a:gd name="connsiteY104" fmla="*/ 4790691 h 4956157"/>
              <a:gd name="connsiteX105" fmla="*/ 5285034 w 9154996"/>
              <a:gd name="connsiteY105" fmla="*/ 4560543 h 4956157"/>
              <a:gd name="connsiteX106" fmla="*/ 5691136 w 9154996"/>
              <a:gd name="connsiteY106" fmla="*/ 4495211 h 4956157"/>
              <a:gd name="connsiteX107" fmla="*/ 5679999 w 9154996"/>
              <a:gd name="connsiteY107" fmla="*/ 4760252 h 4956157"/>
              <a:gd name="connsiteX108" fmla="*/ 5503304 w 9154996"/>
              <a:gd name="connsiteY108" fmla="*/ 4828555 h 4956157"/>
              <a:gd name="connsiteX109" fmla="*/ 5350367 w 9154996"/>
              <a:gd name="connsiteY109" fmla="*/ 4841175 h 4956157"/>
              <a:gd name="connsiteX110" fmla="*/ 5495138 w 9154996"/>
              <a:gd name="connsiteY110" fmla="*/ 4909478 h 4956157"/>
              <a:gd name="connsiteX111" fmla="*/ 5965829 w 9154996"/>
              <a:gd name="connsiteY111" fmla="*/ 4903538 h 4956157"/>
              <a:gd name="connsiteX112" fmla="*/ 6433550 w 9154996"/>
              <a:gd name="connsiteY112" fmla="*/ 4754313 h 4956157"/>
              <a:gd name="connsiteX113" fmla="*/ 6877515 w 9154996"/>
              <a:gd name="connsiteY113" fmla="*/ 4665223 h 4956157"/>
              <a:gd name="connsiteX114" fmla="*/ 7660763 w 9154996"/>
              <a:gd name="connsiteY114" fmla="*/ 4663738 h 4956157"/>
              <a:gd name="connsiteX115" fmla="*/ 8280679 w 9154996"/>
              <a:gd name="connsiteY115" fmla="*/ 4689723 h 4956157"/>
              <a:gd name="connsiteX116" fmla="*/ 8694945 w 9154996"/>
              <a:gd name="connsiteY116" fmla="*/ 4732041 h 4956157"/>
              <a:gd name="connsiteX117" fmla="*/ 8985973 w 9154996"/>
              <a:gd name="connsiteY117" fmla="*/ 4788464 h 4956157"/>
              <a:gd name="connsiteX118" fmla="*/ 9095247 w 9154996"/>
              <a:gd name="connsiteY118" fmla="*/ 4800529 h 4956157"/>
              <a:gd name="connsiteX119" fmla="*/ 9154996 w 9154996"/>
              <a:gd name="connsiteY119" fmla="*/ 4803161 h 4956157"/>
              <a:gd name="connsiteX120" fmla="*/ 9154996 w 9154996"/>
              <a:gd name="connsiteY120" fmla="*/ 4824858 h 4956157"/>
              <a:gd name="connsiteX121" fmla="*/ 9096847 w 9154996"/>
              <a:gd name="connsiteY121" fmla="*/ 4822929 h 4956157"/>
              <a:gd name="connsiteX122" fmla="*/ 8958503 w 9154996"/>
              <a:gd name="connsiteY122" fmla="*/ 4806282 h 4956157"/>
              <a:gd name="connsiteX123" fmla="*/ 8715734 w 9154996"/>
              <a:gd name="connsiteY123" fmla="*/ 4758026 h 4956157"/>
              <a:gd name="connsiteX124" fmla="*/ 8322253 w 9154996"/>
              <a:gd name="connsiteY124" fmla="*/ 4714965 h 4956157"/>
              <a:gd name="connsiteX125" fmla="*/ 7579839 w 9154996"/>
              <a:gd name="connsiteY125" fmla="*/ 4682299 h 4956157"/>
              <a:gd name="connsiteX126" fmla="*/ 6907211 w 9154996"/>
              <a:gd name="connsiteY126" fmla="*/ 4684526 h 4956157"/>
              <a:gd name="connsiteX127" fmla="*/ 6294719 w 9154996"/>
              <a:gd name="connsiteY127" fmla="*/ 4825585 h 4956157"/>
              <a:gd name="connsiteX128" fmla="*/ 5936132 w 9154996"/>
              <a:gd name="connsiteY128" fmla="*/ 4933235 h 4956157"/>
              <a:gd name="connsiteX129" fmla="*/ 5471380 w 9154996"/>
              <a:gd name="connsiteY129" fmla="*/ 4925069 h 4956157"/>
              <a:gd name="connsiteX130" fmla="*/ 5332549 w 9154996"/>
              <a:gd name="connsiteY130" fmla="*/ 4854539 h 4956157"/>
              <a:gd name="connsiteX131" fmla="*/ 5304338 w 9154996"/>
              <a:gd name="connsiteY131" fmla="*/ 4842660 h 4956157"/>
              <a:gd name="connsiteX132" fmla="*/ 4721541 w 9154996"/>
              <a:gd name="connsiteY132" fmla="*/ 4797373 h 4956157"/>
              <a:gd name="connsiteX133" fmla="*/ 3907112 w 9154996"/>
              <a:gd name="connsiteY133" fmla="*/ 4765449 h 4956157"/>
              <a:gd name="connsiteX134" fmla="*/ 3182514 w 9154996"/>
              <a:gd name="connsiteY134" fmla="*/ 4801828 h 4956157"/>
              <a:gd name="connsiteX135" fmla="*/ 2587840 w 9154996"/>
              <a:gd name="connsiteY135" fmla="*/ 4851569 h 4956157"/>
              <a:gd name="connsiteX136" fmla="*/ 1731836 w 9154996"/>
              <a:gd name="connsiteY136" fmla="*/ 4870130 h 4956157"/>
              <a:gd name="connsiteX137" fmla="*/ 1437838 w 9154996"/>
              <a:gd name="connsiteY137" fmla="*/ 4830781 h 4956157"/>
              <a:gd name="connsiteX138" fmla="*/ 1228477 w 9154996"/>
              <a:gd name="connsiteY138" fmla="*/ 4671163 h 4956157"/>
              <a:gd name="connsiteX139" fmla="*/ 1020601 w 9154996"/>
              <a:gd name="connsiteY139" fmla="*/ 4474423 h 4956157"/>
              <a:gd name="connsiteX140" fmla="*/ 993875 w 9154996"/>
              <a:gd name="connsiteY140" fmla="*/ 4487786 h 4956157"/>
              <a:gd name="connsiteX141" fmla="*/ 902557 w 9154996"/>
              <a:gd name="connsiteY141" fmla="*/ 4703828 h 4956157"/>
              <a:gd name="connsiteX142" fmla="*/ 592970 w 9154996"/>
              <a:gd name="connsiteY142" fmla="*/ 4740949 h 4956157"/>
              <a:gd name="connsiteX143" fmla="*/ 610788 w 9154996"/>
              <a:gd name="connsiteY143" fmla="*/ 4481846 h 4956157"/>
              <a:gd name="connsiteX144" fmla="*/ 878800 w 9154996"/>
              <a:gd name="connsiteY144" fmla="*/ 4418741 h 4956157"/>
              <a:gd name="connsiteX145" fmla="*/ 967147 w 9154996"/>
              <a:gd name="connsiteY145" fmla="*/ 4435075 h 4956157"/>
              <a:gd name="connsiteX146" fmla="*/ 990162 w 9154996"/>
              <a:gd name="connsiteY146" fmla="*/ 4423939 h 4956157"/>
              <a:gd name="connsiteX147" fmla="*/ 1048813 w 9154996"/>
              <a:gd name="connsiteY147" fmla="*/ 4101730 h 4956157"/>
              <a:gd name="connsiteX148" fmla="*/ 918890 w 9154996"/>
              <a:gd name="connsiteY148" fmla="*/ 3812930 h 4956157"/>
              <a:gd name="connsiteX149" fmla="*/ 791937 w 9154996"/>
              <a:gd name="connsiteY149" fmla="*/ 3702311 h 4956157"/>
              <a:gd name="connsiteX150" fmla="*/ 647167 w 9154996"/>
              <a:gd name="connsiteY150" fmla="*/ 3318482 h 4956157"/>
              <a:gd name="connsiteX151" fmla="*/ 638257 w 9154996"/>
              <a:gd name="connsiteY151" fmla="*/ 3287301 h 4956157"/>
              <a:gd name="connsiteX152" fmla="*/ 598909 w 9154996"/>
              <a:gd name="connsiteY152" fmla="*/ 3132136 h 4956157"/>
              <a:gd name="connsiteX153" fmla="*/ 585546 w 9154996"/>
              <a:gd name="connsiteY153" fmla="*/ 3074228 h 4956157"/>
              <a:gd name="connsiteX154" fmla="*/ 581833 w 9154996"/>
              <a:gd name="connsiteY154" fmla="*/ 2869321 h 4956157"/>
              <a:gd name="connsiteX155" fmla="*/ 592228 w 9154996"/>
              <a:gd name="connsiteY155" fmla="*/ 2786170 h 4956157"/>
              <a:gd name="connsiteX156" fmla="*/ 604106 w 9154996"/>
              <a:gd name="connsiteY156" fmla="*/ 2666642 h 4956157"/>
              <a:gd name="connsiteX157" fmla="*/ 598168 w 9154996"/>
              <a:gd name="connsiteY157" fmla="*/ 2628036 h 4956157"/>
              <a:gd name="connsiteX158" fmla="*/ 569955 w 9154996"/>
              <a:gd name="connsiteY158" fmla="*/ 2463220 h 4956157"/>
              <a:gd name="connsiteX159" fmla="*/ 500911 w 9154996"/>
              <a:gd name="connsiteY159" fmla="*/ 2459508 h 4956157"/>
              <a:gd name="connsiteX160" fmla="*/ 447457 w 9154996"/>
              <a:gd name="connsiteY160" fmla="*/ 2446887 h 4956157"/>
              <a:gd name="connsiteX161" fmla="*/ 391775 w 9154996"/>
              <a:gd name="connsiteY161" fmla="*/ 2352600 h 4956157"/>
              <a:gd name="connsiteX162" fmla="*/ 470472 w 9154996"/>
              <a:gd name="connsiteY162" fmla="*/ 2270192 h 4956157"/>
              <a:gd name="connsiteX163" fmla="*/ 460819 w 9154996"/>
              <a:gd name="connsiteY163" fmla="*/ 2117997 h 4956157"/>
              <a:gd name="connsiteX164" fmla="*/ 417759 w 9154996"/>
              <a:gd name="connsiteY164" fmla="*/ 2125420 h 4956157"/>
              <a:gd name="connsiteX165" fmla="*/ 390290 w 9154996"/>
              <a:gd name="connsiteY165" fmla="*/ 2156602 h 4956157"/>
              <a:gd name="connsiteX166" fmla="*/ 414047 w 9154996"/>
              <a:gd name="connsiteY166" fmla="*/ 2190753 h 4956157"/>
              <a:gd name="connsiteX167" fmla="*/ 458592 w 9154996"/>
              <a:gd name="connsiteY167" fmla="*/ 2201147 h 4956157"/>
              <a:gd name="connsiteX168" fmla="*/ 763724 w 9154996"/>
              <a:gd name="connsiteY168" fmla="*/ 2210798 h 4956157"/>
              <a:gd name="connsiteX169" fmla="*/ 1054751 w 9154996"/>
              <a:gd name="connsiteY169" fmla="*/ 2220450 h 4956157"/>
              <a:gd name="connsiteX170" fmla="*/ 1106720 w 9154996"/>
              <a:gd name="connsiteY170" fmla="*/ 2215253 h 4956157"/>
              <a:gd name="connsiteX171" fmla="*/ 1136417 w 9154996"/>
              <a:gd name="connsiteY171" fmla="*/ 2182586 h 4956157"/>
              <a:gd name="connsiteX172" fmla="*/ 1110433 w 9154996"/>
              <a:gd name="connsiteY172" fmla="*/ 2146950 h 4956157"/>
              <a:gd name="connsiteX173" fmla="*/ 1045100 w 9154996"/>
              <a:gd name="connsiteY173" fmla="*/ 2136557 h 4956157"/>
              <a:gd name="connsiteX174" fmla="*/ 460819 w 9154996"/>
              <a:gd name="connsiteY174" fmla="*/ 2117997 h 4956157"/>
              <a:gd name="connsiteX175" fmla="*/ 425926 w 9154996"/>
              <a:gd name="connsiteY175" fmla="*/ 2063800 h 4956157"/>
              <a:gd name="connsiteX176" fmla="*/ 465274 w 9154996"/>
              <a:gd name="connsiteY176" fmla="*/ 2065285 h 4956157"/>
              <a:gd name="connsiteX177" fmla="*/ 506849 w 9154996"/>
              <a:gd name="connsiteY177" fmla="*/ 2066770 h 4956157"/>
              <a:gd name="connsiteX178" fmla="*/ 526151 w 9154996"/>
              <a:gd name="connsiteY178" fmla="*/ 2066770 h 4956157"/>
              <a:gd name="connsiteX179" fmla="*/ 1096326 w 9154996"/>
              <a:gd name="connsiteY179" fmla="*/ 2083845 h 4956157"/>
              <a:gd name="connsiteX180" fmla="*/ 1137159 w 9154996"/>
              <a:gd name="connsiteY180" fmla="*/ 2097209 h 4956157"/>
              <a:gd name="connsiteX181" fmla="*/ 1192840 w 9154996"/>
              <a:gd name="connsiteY181" fmla="*/ 2187041 h 4956157"/>
              <a:gd name="connsiteX182" fmla="*/ 1128251 w 9154996"/>
              <a:gd name="connsiteY182" fmla="*/ 2267964 h 4956157"/>
              <a:gd name="connsiteX183" fmla="*/ 1097811 w 9154996"/>
              <a:gd name="connsiteY183" fmla="*/ 2276131 h 4956157"/>
              <a:gd name="connsiteX184" fmla="*/ 443001 w 9154996"/>
              <a:gd name="connsiteY184" fmla="*/ 2256828 h 4956157"/>
              <a:gd name="connsiteX185" fmla="*/ 338320 w 9154996"/>
              <a:gd name="connsiteY185" fmla="*/ 2126163 h 4956157"/>
              <a:gd name="connsiteX186" fmla="*/ 425926 w 9154996"/>
              <a:gd name="connsiteY186" fmla="*/ 2063800 h 4956157"/>
              <a:gd name="connsiteX187" fmla="*/ 446713 w 9154996"/>
              <a:gd name="connsiteY187" fmla="*/ 1916802 h 4956157"/>
              <a:gd name="connsiteX188" fmla="*/ 390289 w 9154996"/>
              <a:gd name="connsiteY188" fmla="*/ 1927939 h 4956157"/>
              <a:gd name="connsiteX189" fmla="*/ 388062 w 9154996"/>
              <a:gd name="connsiteY189" fmla="*/ 1982877 h 4956157"/>
              <a:gd name="connsiteX190" fmla="*/ 440773 w 9154996"/>
              <a:gd name="connsiteY190" fmla="*/ 1996983 h 4956157"/>
              <a:gd name="connsiteX191" fmla="*/ 1098554 w 9154996"/>
              <a:gd name="connsiteY191" fmla="*/ 2018513 h 4956157"/>
              <a:gd name="connsiteX192" fmla="*/ 1149038 w 9154996"/>
              <a:gd name="connsiteY192" fmla="*/ 2008119 h 4956157"/>
              <a:gd name="connsiteX193" fmla="*/ 1151266 w 9154996"/>
              <a:gd name="connsiteY193" fmla="*/ 1952438 h 4956157"/>
              <a:gd name="connsiteX194" fmla="*/ 1098554 w 9154996"/>
              <a:gd name="connsiteY194" fmla="*/ 1937590 h 4956157"/>
              <a:gd name="connsiteX195" fmla="*/ 523923 w 9154996"/>
              <a:gd name="connsiteY195" fmla="*/ 192914 h 4956157"/>
              <a:gd name="connsiteX196" fmla="*/ 408107 w 9154996"/>
              <a:gd name="connsiteY196" fmla="*/ 273095 h 4956157"/>
              <a:gd name="connsiteX197" fmla="*/ 183898 w 9154996"/>
              <a:gd name="connsiteY197" fmla="*/ 552985 h 4956157"/>
              <a:gd name="connsiteX198" fmla="*/ 150488 w 9154996"/>
              <a:gd name="connsiteY198" fmla="*/ 820997 h 4956157"/>
              <a:gd name="connsiteX199" fmla="*/ 244033 w 9154996"/>
              <a:gd name="connsiteY199" fmla="*/ 1149145 h 4956157"/>
              <a:gd name="connsiteX200" fmla="*/ 242548 w 9154996"/>
              <a:gd name="connsiteY200" fmla="*/ 1156569 h 4956157"/>
              <a:gd name="connsiteX201" fmla="*/ 154200 w 9154996"/>
              <a:gd name="connsiteY201" fmla="*/ 950920 h 4956157"/>
              <a:gd name="connsiteX202" fmla="*/ 131186 w 9154996"/>
              <a:gd name="connsiteY202" fmla="*/ 648757 h 4956157"/>
              <a:gd name="connsiteX203" fmla="*/ 215821 w 9154996"/>
              <a:gd name="connsiteY203" fmla="*/ 443851 h 4956157"/>
              <a:gd name="connsiteX204" fmla="*/ 500165 w 9154996"/>
              <a:gd name="connsiteY204" fmla="*/ 201081 h 4956157"/>
              <a:gd name="connsiteX205" fmla="*/ 523923 w 9154996"/>
              <a:gd name="connsiteY205" fmla="*/ 192914 h 4956157"/>
              <a:gd name="connsiteX206" fmla="*/ 800630 w 9154996"/>
              <a:gd name="connsiteY206" fmla="*/ 46764 h 4956157"/>
              <a:gd name="connsiteX207" fmla="*/ 713588 w 9154996"/>
              <a:gd name="connsiteY207" fmla="*/ 47343 h 4956157"/>
              <a:gd name="connsiteX208" fmla="*/ 595938 w 9154996"/>
              <a:gd name="connsiteY208" fmla="*/ 67446 h 4956157"/>
              <a:gd name="connsiteX209" fmla="*/ 175732 w 9154996"/>
              <a:gd name="connsiteY209" fmla="*/ 344366 h 4956157"/>
              <a:gd name="connsiteX210" fmla="*/ 49521 w 9154996"/>
              <a:gd name="connsiteY210" fmla="*/ 655438 h 4956157"/>
              <a:gd name="connsiteX211" fmla="*/ 137126 w 9154996"/>
              <a:gd name="connsiteY211" fmla="*/ 1109796 h 4956157"/>
              <a:gd name="connsiteX212" fmla="*/ 310109 w 9154996"/>
              <a:gd name="connsiteY212" fmla="*/ 1387460 h 4956157"/>
              <a:gd name="connsiteX213" fmla="*/ 440773 w 9154996"/>
              <a:gd name="connsiteY213" fmla="*/ 1695562 h 4956157"/>
              <a:gd name="connsiteX214" fmla="*/ 460819 w 9154996"/>
              <a:gd name="connsiteY214" fmla="*/ 1792076 h 4956157"/>
              <a:gd name="connsiteX215" fmla="*/ 492743 w 9154996"/>
              <a:gd name="connsiteY215" fmla="*/ 1817318 h 4956157"/>
              <a:gd name="connsiteX216" fmla="*/ 1065146 w 9154996"/>
              <a:gd name="connsiteY216" fmla="*/ 1836621 h 4956157"/>
              <a:gd name="connsiteX217" fmla="*/ 1089645 w 9154996"/>
              <a:gd name="connsiteY217" fmla="*/ 1818803 h 4956157"/>
              <a:gd name="connsiteX218" fmla="*/ 1116372 w 9154996"/>
              <a:gd name="connsiteY218" fmla="*/ 1688138 h 4956157"/>
              <a:gd name="connsiteX219" fmla="*/ 1268567 w 9154996"/>
              <a:gd name="connsiteY219" fmla="*/ 1319900 h 4956157"/>
              <a:gd name="connsiteX220" fmla="*/ 1376960 w 9154996"/>
              <a:gd name="connsiteY220" fmla="*/ 1166220 h 4956157"/>
              <a:gd name="connsiteX221" fmla="*/ 1468276 w 9154996"/>
              <a:gd name="connsiteY221" fmla="*/ 916026 h 4956157"/>
              <a:gd name="connsiteX222" fmla="*/ 1468276 w 9154996"/>
              <a:gd name="connsiteY222" fmla="*/ 599015 h 4956157"/>
              <a:gd name="connsiteX223" fmla="*/ 1056236 w 9154996"/>
              <a:gd name="connsiteY223" fmla="*/ 110506 h 4956157"/>
              <a:gd name="connsiteX224" fmla="*/ 800630 w 9154996"/>
              <a:gd name="connsiteY224" fmla="*/ 46764 h 4956157"/>
              <a:gd name="connsiteX225" fmla="*/ 794163 w 9154996"/>
              <a:gd name="connsiteY225" fmla="*/ 814 h 4956157"/>
              <a:gd name="connsiteX226" fmla="*/ 1036191 w 9154996"/>
              <a:gd name="connsiteY226" fmla="*/ 52598 h 4956157"/>
              <a:gd name="connsiteX227" fmla="*/ 1503912 w 9154996"/>
              <a:gd name="connsiteY227" fmla="*/ 551500 h 4956157"/>
              <a:gd name="connsiteX228" fmla="*/ 1518761 w 9154996"/>
              <a:gd name="connsiteY228" fmla="*/ 910830 h 4956157"/>
              <a:gd name="connsiteX229" fmla="*/ 1377702 w 9154996"/>
              <a:gd name="connsiteY229" fmla="*/ 1250855 h 4956157"/>
              <a:gd name="connsiteX230" fmla="*/ 1264855 w 9154996"/>
              <a:gd name="connsiteY230" fmla="*/ 1406020 h 4956157"/>
              <a:gd name="connsiteX231" fmla="*/ 1163144 w 9154996"/>
              <a:gd name="connsiteY231" fmla="*/ 1694078 h 4956157"/>
              <a:gd name="connsiteX232" fmla="*/ 1115630 w 9154996"/>
              <a:gd name="connsiteY232" fmla="*/ 1876711 h 4956157"/>
              <a:gd name="connsiteX233" fmla="*/ 1149781 w 9154996"/>
              <a:gd name="connsiteY233" fmla="*/ 1887848 h 4956157"/>
              <a:gd name="connsiteX234" fmla="*/ 1229961 w 9154996"/>
              <a:gd name="connsiteY234" fmla="*/ 1991044 h 4956157"/>
              <a:gd name="connsiteX235" fmla="*/ 1126023 w 9154996"/>
              <a:gd name="connsiteY235" fmla="*/ 2077164 h 4956157"/>
              <a:gd name="connsiteX236" fmla="*/ 1100038 w 9154996"/>
              <a:gd name="connsiteY236" fmla="*/ 2077906 h 4956157"/>
              <a:gd name="connsiteX237" fmla="*/ 423698 w 9154996"/>
              <a:gd name="connsiteY237" fmla="*/ 2054891 h 4956157"/>
              <a:gd name="connsiteX238" fmla="*/ 368017 w 9154996"/>
              <a:gd name="connsiteY238" fmla="*/ 2039300 h 4956157"/>
              <a:gd name="connsiteX239" fmla="*/ 311594 w 9154996"/>
              <a:gd name="connsiteY239" fmla="*/ 1951695 h 4956157"/>
              <a:gd name="connsiteX240" fmla="*/ 382123 w 9154996"/>
              <a:gd name="connsiteY240" fmla="*/ 1867803 h 4956157"/>
              <a:gd name="connsiteX241" fmla="*/ 434092 w 9154996"/>
              <a:gd name="connsiteY241" fmla="*/ 1854439 h 4956157"/>
              <a:gd name="connsiteX242" fmla="*/ 387320 w 9154996"/>
              <a:gd name="connsiteY242" fmla="*/ 1655472 h 4956157"/>
              <a:gd name="connsiteX243" fmla="*/ 301199 w 9154996"/>
              <a:gd name="connsiteY243" fmla="*/ 1459474 h 4956157"/>
              <a:gd name="connsiteX244" fmla="*/ 137869 w 9154996"/>
              <a:gd name="connsiteY244" fmla="*/ 1212992 h 4956157"/>
              <a:gd name="connsiteX245" fmla="*/ 2748 w 9154996"/>
              <a:gd name="connsiteY245" fmla="*/ 664348 h 4956157"/>
              <a:gd name="connsiteX246" fmla="*/ 145292 w 9154996"/>
              <a:gd name="connsiteY246" fmla="*/ 308730 h 4956157"/>
              <a:gd name="connsiteX247" fmla="*/ 549909 w 9154996"/>
              <a:gd name="connsiteY247" fmla="*/ 32552 h 4956157"/>
              <a:gd name="connsiteX248" fmla="*/ 794163 w 9154996"/>
              <a:gd name="connsiteY248" fmla="*/ 814 h 495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9154996" h="4956157">
                <a:moveTo>
                  <a:pt x="5500984" y="4456419"/>
                </a:moveTo>
                <a:cubicBezTo>
                  <a:pt x="5444468" y="4459946"/>
                  <a:pt x="5389343" y="4481104"/>
                  <a:pt x="5347397" y="4519710"/>
                </a:cubicBezTo>
                <a:cubicBezTo>
                  <a:pt x="5299140" y="4564254"/>
                  <a:pt x="5267216" y="4617708"/>
                  <a:pt x="5265731" y="4684526"/>
                </a:cubicBezTo>
                <a:cubicBezTo>
                  <a:pt x="5264989" y="4732783"/>
                  <a:pt x="5282807" y="4775843"/>
                  <a:pt x="5316958" y="4809995"/>
                </a:cubicBezTo>
                <a:cubicBezTo>
                  <a:pt x="5337746" y="4830781"/>
                  <a:pt x="5365215" y="4813706"/>
                  <a:pt x="5383033" y="4817418"/>
                </a:cubicBezTo>
                <a:cubicBezTo>
                  <a:pt x="5402336" y="4817418"/>
                  <a:pt x="5416441" y="4818903"/>
                  <a:pt x="5429805" y="4817418"/>
                </a:cubicBezTo>
                <a:cubicBezTo>
                  <a:pt x="5505531" y="4809995"/>
                  <a:pt x="5580515" y="4801085"/>
                  <a:pt x="5647333" y="4760252"/>
                </a:cubicBezTo>
                <a:cubicBezTo>
                  <a:pt x="5735680" y="4705313"/>
                  <a:pt x="5769831" y="4570936"/>
                  <a:pt x="5662924" y="4498922"/>
                </a:cubicBezTo>
                <a:cubicBezTo>
                  <a:pt x="5615409" y="4466998"/>
                  <a:pt x="5557501" y="4452893"/>
                  <a:pt x="5500984" y="4456419"/>
                </a:cubicBezTo>
                <a:close/>
                <a:moveTo>
                  <a:pt x="836483" y="4434332"/>
                </a:moveTo>
                <a:cubicBezTo>
                  <a:pt x="761498" y="4432105"/>
                  <a:pt x="690226" y="4446211"/>
                  <a:pt x="627864" y="4491498"/>
                </a:cubicBezTo>
                <a:cubicBezTo>
                  <a:pt x="580350" y="4525649"/>
                  <a:pt x="552880" y="4571679"/>
                  <a:pt x="559562" y="4632557"/>
                </a:cubicBezTo>
                <a:cubicBezTo>
                  <a:pt x="568470" y="4715708"/>
                  <a:pt x="641970" y="4775843"/>
                  <a:pt x="745908" y="4776586"/>
                </a:cubicBezTo>
                <a:cubicBezTo>
                  <a:pt x="793422" y="4776586"/>
                  <a:pt x="837967" y="4749116"/>
                  <a:pt x="872119" y="4705313"/>
                </a:cubicBezTo>
                <a:cubicBezTo>
                  <a:pt x="926315" y="4637011"/>
                  <a:pt x="951556" y="4556088"/>
                  <a:pt x="974572" y="4473680"/>
                </a:cubicBezTo>
                <a:cubicBezTo>
                  <a:pt x="978284" y="4459575"/>
                  <a:pt x="970859" y="4458090"/>
                  <a:pt x="959723" y="4455120"/>
                </a:cubicBezTo>
                <a:cubicBezTo>
                  <a:pt x="919633" y="4441756"/>
                  <a:pt x="878058" y="4435817"/>
                  <a:pt x="836483" y="4434332"/>
                </a:cubicBezTo>
                <a:close/>
                <a:moveTo>
                  <a:pt x="799745" y="3180173"/>
                </a:moveTo>
                <a:cubicBezTo>
                  <a:pt x="746465" y="3185915"/>
                  <a:pt x="694125" y="3223082"/>
                  <a:pt x="676863" y="3273194"/>
                </a:cubicBezTo>
                <a:cubicBezTo>
                  <a:pt x="671666" y="3288786"/>
                  <a:pt x="674636" y="3295467"/>
                  <a:pt x="687999" y="3302892"/>
                </a:cubicBezTo>
                <a:cubicBezTo>
                  <a:pt x="716954" y="3318482"/>
                  <a:pt x="747393" y="3326649"/>
                  <a:pt x="780059" y="3325907"/>
                </a:cubicBezTo>
                <a:cubicBezTo>
                  <a:pt x="840937" y="3325907"/>
                  <a:pt x="878058" y="3296952"/>
                  <a:pt x="885482" y="3243498"/>
                </a:cubicBezTo>
                <a:cubicBezTo>
                  <a:pt x="889194" y="3217514"/>
                  <a:pt x="875088" y="3193756"/>
                  <a:pt x="852073" y="3185590"/>
                </a:cubicBezTo>
                <a:cubicBezTo>
                  <a:pt x="835369" y="3179837"/>
                  <a:pt x="817505" y="3178259"/>
                  <a:pt x="799745" y="3180173"/>
                </a:cubicBezTo>
                <a:close/>
                <a:moveTo>
                  <a:pt x="761557" y="3002179"/>
                </a:moveTo>
                <a:cubicBezTo>
                  <a:pt x="713566" y="3008617"/>
                  <a:pt x="661086" y="3037293"/>
                  <a:pt x="638257" y="3073485"/>
                </a:cubicBezTo>
                <a:cubicBezTo>
                  <a:pt x="628606" y="3089076"/>
                  <a:pt x="632319" y="3095758"/>
                  <a:pt x="646424" y="3102439"/>
                </a:cubicBezTo>
                <a:cubicBezTo>
                  <a:pt x="670923" y="3114318"/>
                  <a:pt x="696909" y="3116545"/>
                  <a:pt x="725862" y="3119515"/>
                </a:cubicBezTo>
                <a:cubicBezTo>
                  <a:pt x="739226" y="3118030"/>
                  <a:pt x="755560" y="3117287"/>
                  <a:pt x="771893" y="3113576"/>
                </a:cubicBezTo>
                <a:cubicBezTo>
                  <a:pt x="807529" y="3105409"/>
                  <a:pt x="832028" y="3079425"/>
                  <a:pt x="835740" y="3046758"/>
                </a:cubicBezTo>
                <a:cubicBezTo>
                  <a:pt x="838710" y="3024486"/>
                  <a:pt x="829800" y="3009638"/>
                  <a:pt x="806786" y="3003698"/>
                </a:cubicBezTo>
                <a:cubicBezTo>
                  <a:pt x="793052" y="3000358"/>
                  <a:pt x="777553" y="3000033"/>
                  <a:pt x="761557" y="3002179"/>
                </a:cubicBezTo>
                <a:close/>
                <a:moveTo>
                  <a:pt x="751545" y="2762831"/>
                </a:moveTo>
                <a:cubicBezTo>
                  <a:pt x="704704" y="2761439"/>
                  <a:pt x="648466" y="2786356"/>
                  <a:pt x="632319" y="2822549"/>
                </a:cubicBezTo>
                <a:cubicBezTo>
                  <a:pt x="628606" y="2830716"/>
                  <a:pt x="631576" y="2835913"/>
                  <a:pt x="636772" y="2840367"/>
                </a:cubicBezTo>
                <a:cubicBezTo>
                  <a:pt x="664242" y="2874518"/>
                  <a:pt x="699136" y="2895306"/>
                  <a:pt x="746650" y="2897533"/>
                </a:cubicBezTo>
                <a:cubicBezTo>
                  <a:pt x="754075" y="2896790"/>
                  <a:pt x="764468" y="2895306"/>
                  <a:pt x="774861" y="2893078"/>
                </a:cubicBezTo>
                <a:cubicBezTo>
                  <a:pt x="804559" y="2886397"/>
                  <a:pt x="834998" y="2876745"/>
                  <a:pt x="840937" y="2844079"/>
                </a:cubicBezTo>
                <a:cubicBezTo>
                  <a:pt x="846876" y="2812898"/>
                  <a:pt x="820892" y="2794337"/>
                  <a:pt x="798619" y="2776519"/>
                </a:cubicBezTo>
                <a:cubicBezTo>
                  <a:pt x="797134" y="2775034"/>
                  <a:pt x="794907" y="2774292"/>
                  <a:pt x="793422" y="2773549"/>
                </a:cubicBezTo>
                <a:cubicBezTo>
                  <a:pt x="781729" y="2766682"/>
                  <a:pt x="767159" y="2763295"/>
                  <a:pt x="751545" y="2762831"/>
                </a:cubicBezTo>
                <a:close/>
                <a:moveTo>
                  <a:pt x="758528" y="2553052"/>
                </a:moveTo>
                <a:cubicBezTo>
                  <a:pt x="725120" y="2556765"/>
                  <a:pt x="699136" y="2574582"/>
                  <a:pt x="675378" y="2596854"/>
                </a:cubicBezTo>
                <a:cubicBezTo>
                  <a:pt x="661273" y="2610219"/>
                  <a:pt x="635287" y="2625809"/>
                  <a:pt x="640485" y="2642885"/>
                </a:cubicBezTo>
                <a:cubicBezTo>
                  <a:pt x="648652" y="2666642"/>
                  <a:pt x="678348" y="2673324"/>
                  <a:pt x="703590" y="2677778"/>
                </a:cubicBezTo>
                <a:cubicBezTo>
                  <a:pt x="708787" y="2678520"/>
                  <a:pt x="713241" y="2677778"/>
                  <a:pt x="718439" y="2677778"/>
                </a:cubicBezTo>
                <a:cubicBezTo>
                  <a:pt x="747393" y="2677036"/>
                  <a:pt x="775604" y="2670354"/>
                  <a:pt x="801589" y="2656248"/>
                </a:cubicBezTo>
                <a:cubicBezTo>
                  <a:pt x="842422" y="2633233"/>
                  <a:pt x="844649" y="2594627"/>
                  <a:pt x="807529" y="2565673"/>
                </a:cubicBezTo>
                <a:cubicBezTo>
                  <a:pt x="792679" y="2553795"/>
                  <a:pt x="776346" y="2551568"/>
                  <a:pt x="758528" y="2553052"/>
                </a:cubicBezTo>
                <a:close/>
                <a:moveTo>
                  <a:pt x="503138" y="2319191"/>
                </a:moveTo>
                <a:cubicBezTo>
                  <a:pt x="466017" y="2317706"/>
                  <a:pt x="444487" y="2334039"/>
                  <a:pt x="443744" y="2360024"/>
                </a:cubicBezTo>
                <a:cubicBezTo>
                  <a:pt x="443744" y="2385266"/>
                  <a:pt x="466017" y="2402342"/>
                  <a:pt x="501653" y="2403827"/>
                </a:cubicBezTo>
                <a:cubicBezTo>
                  <a:pt x="590743" y="2406796"/>
                  <a:pt x="1026541" y="2422387"/>
                  <a:pt x="1051782" y="2420160"/>
                </a:cubicBezTo>
                <a:cubicBezTo>
                  <a:pt x="1074055" y="2418675"/>
                  <a:pt x="1094100" y="2407539"/>
                  <a:pt x="1097070" y="2383040"/>
                </a:cubicBezTo>
                <a:cubicBezTo>
                  <a:pt x="1099297" y="2357797"/>
                  <a:pt x="1080737" y="2345176"/>
                  <a:pt x="1058464" y="2339237"/>
                </a:cubicBezTo>
                <a:cubicBezTo>
                  <a:pt x="1047329" y="2336267"/>
                  <a:pt x="618212" y="2322161"/>
                  <a:pt x="503138" y="2319191"/>
                </a:cubicBezTo>
                <a:close/>
                <a:moveTo>
                  <a:pt x="470472" y="2270192"/>
                </a:moveTo>
                <a:cubicBezTo>
                  <a:pt x="489032" y="2270192"/>
                  <a:pt x="506850" y="2269450"/>
                  <a:pt x="525411" y="2270192"/>
                </a:cubicBezTo>
                <a:lnTo>
                  <a:pt x="1067374" y="2287268"/>
                </a:lnTo>
                <a:cubicBezTo>
                  <a:pt x="1120828" y="2297661"/>
                  <a:pt x="1155721" y="2339237"/>
                  <a:pt x="1152751" y="2388236"/>
                </a:cubicBezTo>
                <a:cubicBezTo>
                  <a:pt x="1149782" y="2435751"/>
                  <a:pt x="1106721" y="2476583"/>
                  <a:pt x="1054010" y="2475841"/>
                </a:cubicBezTo>
                <a:lnTo>
                  <a:pt x="643455" y="2463963"/>
                </a:lnTo>
                <a:cubicBezTo>
                  <a:pt x="587773" y="2462478"/>
                  <a:pt x="568470" y="2487720"/>
                  <a:pt x="581092" y="2542658"/>
                </a:cubicBezTo>
                <a:cubicBezTo>
                  <a:pt x="586288" y="2566416"/>
                  <a:pt x="595198" y="2588688"/>
                  <a:pt x="608561" y="2609476"/>
                </a:cubicBezTo>
                <a:cubicBezTo>
                  <a:pt x="618212" y="2624324"/>
                  <a:pt x="621924" y="2629521"/>
                  <a:pt x="636030" y="2611703"/>
                </a:cubicBezTo>
                <a:cubicBezTo>
                  <a:pt x="662015" y="2577552"/>
                  <a:pt x="695423" y="2551568"/>
                  <a:pt x="737742" y="2537462"/>
                </a:cubicBezTo>
                <a:cubicBezTo>
                  <a:pt x="784513" y="2521871"/>
                  <a:pt x="834998" y="2544885"/>
                  <a:pt x="852816" y="2590173"/>
                </a:cubicBezTo>
                <a:cubicBezTo>
                  <a:pt x="863209" y="2616900"/>
                  <a:pt x="855785" y="2641400"/>
                  <a:pt x="830543" y="2662188"/>
                </a:cubicBezTo>
                <a:cubicBezTo>
                  <a:pt x="775604" y="2708217"/>
                  <a:pt x="696909" y="2708960"/>
                  <a:pt x="626379" y="2664414"/>
                </a:cubicBezTo>
                <a:cubicBezTo>
                  <a:pt x="604106" y="2705247"/>
                  <a:pt x="602621" y="2748308"/>
                  <a:pt x="612273" y="2792852"/>
                </a:cubicBezTo>
                <a:cubicBezTo>
                  <a:pt x="616727" y="2814383"/>
                  <a:pt x="625637" y="2800277"/>
                  <a:pt x="633061" y="2793595"/>
                </a:cubicBezTo>
                <a:cubicBezTo>
                  <a:pt x="667955" y="2762414"/>
                  <a:pt x="705817" y="2738656"/>
                  <a:pt x="755560" y="2741626"/>
                </a:cubicBezTo>
                <a:cubicBezTo>
                  <a:pt x="797134" y="2743853"/>
                  <a:pt x="845391" y="2777262"/>
                  <a:pt x="859498" y="2815868"/>
                </a:cubicBezTo>
                <a:cubicBezTo>
                  <a:pt x="869891" y="2844821"/>
                  <a:pt x="859498" y="2873775"/>
                  <a:pt x="830543" y="2893821"/>
                </a:cubicBezTo>
                <a:cubicBezTo>
                  <a:pt x="772635" y="2933911"/>
                  <a:pt x="687257" y="2924259"/>
                  <a:pt x="634545" y="2867837"/>
                </a:cubicBezTo>
                <a:cubicBezTo>
                  <a:pt x="615986" y="2847791"/>
                  <a:pt x="609303" y="2850761"/>
                  <a:pt x="598909" y="2873033"/>
                </a:cubicBezTo>
                <a:cubicBezTo>
                  <a:pt x="570698" y="2933911"/>
                  <a:pt x="558077" y="2994046"/>
                  <a:pt x="595940" y="3055667"/>
                </a:cubicBezTo>
                <a:cubicBezTo>
                  <a:pt x="606334" y="3072000"/>
                  <a:pt x="612273" y="3078683"/>
                  <a:pt x="627121" y="3057152"/>
                </a:cubicBezTo>
                <a:cubicBezTo>
                  <a:pt x="662015" y="3004441"/>
                  <a:pt x="716954" y="2985880"/>
                  <a:pt x="777089" y="2980683"/>
                </a:cubicBezTo>
                <a:cubicBezTo>
                  <a:pt x="814210" y="2976971"/>
                  <a:pt x="845391" y="2991820"/>
                  <a:pt x="854301" y="3014834"/>
                </a:cubicBezTo>
                <a:cubicBezTo>
                  <a:pt x="866179" y="3046015"/>
                  <a:pt x="852816" y="3090561"/>
                  <a:pt x="823119" y="3111349"/>
                </a:cubicBezTo>
                <a:cubicBezTo>
                  <a:pt x="778574" y="3143272"/>
                  <a:pt x="728090" y="3142530"/>
                  <a:pt x="677605" y="3133621"/>
                </a:cubicBezTo>
                <a:cubicBezTo>
                  <a:pt x="665727" y="3131394"/>
                  <a:pt x="653105" y="3129909"/>
                  <a:pt x="644197" y="3123227"/>
                </a:cubicBezTo>
                <a:cubicBezTo>
                  <a:pt x="621924" y="3106894"/>
                  <a:pt x="616727" y="3118772"/>
                  <a:pt x="614501" y="3138818"/>
                </a:cubicBezTo>
                <a:cubicBezTo>
                  <a:pt x="608561" y="3187817"/>
                  <a:pt x="621182" y="3231620"/>
                  <a:pt x="653848" y="3273937"/>
                </a:cubicBezTo>
                <a:cubicBezTo>
                  <a:pt x="675378" y="3216029"/>
                  <a:pt x="712499" y="3179651"/>
                  <a:pt x="769665" y="3164803"/>
                </a:cubicBezTo>
                <a:cubicBezTo>
                  <a:pt x="795649" y="3158121"/>
                  <a:pt x="821634" y="3157378"/>
                  <a:pt x="847618" y="3161833"/>
                </a:cubicBezTo>
                <a:cubicBezTo>
                  <a:pt x="889937" y="3169256"/>
                  <a:pt x="913693" y="3207120"/>
                  <a:pt x="905527" y="3250923"/>
                </a:cubicBezTo>
                <a:cubicBezTo>
                  <a:pt x="892164" y="3320710"/>
                  <a:pt x="823862" y="3360800"/>
                  <a:pt x="746650" y="3343724"/>
                </a:cubicBezTo>
                <a:cubicBezTo>
                  <a:pt x="719924" y="3338528"/>
                  <a:pt x="693939" y="3331103"/>
                  <a:pt x="667955" y="3312543"/>
                </a:cubicBezTo>
                <a:cubicBezTo>
                  <a:pt x="658303" y="3377133"/>
                  <a:pt x="666470" y="3435041"/>
                  <a:pt x="684288" y="3492950"/>
                </a:cubicBezTo>
                <a:cubicBezTo>
                  <a:pt x="719181" y="3605055"/>
                  <a:pt x="794164" y="3685978"/>
                  <a:pt x="884739" y="3756507"/>
                </a:cubicBezTo>
                <a:cubicBezTo>
                  <a:pt x="942648" y="3801794"/>
                  <a:pt x="997587" y="3850794"/>
                  <a:pt x="1030253" y="3919838"/>
                </a:cubicBezTo>
                <a:cubicBezTo>
                  <a:pt x="1074798" y="4015610"/>
                  <a:pt x="1070343" y="4115836"/>
                  <a:pt x="1055495" y="4216804"/>
                </a:cubicBezTo>
                <a:cubicBezTo>
                  <a:pt x="1045101" y="4285849"/>
                  <a:pt x="1026541" y="4353409"/>
                  <a:pt x="1008723" y="4420969"/>
                </a:cubicBezTo>
                <a:cubicBezTo>
                  <a:pt x="1005010" y="4435075"/>
                  <a:pt x="1000556" y="4446211"/>
                  <a:pt x="1019859" y="4452893"/>
                </a:cubicBezTo>
                <a:cubicBezTo>
                  <a:pt x="1116373" y="4486301"/>
                  <a:pt x="1190615" y="4549406"/>
                  <a:pt x="1232190" y="4640723"/>
                </a:cubicBezTo>
                <a:cubicBezTo>
                  <a:pt x="1290841" y="4769904"/>
                  <a:pt x="1401461" y="4810736"/>
                  <a:pt x="1526186" y="4827812"/>
                </a:cubicBezTo>
                <a:cubicBezTo>
                  <a:pt x="1771183" y="4861964"/>
                  <a:pt x="2018407" y="4861964"/>
                  <a:pt x="2264889" y="4850084"/>
                </a:cubicBezTo>
                <a:cubicBezTo>
                  <a:pt x="2452720" y="4841175"/>
                  <a:pt x="2640552" y="4824843"/>
                  <a:pt x="2828383" y="4807766"/>
                </a:cubicBezTo>
                <a:cubicBezTo>
                  <a:pt x="3022896" y="4789949"/>
                  <a:pt x="3217407" y="4774358"/>
                  <a:pt x="3412663" y="4764707"/>
                </a:cubicBezTo>
                <a:cubicBezTo>
                  <a:pt x="3680675" y="4752086"/>
                  <a:pt x="3948687" y="4736495"/>
                  <a:pt x="4216698" y="4739465"/>
                </a:cubicBezTo>
                <a:cubicBezTo>
                  <a:pt x="4426803" y="4741692"/>
                  <a:pt x="4635421" y="4762479"/>
                  <a:pt x="4843297" y="4791434"/>
                </a:cubicBezTo>
                <a:cubicBezTo>
                  <a:pt x="4991039" y="4812221"/>
                  <a:pt x="5140263" y="4827070"/>
                  <a:pt x="5291715" y="4821131"/>
                </a:cubicBezTo>
                <a:cubicBezTo>
                  <a:pt x="5291715" y="4807025"/>
                  <a:pt x="5280579" y="4800343"/>
                  <a:pt x="5275382" y="4790691"/>
                </a:cubicBezTo>
                <a:cubicBezTo>
                  <a:pt x="5230095" y="4711995"/>
                  <a:pt x="5236034" y="4634784"/>
                  <a:pt x="5285034" y="4560543"/>
                </a:cubicBezTo>
                <a:cubicBezTo>
                  <a:pt x="5388230" y="4403893"/>
                  <a:pt x="5575318" y="4403151"/>
                  <a:pt x="5691136" y="4495211"/>
                </a:cubicBezTo>
                <a:cubicBezTo>
                  <a:pt x="5776512" y="4562769"/>
                  <a:pt x="5769089" y="4686753"/>
                  <a:pt x="5679999" y="4760252"/>
                </a:cubicBezTo>
                <a:cubicBezTo>
                  <a:pt x="5628772" y="4802570"/>
                  <a:pt x="5567152" y="4818903"/>
                  <a:pt x="5503304" y="4828555"/>
                </a:cubicBezTo>
                <a:cubicBezTo>
                  <a:pt x="5455047" y="4835979"/>
                  <a:pt x="5406048" y="4839691"/>
                  <a:pt x="5350367" y="4841175"/>
                </a:cubicBezTo>
                <a:cubicBezTo>
                  <a:pt x="5396397" y="4879039"/>
                  <a:pt x="5444654" y="4897600"/>
                  <a:pt x="5495138" y="4909478"/>
                </a:cubicBezTo>
                <a:cubicBezTo>
                  <a:pt x="5652530" y="4947341"/>
                  <a:pt x="5809179" y="4937689"/>
                  <a:pt x="5965829" y="4903538"/>
                </a:cubicBezTo>
                <a:cubicBezTo>
                  <a:pt x="6126191" y="4867902"/>
                  <a:pt x="6278386" y="4804797"/>
                  <a:pt x="6433550" y="4754313"/>
                </a:cubicBezTo>
                <a:cubicBezTo>
                  <a:pt x="6578321" y="4706798"/>
                  <a:pt x="6726062" y="4679329"/>
                  <a:pt x="6877515" y="4665223"/>
                </a:cubicBezTo>
                <a:cubicBezTo>
                  <a:pt x="7138844" y="4640723"/>
                  <a:pt x="7399433" y="4651859"/>
                  <a:pt x="7660763" y="4663738"/>
                </a:cubicBezTo>
                <a:lnTo>
                  <a:pt x="8280679" y="4689723"/>
                </a:lnTo>
                <a:cubicBezTo>
                  <a:pt x="8419509" y="4696405"/>
                  <a:pt x="8557599" y="4711253"/>
                  <a:pt x="8694945" y="4732041"/>
                </a:cubicBezTo>
                <a:cubicBezTo>
                  <a:pt x="8792945" y="4746146"/>
                  <a:pt x="8887973" y="4773616"/>
                  <a:pt x="8985973" y="4788464"/>
                </a:cubicBezTo>
                <a:cubicBezTo>
                  <a:pt x="9022351" y="4793847"/>
                  <a:pt x="9058776" y="4797791"/>
                  <a:pt x="9095247" y="4800529"/>
                </a:cubicBezTo>
                <a:lnTo>
                  <a:pt x="9154996" y="4803161"/>
                </a:lnTo>
                <a:lnTo>
                  <a:pt x="9154996" y="4824858"/>
                </a:lnTo>
                <a:lnTo>
                  <a:pt x="9096847" y="4822929"/>
                </a:lnTo>
                <a:cubicBezTo>
                  <a:pt x="9050655" y="4819599"/>
                  <a:pt x="9004533" y="4814263"/>
                  <a:pt x="8958503" y="4806282"/>
                </a:cubicBezTo>
                <a:cubicBezTo>
                  <a:pt x="8876838" y="4792918"/>
                  <a:pt x="8797399" y="4771389"/>
                  <a:pt x="8715734" y="4758026"/>
                </a:cubicBezTo>
                <a:cubicBezTo>
                  <a:pt x="8585069" y="4736495"/>
                  <a:pt x="8454404" y="4721647"/>
                  <a:pt x="8322253" y="4714965"/>
                </a:cubicBezTo>
                <a:lnTo>
                  <a:pt x="7579839" y="4682299"/>
                </a:lnTo>
                <a:cubicBezTo>
                  <a:pt x="7355629" y="4673389"/>
                  <a:pt x="7131421" y="4667451"/>
                  <a:pt x="6907211" y="4684526"/>
                </a:cubicBezTo>
                <a:cubicBezTo>
                  <a:pt x="6695623" y="4700859"/>
                  <a:pt x="6492943" y="4752086"/>
                  <a:pt x="6294719" y="4825585"/>
                </a:cubicBezTo>
                <a:cubicBezTo>
                  <a:pt x="6177416" y="4869387"/>
                  <a:pt x="6059373" y="4910220"/>
                  <a:pt x="5936132" y="4933235"/>
                </a:cubicBezTo>
                <a:cubicBezTo>
                  <a:pt x="5780967" y="4961447"/>
                  <a:pt x="5625802" y="4968871"/>
                  <a:pt x="5471380" y="4925069"/>
                </a:cubicBezTo>
                <a:cubicBezTo>
                  <a:pt x="5420896" y="4910220"/>
                  <a:pt x="5373382" y="4887948"/>
                  <a:pt x="5332549" y="4854539"/>
                </a:cubicBezTo>
                <a:cubicBezTo>
                  <a:pt x="5324382" y="4847857"/>
                  <a:pt x="5316215" y="4841918"/>
                  <a:pt x="5304338" y="4842660"/>
                </a:cubicBezTo>
                <a:cubicBezTo>
                  <a:pt x="5108339" y="4850827"/>
                  <a:pt x="4915311" y="4822615"/>
                  <a:pt x="4721541" y="4797373"/>
                </a:cubicBezTo>
                <a:cubicBezTo>
                  <a:pt x="4451301" y="4761737"/>
                  <a:pt x="4179578" y="4754313"/>
                  <a:pt x="3907112" y="4765449"/>
                </a:cubicBezTo>
                <a:cubicBezTo>
                  <a:pt x="3665826" y="4775101"/>
                  <a:pt x="3423800" y="4784010"/>
                  <a:pt x="3182514" y="4801828"/>
                </a:cubicBezTo>
                <a:lnTo>
                  <a:pt x="2587840" y="4851569"/>
                </a:lnTo>
                <a:cubicBezTo>
                  <a:pt x="2302753" y="4874584"/>
                  <a:pt x="2017665" y="4888690"/>
                  <a:pt x="1731836" y="4870130"/>
                </a:cubicBezTo>
                <a:cubicBezTo>
                  <a:pt x="1633094" y="4863448"/>
                  <a:pt x="1534353" y="4856766"/>
                  <a:pt x="1437838" y="4830781"/>
                </a:cubicBezTo>
                <a:cubicBezTo>
                  <a:pt x="1345779" y="4805540"/>
                  <a:pt x="1271538" y="4761737"/>
                  <a:pt x="1228477" y="4671163"/>
                </a:cubicBezTo>
                <a:cubicBezTo>
                  <a:pt x="1185418" y="4579846"/>
                  <a:pt x="1117858" y="4511544"/>
                  <a:pt x="1020601" y="4474423"/>
                </a:cubicBezTo>
                <a:cubicBezTo>
                  <a:pt x="1002783" y="4467741"/>
                  <a:pt x="999072" y="4469226"/>
                  <a:pt x="993875" y="4487786"/>
                </a:cubicBezTo>
                <a:cubicBezTo>
                  <a:pt x="972344" y="4563513"/>
                  <a:pt x="947103" y="4637754"/>
                  <a:pt x="902557" y="4703828"/>
                </a:cubicBezTo>
                <a:cubicBezTo>
                  <a:pt x="812725" y="4836721"/>
                  <a:pt x="664242" y="4809995"/>
                  <a:pt x="592970" y="4740949"/>
                </a:cubicBezTo>
                <a:cubicBezTo>
                  <a:pt x="515759" y="4666707"/>
                  <a:pt x="524668" y="4547921"/>
                  <a:pt x="610788" y="4481846"/>
                </a:cubicBezTo>
                <a:cubicBezTo>
                  <a:pt x="690969" y="4420969"/>
                  <a:pt x="782286" y="4408347"/>
                  <a:pt x="878800" y="4418741"/>
                </a:cubicBezTo>
                <a:cubicBezTo>
                  <a:pt x="908497" y="4421711"/>
                  <a:pt x="938193" y="4428392"/>
                  <a:pt x="967147" y="4435075"/>
                </a:cubicBezTo>
                <a:cubicBezTo>
                  <a:pt x="979769" y="4438044"/>
                  <a:pt x="986450" y="4438787"/>
                  <a:pt x="990162" y="4423939"/>
                </a:cubicBezTo>
                <a:cubicBezTo>
                  <a:pt x="1017632" y="4318516"/>
                  <a:pt x="1047329" y="4212350"/>
                  <a:pt x="1048813" y="4101730"/>
                </a:cubicBezTo>
                <a:cubicBezTo>
                  <a:pt x="1050298" y="3985171"/>
                  <a:pt x="1009465" y="3887914"/>
                  <a:pt x="918890" y="3812930"/>
                </a:cubicBezTo>
                <a:cubicBezTo>
                  <a:pt x="875831" y="3777295"/>
                  <a:pt x="832028" y="3741659"/>
                  <a:pt x="791937" y="3702311"/>
                </a:cubicBezTo>
                <a:cubicBezTo>
                  <a:pt x="684288" y="3597630"/>
                  <a:pt x="636772" y="3468450"/>
                  <a:pt x="647167" y="3318482"/>
                </a:cubicBezTo>
                <a:cubicBezTo>
                  <a:pt x="647909" y="3306604"/>
                  <a:pt x="646424" y="3297695"/>
                  <a:pt x="638257" y="3287301"/>
                </a:cubicBezTo>
                <a:cubicBezTo>
                  <a:pt x="601136" y="3242013"/>
                  <a:pt x="587031" y="3189302"/>
                  <a:pt x="598909" y="3132136"/>
                </a:cubicBezTo>
                <a:cubicBezTo>
                  <a:pt x="604106" y="3109121"/>
                  <a:pt x="599651" y="3092788"/>
                  <a:pt x="585546" y="3074228"/>
                </a:cubicBezTo>
                <a:cubicBezTo>
                  <a:pt x="535062" y="3008153"/>
                  <a:pt x="546940" y="2936881"/>
                  <a:pt x="581833" y="2869321"/>
                </a:cubicBezTo>
                <a:cubicBezTo>
                  <a:pt x="596683" y="2841109"/>
                  <a:pt x="601879" y="2818095"/>
                  <a:pt x="592228" y="2786170"/>
                </a:cubicBezTo>
                <a:cubicBezTo>
                  <a:pt x="580350" y="2746823"/>
                  <a:pt x="586288" y="2704505"/>
                  <a:pt x="604106" y="2666642"/>
                </a:cubicBezTo>
                <a:cubicBezTo>
                  <a:pt x="611531" y="2649566"/>
                  <a:pt x="607076" y="2640657"/>
                  <a:pt x="598168" y="2628036"/>
                </a:cubicBezTo>
                <a:cubicBezTo>
                  <a:pt x="563274" y="2579037"/>
                  <a:pt x="546940" y="2525583"/>
                  <a:pt x="569955" y="2463220"/>
                </a:cubicBezTo>
                <a:cubicBezTo>
                  <a:pt x="546198" y="2462478"/>
                  <a:pt x="523183" y="2460250"/>
                  <a:pt x="500911" y="2459508"/>
                </a:cubicBezTo>
                <a:cubicBezTo>
                  <a:pt x="482350" y="2458765"/>
                  <a:pt x="464532" y="2455053"/>
                  <a:pt x="447457" y="2446887"/>
                </a:cubicBezTo>
                <a:cubicBezTo>
                  <a:pt x="410336" y="2428327"/>
                  <a:pt x="385837" y="2388978"/>
                  <a:pt x="391775" y="2352600"/>
                </a:cubicBezTo>
                <a:cubicBezTo>
                  <a:pt x="398457" y="2308055"/>
                  <a:pt x="425926" y="2280586"/>
                  <a:pt x="470472" y="2270192"/>
                </a:cubicBezTo>
                <a:close/>
                <a:moveTo>
                  <a:pt x="460819" y="2117997"/>
                </a:moveTo>
                <a:cubicBezTo>
                  <a:pt x="445229" y="2117997"/>
                  <a:pt x="431123" y="2119481"/>
                  <a:pt x="417759" y="2125420"/>
                </a:cubicBezTo>
                <a:cubicBezTo>
                  <a:pt x="404395" y="2131360"/>
                  <a:pt x="391774" y="2140269"/>
                  <a:pt x="390290" y="2156602"/>
                </a:cubicBezTo>
                <a:cubicBezTo>
                  <a:pt x="388805" y="2173678"/>
                  <a:pt x="401425" y="2183329"/>
                  <a:pt x="414047" y="2190753"/>
                </a:cubicBezTo>
                <a:cubicBezTo>
                  <a:pt x="427411" y="2198919"/>
                  <a:pt x="443001" y="2201147"/>
                  <a:pt x="458592" y="2201147"/>
                </a:cubicBezTo>
                <a:cubicBezTo>
                  <a:pt x="560302" y="2204117"/>
                  <a:pt x="662013" y="2207829"/>
                  <a:pt x="763724" y="2210798"/>
                </a:cubicBezTo>
                <a:cubicBezTo>
                  <a:pt x="763724" y="2210798"/>
                  <a:pt x="957494" y="2216737"/>
                  <a:pt x="1054751" y="2220450"/>
                </a:cubicBezTo>
                <a:cubicBezTo>
                  <a:pt x="1072569" y="2221192"/>
                  <a:pt x="1090387" y="2221935"/>
                  <a:pt x="1106720" y="2215253"/>
                </a:cubicBezTo>
                <a:cubicBezTo>
                  <a:pt x="1121569" y="2209314"/>
                  <a:pt x="1134932" y="2201147"/>
                  <a:pt x="1136417" y="2182586"/>
                </a:cubicBezTo>
                <a:cubicBezTo>
                  <a:pt x="1137159" y="2163283"/>
                  <a:pt x="1124538" y="2154375"/>
                  <a:pt x="1110433" y="2146950"/>
                </a:cubicBezTo>
                <a:cubicBezTo>
                  <a:pt x="1090387" y="2136557"/>
                  <a:pt x="1067372" y="2137299"/>
                  <a:pt x="1045100" y="2136557"/>
                </a:cubicBezTo>
                <a:cubicBezTo>
                  <a:pt x="850587" y="2130617"/>
                  <a:pt x="655332" y="2123936"/>
                  <a:pt x="460819" y="2117997"/>
                </a:cubicBezTo>
                <a:close/>
                <a:moveTo>
                  <a:pt x="425926" y="2063800"/>
                </a:moveTo>
                <a:cubicBezTo>
                  <a:pt x="438546" y="2064543"/>
                  <a:pt x="451910" y="2064543"/>
                  <a:pt x="465274" y="2065285"/>
                </a:cubicBezTo>
                <a:cubicBezTo>
                  <a:pt x="479379" y="2066770"/>
                  <a:pt x="493485" y="2066770"/>
                  <a:pt x="506849" y="2066770"/>
                </a:cubicBezTo>
                <a:cubicBezTo>
                  <a:pt x="513531" y="2066770"/>
                  <a:pt x="519469" y="2066770"/>
                  <a:pt x="526151" y="2066770"/>
                </a:cubicBezTo>
                <a:cubicBezTo>
                  <a:pt x="584060" y="2068997"/>
                  <a:pt x="1091872" y="2083845"/>
                  <a:pt x="1096326" y="2083845"/>
                </a:cubicBezTo>
                <a:cubicBezTo>
                  <a:pt x="1109690" y="2090528"/>
                  <a:pt x="1123796" y="2089785"/>
                  <a:pt x="1137159" y="2097209"/>
                </a:cubicBezTo>
                <a:cubicBezTo>
                  <a:pt x="1172795" y="2117254"/>
                  <a:pt x="1195810" y="2143981"/>
                  <a:pt x="1192840" y="2187041"/>
                </a:cubicBezTo>
                <a:cubicBezTo>
                  <a:pt x="1190613" y="2229358"/>
                  <a:pt x="1164628" y="2253116"/>
                  <a:pt x="1128251" y="2267964"/>
                </a:cubicBezTo>
                <a:cubicBezTo>
                  <a:pt x="1118599" y="2272419"/>
                  <a:pt x="1108205" y="2273904"/>
                  <a:pt x="1097811" y="2276131"/>
                </a:cubicBezTo>
                <a:cubicBezTo>
                  <a:pt x="1078508" y="2276131"/>
                  <a:pt x="492000" y="2253116"/>
                  <a:pt x="443001" y="2256828"/>
                </a:cubicBezTo>
                <a:cubicBezTo>
                  <a:pt x="366532" y="2253858"/>
                  <a:pt x="313078" y="2187784"/>
                  <a:pt x="338320" y="2126163"/>
                </a:cubicBezTo>
                <a:cubicBezTo>
                  <a:pt x="353911" y="2088299"/>
                  <a:pt x="386577" y="2070482"/>
                  <a:pt x="425926" y="2063800"/>
                </a:cubicBezTo>
                <a:close/>
                <a:moveTo>
                  <a:pt x="446713" y="1916802"/>
                </a:moveTo>
                <a:cubicBezTo>
                  <a:pt x="426668" y="1916059"/>
                  <a:pt x="407365" y="1919029"/>
                  <a:pt x="390289" y="1927939"/>
                </a:cubicBezTo>
                <a:cubicBezTo>
                  <a:pt x="364305" y="1941302"/>
                  <a:pt x="363563" y="1966543"/>
                  <a:pt x="388062" y="1982877"/>
                </a:cubicBezTo>
                <a:cubicBezTo>
                  <a:pt x="404395" y="1992528"/>
                  <a:pt x="421471" y="1996241"/>
                  <a:pt x="440773" y="1996983"/>
                </a:cubicBezTo>
                <a:lnTo>
                  <a:pt x="1098554" y="2018513"/>
                </a:lnTo>
                <a:cubicBezTo>
                  <a:pt x="1116372" y="2019255"/>
                  <a:pt x="1133448" y="2017029"/>
                  <a:pt x="1149038" y="2008119"/>
                </a:cubicBezTo>
                <a:cubicBezTo>
                  <a:pt x="1176507" y="1993271"/>
                  <a:pt x="1177992" y="1969513"/>
                  <a:pt x="1151266" y="1952438"/>
                </a:cubicBezTo>
                <a:cubicBezTo>
                  <a:pt x="1135674" y="1942787"/>
                  <a:pt x="1117115" y="1938332"/>
                  <a:pt x="1098554" y="1937590"/>
                </a:cubicBezTo>
                <a:close/>
                <a:moveTo>
                  <a:pt x="523923" y="192914"/>
                </a:moveTo>
                <a:cubicBezTo>
                  <a:pt x="480864" y="222610"/>
                  <a:pt x="443743" y="246368"/>
                  <a:pt x="408107" y="273095"/>
                </a:cubicBezTo>
                <a:cubicBezTo>
                  <a:pt x="311592" y="348079"/>
                  <a:pt x="229927" y="436426"/>
                  <a:pt x="183898" y="552985"/>
                </a:cubicBezTo>
                <a:cubicBezTo>
                  <a:pt x="149004" y="639105"/>
                  <a:pt x="140095" y="728938"/>
                  <a:pt x="150488" y="820997"/>
                </a:cubicBezTo>
                <a:cubicBezTo>
                  <a:pt x="163110" y="935329"/>
                  <a:pt x="194291" y="1044464"/>
                  <a:pt x="244033" y="1149145"/>
                </a:cubicBezTo>
                <a:cubicBezTo>
                  <a:pt x="244775" y="1149887"/>
                  <a:pt x="243290" y="1152114"/>
                  <a:pt x="242548" y="1156569"/>
                </a:cubicBezTo>
                <a:cubicBezTo>
                  <a:pt x="201715" y="1091237"/>
                  <a:pt x="174988" y="1022191"/>
                  <a:pt x="154200" y="950920"/>
                </a:cubicBezTo>
                <a:cubicBezTo>
                  <a:pt x="125989" y="852179"/>
                  <a:pt x="115595" y="751210"/>
                  <a:pt x="131186" y="648757"/>
                </a:cubicBezTo>
                <a:cubicBezTo>
                  <a:pt x="142322" y="573773"/>
                  <a:pt x="173503" y="506213"/>
                  <a:pt x="215821" y="443851"/>
                </a:cubicBezTo>
                <a:cubicBezTo>
                  <a:pt x="288578" y="336943"/>
                  <a:pt x="387319" y="260474"/>
                  <a:pt x="500165" y="201081"/>
                </a:cubicBezTo>
                <a:cubicBezTo>
                  <a:pt x="505363" y="198111"/>
                  <a:pt x="510560" y="197369"/>
                  <a:pt x="523923" y="192914"/>
                </a:cubicBezTo>
                <a:close/>
                <a:moveTo>
                  <a:pt x="800630" y="46764"/>
                </a:moveTo>
                <a:cubicBezTo>
                  <a:pt x="771780" y="44996"/>
                  <a:pt x="742769" y="45142"/>
                  <a:pt x="713588" y="47343"/>
                </a:cubicBezTo>
                <a:cubicBezTo>
                  <a:pt x="674681" y="50278"/>
                  <a:pt x="635472" y="56866"/>
                  <a:pt x="595938" y="67446"/>
                </a:cubicBezTo>
                <a:cubicBezTo>
                  <a:pt x="425183" y="112734"/>
                  <a:pt x="287836" y="210732"/>
                  <a:pt x="175732" y="344366"/>
                </a:cubicBezTo>
                <a:cubicBezTo>
                  <a:pt x="100748" y="434199"/>
                  <a:pt x="62142" y="540364"/>
                  <a:pt x="49521" y="655438"/>
                </a:cubicBezTo>
                <a:cubicBezTo>
                  <a:pt x="32446" y="815058"/>
                  <a:pt x="71793" y="965026"/>
                  <a:pt x="137126" y="1109796"/>
                </a:cubicBezTo>
                <a:cubicBezTo>
                  <a:pt x="182413" y="1210023"/>
                  <a:pt x="249230" y="1296886"/>
                  <a:pt x="310109" y="1387460"/>
                </a:cubicBezTo>
                <a:cubicBezTo>
                  <a:pt x="373956" y="1482489"/>
                  <a:pt x="427410" y="1581972"/>
                  <a:pt x="440773" y="1695562"/>
                </a:cubicBezTo>
                <a:cubicBezTo>
                  <a:pt x="445228" y="1727486"/>
                  <a:pt x="454138" y="1759410"/>
                  <a:pt x="460819" y="1792076"/>
                </a:cubicBezTo>
                <a:cubicBezTo>
                  <a:pt x="464531" y="1810636"/>
                  <a:pt x="462764" y="1817754"/>
                  <a:pt x="492743" y="1817318"/>
                </a:cubicBezTo>
                <a:cubicBezTo>
                  <a:pt x="593727" y="1815849"/>
                  <a:pt x="965662" y="1836373"/>
                  <a:pt x="1065146" y="1836621"/>
                </a:cubicBezTo>
                <a:cubicBezTo>
                  <a:pt x="1079251" y="1838106"/>
                  <a:pt x="1085190" y="1832167"/>
                  <a:pt x="1089645" y="1818803"/>
                </a:cubicBezTo>
                <a:cubicBezTo>
                  <a:pt x="1103008" y="1776485"/>
                  <a:pt x="1111175" y="1731941"/>
                  <a:pt x="1116372" y="1688138"/>
                </a:cubicBezTo>
                <a:cubicBezTo>
                  <a:pt x="1132705" y="1550791"/>
                  <a:pt x="1179477" y="1427550"/>
                  <a:pt x="1268567" y="1319900"/>
                </a:cubicBezTo>
                <a:cubicBezTo>
                  <a:pt x="1307915" y="1271643"/>
                  <a:pt x="1343551" y="1219674"/>
                  <a:pt x="1376960" y="1166220"/>
                </a:cubicBezTo>
                <a:cubicBezTo>
                  <a:pt x="1425217" y="1089752"/>
                  <a:pt x="1448232" y="1002889"/>
                  <a:pt x="1468276" y="916026"/>
                </a:cubicBezTo>
                <a:cubicBezTo>
                  <a:pt x="1493519" y="809861"/>
                  <a:pt x="1500201" y="703696"/>
                  <a:pt x="1468276" y="599015"/>
                </a:cubicBezTo>
                <a:cubicBezTo>
                  <a:pt x="1401459" y="377775"/>
                  <a:pt x="1275248" y="204792"/>
                  <a:pt x="1056236" y="110506"/>
                </a:cubicBezTo>
                <a:cubicBezTo>
                  <a:pt x="972297" y="74592"/>
                  <a:pt x="887183" y="52067"/>
                  <a:pt x="800630" y="46764"/>
                </a:cubicBezTo>
                <a:close/>
                <a:moveTo>
                  <a:pt x="794163" y="814"/>
                </a:moveTo>
                <a:cubicBezTo>
                  <a:pt x="875086" y="4712"/>
                  <a:pt x="955638" y="22530"/>
                  <a:pt x="1036191" y="52598"/>
                </a:cubicBezTo>
                <a:cubicBezTo>
                  <a:pt x="1275248" y="140945"/>
                  <a:pt x="1421504" y="317640"/>
                  <a:pt x="1503912" y="551500"/>
                </a:cubicBezTo>
                <a:cubicBezTo>
                  <a:pt x="1544745" y="668802"/>
                  <a:pt x="1545488" y="789816"/>
                  <a:pt x="1518761" y="910830"/>
                </a:cubicBezTo>
                <a:cubicBezTo>
                  <a:pt x="1492034" y="1032586"/>
                  <a:pt x="1457140" y="1149887"/>
                  <a:pt x="1377702" y="1250855"/>
                </a:cubicBezTo>
                <a:cubicBezTo>
                  <a:pt x="1337612" y="1300597"/>
                  <a:pt x="1301233" y="1354051"/>
                  <a:pt x="1264855" y="1406020"/>
                </a:cubicBezTo>
                <a:cubicBezTo>
                  <a:pt x="1203977" y="1492140"/>
                  <a:pt x="1177250" y="1590882"/>
                  <a:pt x="1163144" y="1694078"/>
                </a:cubicBezTo>
                <a:cubicBezTo>
                  <a:pt x="1154235" y="1756440"/>
                  <a:pt x="1146811" y="1819546"/>
                  <a:pt x="1115630" y="1876711"/>
                </a:cubicBezTo>
                <a:cubicBezTo>
                  <a:pt x="1125281" y="1884878"/>
                  <a:pt x="1138644" y="1884136"/>
                  <a:pt x="1149781" y="1887848"/>
                </a:cubicBezTo>
                <a:cubicBezTo>
                  <a:pt x="1203235" y="1904923"/>
                  <a:pt x="1235158" y="1945757"/>
                  <a:pt x="1229961" y="1991044"/>
                </a:cubicBezTo>
                <a:cubicBezTo>
                  <a:pt x="1224022" y="2034846"/>
                  <a:pt x="1177992" y="2073451"/>
                  <a:pt x="1126023" y="2077164"/>
                </a:cubicBezTo>
                <a:cubicBezTo>
                  <a:pt x="1117857" y="2077906"/>
                  <a:pt x="1108948" y="2077906"/>
                  <a:pt x="1100038" y="2077906"/>
                </a:cubicBezTo>
                <a:cubicBezTo>
                  <a:pt x="1038418" y="2074936"/>
                  <a:pt x="496455" y="2056376"/>
                  <a:pt x="423698" y="2054891"/>
                </a:cubicBezTo>
                <a:cubicBezTo>
                  <a:pt x="403653" y="2055633"/>
                  <a:pt x="385093" y="2048210"/>
                  <a:pt x="368017" y="2039300"/>
                </a:cubicBezTo>
                <a:cubicBezTo>
                  <a:pt x="333866" y="2020740"/>
                  <a:pt x="309366" y="1994013"/>
                  <a:pt x="311594" y="1951695"/>
                </a:cubicBezTo>
                <a:cubicBezTo>
                  <a:pt x="314564" y="1907151"/>
                  <a:pt x="344260" y="1882651"/>
                  <a:pt x="382123" y="1867803"/>
                </a:cubicBezTo>
                <a:cubicBezTo>
                  <a:pt x="397714" y="1861121"/>
                  <a:pt x="415532" y="1858893"/>
                  <a:pt x="434092" y="1854439"/>
                </a:cubicBezTo>
                <a:cubicBezTo>
                  <a:pt x="408107" y="1790591"/>
                  <a:pt x="400684" y="1722289"/>
                  <a:pt x="387320" y="1655472"/>
                </a:cubicBezTo>
                <a:cubicBezTo>
                  <a:pt x="372471" y="1584200"/>
                  <a:pt x="337578" y="1521837"/>
                  <a:pt x="301199" y="1459474"/>
                </a:cubicBezTo>
                <a:cubicBezTo>
                  <a:pt x="251458" y="1374096"/>
                  <a:pt x="185383" y="1299855"/>
                  <a:pt x="137869" y="1212992"/>
                </a:cubicBezTo>
                <a:cubicBezTo>
                  <a:pt x="44324" y="1041494"/>
                  <a:pt x="-13585" y="861830"/>
                  <a:pt x="2748" y="664348"/>
                </a:cubicBezTo>
                <a:cubicBezTo>
                  <a:pt x="13885" y="531456"/>
                  <a:pt x="57687" y="409699"/>
                  <a:pt x="145292" y="308730"/>
                </a:cubicBezTo>
                <a:cubicBezTo>
                  <a:pt x="254428" y="180293"/>
                  <a:pt x="387320" y="83779"/>
                  <a:pt x="549909" y="32552"/>
                </a:cubicBezTo>
                <a:cubicBezTo>
                  <a:pt x="631946" y="6939"/>
                  <a:pt x="713240" y="-3084"/>
                  <a:pt x="794163" y="814"/>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26" name="Freeform: Shape 25">
            <a:extLst>
              <a:ext uri="{FF2B5EF4-FFF2-40B4-BE49-F238E27FC236}">
                <a16:creationId xmlns:a16="http://schemas.microsoft.com/office/drawing/2014/main" xmlns="" id="{A7274DFC-55DB-5464-5935-FE651D7E42FF}"/>
              </a:ext>
            </a:extLst>
          </p:cNvPr>
          <p:cNvSpPr/>
          <p:nvPr userDrawn="1"/>
        </p:nvSpPr>
        <p:spPr>
          <a:xfrm rot="16200000">
            <a:off x="9850661" y="3335554"/>
            <a:ext cx="3200653" cy="137081"/>
          </a:xfrm>
          <a:custGeom>
            <a:avLst/>
            <a:gdLst>
              <a:gd name="connsiteX0" fmla="*/ 3200653 w 3200653"/>
              <a:gd name="connsiteY0" fmla="*/ 78173 h 139596"/>
              <a:gd name="connsiteX1" fmla="*/ 3200653 w 3200653"/>
              <a:gd name="connsiteY1" fmla="*/ 98497 h 139596"/>
              <a:gd name="connsiteX2" fmla="*/ 3127329 w 3200653"/>
              <a:gd name="connsiteY2" fmla="*/ 93449 h 139596"/>
              <a:gd name="connsiteX3" fmla="*/ 2836766 w 3200653"/>
              <a:gd name="connsiteY3" fmla="*/ 58277 h 139596"/>
              <a:gd name="connsiteX4" fmla="*/ 2022337 w 3200653"/>
              <a:gd name="connsiteY4" fmla="*/ 26353 h 139596"/>
              <a:gd name="connsiteX5" fmla="*/ 1297739 w 3200653"/>
              <a:gd name="connsiteY5" fmla="*/ 62733 h 139596"/>
              <a:gd name="connsiteX6" fmla="*/ 703065 w 3200653"/>
              <a:gd name="connsiteY6" fmla="*/ 112473 h 139596"/>
              <a:gd name="connsiteX7" fmla="*/ 61306 w 3200653"/>
              <a:gd name="connsiteY7" fmla="*/ 139201 h 139596"/>
              <a:gd name="connsiteX8" fmla="*/ 0 w 3200653"/>
              <a:gd name="connsiteY8" fmla="*/ 136865 h 139596"/>
              <a:gd name="connsiteX9" fmla="*/ 0 w 3200653"/>
              <a:gd name="connsiteY9" fmla="*/ 116626 h 139596"/>
              <a:gd name="connsiteX10" fmla="*/ 10206 w 3200653"/>
              <a:gd name="connsiteY10" fmla="*/ 117115 h 139596"/>
              <a:gd name="connsiteX11" fmla="*/ 380114 w 3200653"/>
              <a:gd name="connsiteY11" fmla="*/ 110989 h 139596"/>
              <a:gd name="connsiteX12" fmla="*/ 943608 w 3200653"/>
              <a:gd name="connsiteY12" fmla="*/ 68671 h 139596"/>
              <a:gd name="connsiteX13" fmla="*/ 1527888 w 3200653"/>
              <a:gd name="connsiteY13" fmla="*/ 25611 h 139596"/>
              <a:gd name="connsiteX14" fmla="*/ 2331923 w 3200653"/>
              <a:gd name="connsiteY14" fmla="*/ 369 h 139596"/>
              <a:gd name="connsiteX15" fmla="*/ 2958522 w 3200653"/>
              <a:gd name="connsiteY15" fmla="*/ 52339 h 139596"/>
              <a:gd name="connsiteX16" fmla="*/ 3181339 w 3200653"/>
              <a:gd name="connsiteY16" fmla="*/ 77209 h 139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0653" h="139596">
                <a:moveTo>
                  <a:pt x="3200653" y="78173"/>
                </a:moveTo>
                <a:lnTo>
                  <a:pt x="3200653" y="98497"/>
                </a:lnTo>
                <a:lnTo>
                  <a:pt x="3127329" y="93449"/>
                </a:lnTo>
                <a:cubicBezTo>
                  <a:pt x="3030351" y="84263"/>
                  <a:pt x="2933651" y="70899"/>
                  <a:pt x="2836766" y="58277"/>
                </a:cubicBezTo>
                <a:cubicBezTo>
                  <a:pt x="2566526" y="22641"/>
                  <a:pt x="2294803" y="15217"/>
                  <a:pt x="2022337" y="26353"/>
                </a:cubicBezTo>
                <a:cubicBezTo>
                  <a:pt x="1781051" y="36005"/>
                  <a:pt x="1539025" y="44915"/>
                  <a:pt x="1297739" y="62733"/>
                </a:cubicBezTo>
                <a:lnTo>
                  <a:pt x="703065" y="112473"/>
                </a:lnTo>
                <a:cubicBezTo>
                  <a:pt x="489250" y="129735"/>
                  <a:pt x="275434" y="141985"/>
                  <a:pt x="61306" y="139201"/>
                </a:cubicBezTo>
                <a:lnTo>
                  <a:pt x="0" y="136865"/>
                </a:lnTo>
                <a:lnTo>
                  <a:pt x="0" y="116626"/>
                </a:lnTo>
                <a:lnTo>
                  <a:pt x="10206" y="117115"/>
                </a:lnTo>
                <a:cubicBezTo>
                  <a:pt x="133447" y="119899"/>
                  <a:pt x="256873" y="116929"/>
                  <a:pt x="380114" y="110989"/>
                </a:cubicBezTo>
                <a:cubicBezTo>
                  <a:pt x="567945" y="102079"/>
                  <a:pt x="755777" y="85747"/>
                  <a:pt x="943608" y="68671"/>
                </a:cubicBezTo>
                <a:cubicBezTo>
                  <a:pt x="1138121" y="50853"/>
                  <a:pt x="1332632" y="35263"/>
                  <a:pt x="1527888" y="25611"/>
                </a:cubicBezTo>
                <a:cubicBezTo>
                  <a:pt x="1795900" y="12991"/>
                  <a:pt x="2063912" y="-2601"/>
                  <a:pt x="2331923" y="369"/>
                </a:cubicBezTo>
                <a:cubicBezTo>
                  <a:pt x="2542027" y="2597"/>
                  <a:pt x="2750646" y="23383"/>
                  <a:pt x="2958522" y="52339"/>
                </a:cubicBezTo>
                <a:cubicBezTo>
                  <a:pt x="3032393" y="62731"/>
                  <a:pt x="3106634" y="71641"/>
                  <a:pt x="3181339" y="77209"/>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27" name="Freeform: Shape 26">
            <a:extLst>
              <a:ext uri="{FF2B5EF4-FFF2-40B4-BE49-F238E27FC236}">
                <a16:creationId xmlns:a16="http://schemas.microsoft.com/office/drawing/2014/main" xmlns="" id="{11D9E80C-98EC-4B6B-2B70-03F472FB5D58}"/>
              </a:ext>
            </a:extLst>
          </p:cNvPr>
          <p:cNvSpPr/>
          <p:nvPr userDrawn="1"/>
        </p:nvSpPr>
        <p:spPr>
          <a:xfrm flipH="1">
            <a:off x="9543852" y="4973601"/>
            <a:ext cx="2091557" cy="1485438"/>
          </a:xfrm>
          <a:custGeom>
            <a:avLst/>
            <a:gdLst>
              <a:gd name="connsiteX0" fmla="*/ 205688 w 1854014"/>
              <a:gd name="connsiteY0" fmla="*/ 1383334 h 1485438"/>
              <a:gd name="connsiteX1" fmla="*/ 331899 w 1854014"/>
              <a:gd name="connsiteY1" fmla="*/ 1312061 h 1485438"/>
              <a:gd name="connsiteX2" fmla="*/ 434352 w 1854014"/>
              <a:gd name="connsiteY2" fmla="*/ 1080428 h 1485438"/>
              <a:gd name="connsiteX3" fmla="*/ 419503 w 1854014"/>
              <a:gd name="connsiteY3" fmla="*/ 1061868 h 1485438"/>
              <a:gd name="connsiteX4" fmla="*/ 296263 w 1854014"/>
              <a:gd name="connsiteY4" fmla="*/ 1041080 h 1485438"/>
              <a:gd name="connsiteX5" fmla="*/ 87644 w 1854014"/>
              <a:gd name="connsiteY5" fmla="*/ 1098246 h 1485438"/>
              <a:gd name="connsiteX6" fmla="*/ 19342 w 1854014"/>
              <a:gd name="connsiteY6" fmla="*/ 1239305 h 1485438"/>
              <a:gd name="connsiteX7" fmla="*/ 205688 w 1854014"/>
              <a:gd name="connsiteY7" fmla="*/ 1383334 h 1485438"/>
              <a:gd name="connsiteX8" fmla="*/ 1405860 w 1854014"/>
              <a:gd name="connsiteY8" fmla="*/ 1485044 h 1485438"/>
              <a:gd name="connsiteX9" fmla="*/ 1191616 w 1854014"/>
              <a:gd name="connsiteY9" fmla="*/ 1476878 h 1485438"/>
              <a:gd name="connsiteX10" fmla="*/ 897618 w 1854014"/>
              <a:gd name="connsiteY10" fmla="*/ 1437529 h 1485438"/>
              <a:gd name="connsiteX11" fmla="*/ 688257 w 1854014"/>
              <a:gd name="connsiteY11" fmla="*/ 1277911 h 1485438"/>
              <a:gd name="connsiteX12" fmla="*/ 480381 w 1854014"/>
              <a:gd name="connsiteY12" fmla="*/ 1081171 h 1485438"/>
              <a:gd name="connsiteX13" fmla="*/ 453655 w 1854014"/>
              <a:gd name="connsiteY13" fmla="*/ 1094534 h 1485438"/>
              <a:gd name="connsiteX14" fmla="*/ 362337 w 1854014"/>
              <a:gd name="connsiteY14" fmla="*/ 1310576 h 1485438"/>
              <a:gd name="connsiteX15" fmla="*/ 52750 w 1854014"/>
              <a:gd name="connsiteY15" fmla="*/ 1347697 h 1485438"/>
              <a:gd name="connsiteX16" fmla="*/ 70568 w 1854014"/>
              <a:gd name="connsiteY16" fmla="*/ 1088594 h 1485438"/>
              <a:gd name="connsiteX17" fmla="*/ 338580 w 1854014"/>
              <a:gd name="connsiteY17" fmla="*/ 1025489 h 1485438"/>
              <a:gd name="connsiteX18" fmla="*/ 426927 w 1854014"/>
              <a:gd name="connsiteY18" fmla="*/ 1041823 h 1485438"/>
              <a:gd name="connsiteX19" fmla="*/ 449942 w 1854014"/>
              <a:gd name="connsiteY19" fmla="*/ 1030687 h 1485438"/>
              <a:gd name="connsiteX20" fmla="*/ 508593 w 1854014"/>
              <a:gd name="connsiteY20" fmla="*/ 708478 h 1485438"/>
              <a:gd name="connsiteX21" fmla="*/ 378670 w 1854014"/>
              <a:gd name="connsiteY21" fmla="*/ 419678 h 1485438"/>
              <a:gd name="connsiteX22" fmla="*/ 251717 w 1854014"/>
              <a:gd name="connsiteY22" fmla="*/ 309059 h 1485438"/>
              <a:gd name="connsiteX23" fmla="*/ 110044 w 1854014"/>
              <a:gd name="connsiteY23" fmla="*/ 33750 h 1485438"/>
              <a:gd name="connsiteX24" fmla="*/ 109081 w 1854014"/>
              <a:gd name="connsiteY24" fmla="*/ 0 h 1485438"/>
              <a:gd name="connsiteX25" fmla="*/ 125877 w 1854014"/>
              <a:gd name="connsiteY25" fmla="*/ 0 h 1485438"/>
              <a:gd name="connsiteX26" fmla="*/ 125601 w 1854014"/>
              <a:gd name="connsiteY26" fmla="*/ 12000 h 1485438"/>
              <a:gd name="connsiteX27" fmla="*/ 144068 w 1854014"/>
              <a:gd name="connsiteY27" fmla="*/ 99698 h 1485438"/>
              <a:gd name="connsiteX28" fmla="*/ 344519 w 1854014"/>
              <a:gd name="connsiteY28" fmla="*/ 363255 h 1485438"/>
              <a:gd name="connsiteX29" fmla="*/ 490033 w 1854014"/>
              <a:gd name="connsiteY29" fmla="*/ 526586 h 1485438"/>
              <a:gd name="connsiteX30" fmla="*/ 515275 w 1854014"/>
              <a:gd name="connsiteY30" fmla="*/ 823552 h 1485438"/>
              <a:gd name="connsiteX31" fmla="*/ 468503 w 1854014"/>
              <a:gd name="connsiteY31" fmla="*/ 1027717 h 1485438"/>
              <a:gd name="connsiteX32" fmla="*/ 479639 w 1854014"/>
              <a:gd name="connsiteY32" fmla="*/ 1059641 h 1485438"/>
              <a:gd name="connsiteX33" fmla="*/ 691970 w 1854014"/>
              <a:gd name="connsiteY33" fmla="*/ 1247471 h 1485438"/>
              <a:gd name="connsiteX34" fmla="*/ 985966 w 1854014"/>
              <a:gd name="connsiteY34" fmla="*/ 1434560 h 1485438"/>
              <a:gd name="connsiteX35" fmla="*/ 1724669 w 1854014"/>
              <a:gd name="connsiteY35" fmla="*/ 1456832 h 1485438"/>
              <a:gd name="connsiteX36" fmla="*/ 1854014 w 1854014"/>
              <a:gd name="connsiteY36" fmla="*/ 1448524 h 1485438"/>
              <a:gd name="connsiteX37" fmla="*/ 1854014 w 1854014"/>
              <a:gd name="connsiteY37" fmla="*/ 1472097 h 1485438"/>
              <a:gd name="connsiteX38" fmla="*/ 1833793 w 1854014"/>
              <a:gd name="connsiteY38" fmla="*/ 1473537 h 1485438"/>
              <a:gd name="connsiteX39" fmla="*/ 1405860 w 1854014"/>
              <a:gd name="connsiteY39" fmla="*/ 1485044 h 1485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854014" h="1485438">
                <a:moveTo>
                  <a:pt x="205688" y="1383334"/>
                </a:moveTo>
                <a:cubicBezTo>
                  <a:pt x="253202" y="1383334"/>
                  <a:pt x="297747" y="1355864"/>
                  <a:pt x="331899" y="1312061"/>
                </a:cubicBezTo>
                <a:cubicBezTo>
                  <a:pt x="386095" y="1243759"/>
                  <a:pt x="411336" y="1162836"/>
                  <a:pt x="434352" y="1080428"/>
                </a:cubicBezTo>
                <a:cubicBezTo>
                  <a:pt x="438064" y="1066323"/>
                  <a:pt x="430639" y="1064838"/>
                  <a:pt x="419503" y="1061868"/>
                </a:cubicBezTo>
                <a:cubicBezTo>
                  <a:pt x="379413" y="1048504"/>
                  <a:pt x="337838" y="1042565"/>
                  <a:pt x="296263" y="1041080"/>
                </a:cubicBezTo>
                <a:cubicBezTo>
                  <a:pt x="221278" y="1038853"/>
                  <a:pt x="150006" y="1052959"/>
                  <a:pt x="87644" y="1098246"/>
                </a:cubicBezTo>
                <a:cubicBezTo>
                  <a:pt x="40130" y="1132397"/>
                  <a:pt x="12660" y="1178427"/>
                  <a:pt x="19342" y="1239305"/>
                </a:cubicBezTo>
                <a:cubicBezTo>
                  <a:pt x="28250" y="1322456"/>
                  <a:pt x="101750" y="1382591"/>
                  <a:pt x="205688" y="1383334"/>
                </a:cubicBezTo>
                <a:close/>
                <a:moveTo>
                  <a:pt x="1405860" y="1485044"/>
                </a:moveTo>
                <a:cubicBezTo>
                  <a:pt x="1334484" y="1484116"/>
                  <a:pt x="1263073" y="1481518"/>
                  <a:pt x="1191616" y="1476878"/>
                </a:cubicBezTo>
                <a:cubicBezTo>
                  <a:pt x="1092874" y="1470196"/>
                  <a:pt x="994134" y="1463514"/>
                  <a:pt x="897618" y="1437529"/>
                </a:cubicBezTo>
                <a:cubicBezTo>
                  <a:pt x="805559" y="1412288"/>
                  <a:pt x="731318" y="1368485"/>
                  <a:pt x="688257" y="1277911"/>
                </a:cubicBezTo>
                <a:cubicBezTo>
                  <a:pt x="645198" y="1186594"/>
                  <a:pt x="577638" y="1118292"/>
                  <a:pt x="480381" y="1081171"/>
                </a:cubicBezTo>
                <a:cubicBezTo>
                  <a:pt x="462563" y="1074489"/>
                  <a:pt x="458852" y="1075974"/>
                  <a:pt x="453655" y="1094534"/>
                </a:cubicBezTo>
                <a:cubicBezTo>
                  <a:pt x="432124" y="1170261"/>
                  <a:pt x="406883" y="1244502"/>
                  <a:pt x="362337" y="1310576"/>
                </a:cubicBezTo>
                <a:cubicBezTo>
                  <a:pt x="272505" y="1443469"/>
                  <a:pt x="124022" y="1416743"/>
                  <a:pt x="52750" y="1347697"/>
                </a:cubicBezTo>
                <a:cubicBezTo>
                  <a:pt x="-24461" y="1273455"/>
                  <a:pt x="-15551" y="1154669"/>
                  <a:pt x="70568" y="1088594"/>
                </a:cubicBezTo>
                <a:cubicBezTo>
                  <a:pt x="150749" y="1027717"/>
                  <a:pt x="242066" y="1015095"/>
                  <a:pt x="338580" y="1025489"/>
                </a:cubicBezTo>
                <a:cubicBezTo>
                  <a:pt x="368277" y="1028459"/>
                  <a:pt x="397973" y="1035140"/>
                  <a:pt x="426927" y="1041823"/>
                </a:cubicBezTo>
                <a:cubicBezTo>
                  <a:pt x="439549" y="1044792"/>
                  <a:pt x="446230" y="1045535"/>
                  <a:pt x="449942" y="1030687"/>
                </a:cubicBezTo>
                <a:cubicBezTo>
                  <a:pt x="477412" y="925264"/>
                  <a:pt x="507109" y="819098"/>
                  <a:pt x="508593" y="708478"/>
                </a:cubicBezTo>
                <a:cubicBezTo>
                  <a:pt x="510078" y="591919"/>
                  <a:pt x="469245" y="494662"/>
                  <a:pt x="378670" y="419678"/>
                </a:cubicBezTo>
                <a:cubicBezTo>
                  <a:pt x="335611" y="384043"/>
                  <a:pt x="291808" y="348407"/>
                  <a:pt x="251717" y="309059"/>
                </a:cubicBezTo>
                <a:cubicBezTo>
                  <a:pt x="170981" y="230548"/>
                  <a:pt x="124069" y="138257"/>
                  <a:pt x="110044" y="33750"/>
                </a:cubicBezTo>
                <a:lnTo>
                  <a:pt x="109081" y="0"/>
                </a:lnTo>
                <a:lnTo>
                  <a:pt x="125877" y="0"/>
                </a:lnTo>
                <a:lnTo>
                  <a:pt x="125601" y="12000"/>
                </a:lnTo>
                <a:cubicBezTo>
                  <a:pt x="128663" y="41789"/>
                  <a:pt x="135159" y="70744"/>
                  <a:pt x="144068" y="99698"/>
                </a:cubicBezTo>
                <a:cubicBezTo>
                  <a:pt x="178961" y="211803"/>
                  <a:pt x="253944" y="292726"/>
                  <a:pt x="344519" y="363255"/>
                </a:cubicBezTo>
                <a:cubicBezTo>
                  <a:pt x="402428" y="408542"/>
                  <a:pt x="457367" y="457542"/>
                  <a:pt x="490033" y="526586"/>
                </a:cubicBezTo>
                <a:cubicBezTo>
                  <a:pt x="534578" y="622358"/>
                  <a:pt x="530123" y="722584"/>
                  <a:pt x="515275" y="823552"/>
                </a:cubicBezTo>
                <a:cubicBezTo>
                  <a:pt x="504881" y="892597"/>
                  <a:pt x="486321" y="960157"/>
                  <a:pt x="468503" y="1027717"/>
                </a:cubicBezTo>
                <a:cubicBezTo>
                  <a:pt x="464790" y="1041823"/>
                  <a:pt x="460336" y="1052959"/>
                  <a:pt x="479639" y="1059641"/>
                </a:cubicBezTo>
                <a:cubicBezTo>
                  <a:pt x="576153" y="1093049"/>
                  <a:pt x="650395" y="1156154"/>
                  <a:pt x="691970" y="1247471"/>
                </a:cubicBezTo>
                <a:cubicBezTo>
                  <a:pt x="750621" y="1376652"/>
                  <a:pt x="861241" y="1417484"/>
                  <a:pt x="985966" y="1434560"/>
                </a:cubicBezTo>
                <a:cubicBezTo>
                  <a:pt x="1230963" y="1468712"/>
                  <a:pt x="1478187" y="1468712"/>
                  <a:pt x="1724669" y="1456832"/>
                </a:cubicBezTo>
                <a:lnTo>
                  <a:pt x="1854014" y="1448524"/>
                </a:lnTo>
                <a:lnTo>
                  <a:pt x="1854014" y="1472097"/>
                </a:lnTo>
                <a:lnTo>
                  <a:pt x="1833793" y="1473537"/>
                </a:lnTo>
                <a:cubicBezTo>
                  <a:pt x="1691226" y="1482074"/>
                  <a:pt x="1548613" y="1486900"/>
                  <a:pt x="1405860" y="1485044"/>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2" name="Freeform: Shape 1">
            <a:extLst>
              <a:ext uri="{FF2B5EF4-FFF2-40B4-BE49-F238E27FC236}">
                <a16:creationId xmlns:a16="http://schemas.microsoft.com/office/drawing/2014/main" xmlns="" id="{9176517A-6BA0-84CA-D8FA-DD93EC17D67C}"/>
              </a:ext>
            </a:extLst>
          </p:cNvPr>
          <p:cNvSpPr/>
          <p:nvPr userDrawn="1"/>
        </p:nvSpPr>
        <p:spPr>
          <a:xfrm rot="10800000" flipH="1">
            <a:off x="926207" y="157106"/>
            <a:ext cx="525636" cy="1404914"/>
          </a:xfrm>
          <a:custGeom>
            <a:avLst/>
            <a:gdLst>
              <a:gd name="connsiteX0" fmla="*/ 205688 w 525636"/>
              <a:gd name="connsiteY0" fmla="*/ 1383334 h 1404914"/>
              <a:gd name="connsiteX1" fmla="*/ 19342 w 525636"/>
              <a:gd name="connsiteY1" fmla="*/ 1239305 h 1404914"/>
              <a:gd name="connsiteX2" fmla="*/ 87644 w 525636"/>
              <a:gd name="connsiteY2" fmla="*/ 1098246 h 1404914"/>
              <a:gd name="connsiteX3" fmla="*/ 296263 w 525636"/>
              <a:gd name="connsiteY3" fmla="*/ 1041080 h 1404914"/>
              <a:gd name="connsiteX4" fmla="*/ 419503 w 525636"/>
              <a:gd name="connsiteY4" fmla="*/ 1061868 h 1404914"/>
              <a:gd name="connsiteX5" fmla="*/ 434352 w 525636"/>
              <a:gd name="connsiteY5" fmla="*/ 1080428 h 1404914"/>
              <a:gd name="connsiteX6" fmla="*/ 331899 w 525636"/>
              <a:gd name="connsiteY6" fmla="*/ 1312061 h 1404914"/>
              <a:gd name="connsiteX7" fmla="*/ 205688 w 525636"/>
              <a:gd name="connsiteY7" fmla="*/ 1383334 h 1404914"/>
              <a:gd name="connsiteX8" fmla="*/ 200584 w 525636"/>
              <a:gd name="connsiteY8" fmla="*/ 1404864 h 1404914"/>
              <a:gd name="connsiteX9" fmla="*/ 362337 w 525636"/>
              <a:gd name="connsiteY9" fmla="*/ 1310576 h 1404914"/>
              <a:gd name="connsiteX10" fmla="*/ 453655 w 525636"/>
              <a:gd name="connsiteY10" fmla="*/ 1094534 h 1404914"/>
              <a:gd name="connsiteX11" fmla="*/ 462285 w 525636"/>
              <a:gd name="connsiteY11" fmla="*/ 1078387 h 1404914"/>
              <a:gd name="connsiteX12" fmla="*/ 466239 w 525636"/>
              <a:gd name="connsiteY12" fmla="*/ 1078995 h 1404914"/>
              <a:gd name="connsiteX13" fmla="*/ 471806 w 525636"/>
              <a:gd name="connsiteY13" fmla="*/ 1055257 h 1404914"/>
              <a:gd name="connsiteX14" fmla="*/ 469234 w 525636"/>
              <a:gd name="connsiteY14" fmla="*/ 1053817 h 1404914"/>
              <a:gd name="connsiteX15" fmla="*/ 468503 w 525636"/>
              <a:gd name="connsiteY15" fmla="*/ 1027717 h 1404914"/>
              <a:gd name="connsiteX16" fmla="*/ 515275 w 525636"/>
              <a:gd name="connsiteY16" fmla="*/ 823552 h 1404914"/>
              <a:gd name="connsiteX17" fmla="*/ 490033 w 525636"/>
              <a:gd name="connsiteY17" fmla="*/ 526586 h 1404914"/>
              <a:gd name="connsiteX18" fmla="*/ 344519 w 525636"/>
              <a:gd name="connsiteY18" fmla="*/ 363255 h 1404914"/>
              <a:gd name="connsiteX19" fmla="*/ 144068 w 525636"/>
              <a:gd name="connsiteY19" fmla="*/ 99698 h 1404914"/>
              <a:gd name="connsiteX20" fmla="*/ 125601 w 525636"/>
              <a:gd name="connsiteY20" fmla="*/ 12000 h 1404914"/>
              <a:gd name="connsiteX21" fmla="*/ 125877 w 525636"/>
              <a:gd name="connsiteY21" fmla="*/ 0 h 1404914"/>
              <a:gd name="connsiteX22" fmla="*/ 109081 w 525636"/>
              <a:gd name="connsiteY22" fmla="*/ 0 h 1404914"/>
              <a:gd name="connsiteX23" fmla="*/ 110044 w 525636"/>
              <a:gd name="connsiteY23" fmla="*/ 33750 h 1404914"/>
              <a:gd name="connsiteX24" fmla="*/ 251717 w 525636"/>
              <a:gd name="connsiteY24" fmla="*/ 309059 h 1404914"/>
              <a:gd name="connsiteX25" fmla="*/ 378670 w 525636"/>
              <a:gd name="connsiteY25" fmla="*/ 419678 h 1404914"/>
              <a:gd name="connsiteX26" fmla="*/ 508593 w 525636"/>
              <a:gd name="connsiteY26" fmla="*/ 708478 h 1404914"/>
              <a:gd name="connsiteX27" fmla="*/ 449942 w 525636"/>
              <a:gd name="connsiteY27" fmla="*/ 1030687 h 1404914"/>
              <a:gd name="connsiteX28" fmla="*/ 426927 w 525636"/>
              <a:gd name="connsiteY28" fmla="*/ 1041823 h 1404914"/>
              <a:gd name="connsiteX29" fmla="*/ 338580 w 525636"/>
              <a:gd name="connsiteY29" fmla="*/ 1025489 h 1404914"/>
              <a:gd name="connsiteX30" fmla="*/ 70568 w 525636"/>
              <a:gd name="connsiteY30" fmla="*/ 1088594 h 1404914"/>
              <a:gd name="connsiteX31" fmla="*/ 52750 w 525636"/>
              <a:gd name="connsiteY31" fmla="*/ 1347697 h 1404914"/>
              <a:gd name="connsiteX32" fmla="*/ 200584 w 525636"/>
              <a:gd name="connsiteY32" fmla="*/ 1404864 h 1404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25636" h="1404914">
                <a:moveTo>
                  <a:pt x="205688" y="1383334"/>
                </a:moveTo>
                <a:cubicBezTo>
                  <a:pt x="101750" y="1382591"/>
                  <a:pt x="28250" y="1322456"/>
                  <a:pt x="19342" y="1239305"/>
                </a:cubicBezTo>
                <a:cubicBezTo>
                  <a:pt x="12660" y="1178427"/>
                  <a:pt x="40130" y="1132397"/>
                  <a:pt x="87644" y="1098246"/>
                </a:cubicBezTo>
                <a:cubicBezTo>
                  <a:pt x="150006" y="1052959"/>
                  <a:pt x="221278" y="1038853"/>
                  <a:pt x="296263" y="1041080"/>
                </a:cubicBezTo>
                <a:cubicBezTo>
                  <a:pt x="337838" y="1042565"/>
                  <a:pt x="379413" y="1048504"/>
                  <a:pt x="419503" y="1061868"/>
                </a:cubicBezTo>
                <a:cubicBezTo>
                  <a:pt x="430639" y="1064838"/>
                  <a:pt x="438064" y="1066323"/>
                  <a:pt x="434352" y="1080428"/>
                </a:cubicBezTo>
                <a:cubicBezTo>
                  <a:pt x="411336" y="1162836"/>
                  <a:pt x="386095" y="1243759"/>
                  <a:pt x="331899" y="1312061"/>
                </a:cubicBezTo>
                <a:cubicBezTo>
                  <a:pt x="297747" y="1355864"/>
                  <a:pt x="253202" y="1383334"/>
                  <a:pt x="205688" y="1383334"/>
                </a:cubicBezTo>
                <a:close/>
                <a:moveTo>
                  <a:pt x="200584" y="1404864"/>
                </a:moveTo>
                <a:cubicBezTo>
                  <a:pt x="257842" y="1403564"/>
                  <a:pt x="317421" y="1377022"/>
                  <a:pt x="362337" y="1310576"/>
                </a:cubicBezTo>
                <a:cubicBezTo>
                  <a:pt x="406883" y="1244502"/>
                  <a:pt x="432124" y="1170261"/>
                  <a:pt x="453655" y="1094534"/>
                </a:cubicBezTo>
                <a:cubicBezTo>
                  <a:pt x="456254" y="1085254"/>
                  <a:pt x="458481" y="1080243"/>
                  <a:pt x="462285" y="1078387"/>
                </a:cubicBezTo>
                <a:lnTo>
                  <a:pt x="466239" y="1078995"/>
                </a:lnTo>
                <a:lnTo>
                  <a:pt x="471806" y="1055257"/>
                </a:lnTo>
                <a:lnTo>
                  <a:pt x="469234" y="1053817"/>
                </a:lnTo>
                <a:cubicBezTo>
                  <a:pt x="462517" y="1047205"/>
                  <a:pt x="465718" y="1038296"/>
                  <a:pt x="468503" y="1027717"/>
                </a:cubicBezTo>
                <a:cubicBezTo>
                  <a:pt x="486321" y="960157"/>
                  <a:pt x="504881" y="892597"/>
                  <a:pt x="515275" y="823552"/>
                </a:cubicBezTo>
                <a:cubicBezTo>
                  <a:pt x="530123" y="722584"/>
                  <a:pt x="534578" y="622358"/>
                  <a:pt x="490033" y="526586"/>
                </a:cubicBezTo>
                <a:cubicBezTo>
                  <a:pt x="457367" y="457542"/>
                  <a:pt x="402428" y="408542"/>
                  <a:pt x="344519" y="363255"/>
                </a:cubicBezTo>
                <a:cubicBezTo>
                  <a:pt x="253944" y="292726"/>
                  <a:pt x="178961" y="211803"/>
                  <a:pt x="144068" y="99698"/>
                </a:cubicBezTo>
                <a:cubicBezTo>
                  <a:pt x="135159" y="70744"/>
                  <a:pt x="128663" y="41789"/>
                  <a:pt x="125601" y="12000"/>
                </a:cubicBezTo>
                <a:lnTo>
                  <a:pt x="125877" y="0"/>
                </a:lnTo>
                <a:lnTo>
                  <a:pt x="109081" y="0"/>
                </a:lnTo>
                <a:lnTo>
                  <a:pt x="110044" y="33750"/>
                </a:lnTo>
                <a:cubicBezTo>
                  <a:pt x="124069" y="138257"/>
                  <a:pt x="170981" y="230548"/>
                  <a:pt x="251717" y="309059"/>
                </a:cubicBezTo>
                <a:cubicBezTo>
                  <a:pt x="291808" y="348407"/>
                  <a:pt x="335611" y="384043"/>
                  <a:pt x="378670" y="419678"/>
                </a:cubicBezTo>
                <a:cubicBezTo>
                  <a:pt x="469245" y="494662"/>
                  <a:pt x="510078" y="591919"/>
                  <a:pt x="508593" y="708478"/>
                </a:cubicBezTo>
                <a:cubicBezTo>
                  <a:pt x="507109" y="819098"/>
                  <a:pt x="477412" y="925264"/>
                  <a:pt x="449942" y="1030687"/>
                </a:cubicBezTo>
                <a:cubicBezTo>
                  <a:pt x="446230" y="1045535"/>
                  <a:pt x="439549" y="1044792"/>
                  <a:pt x="426927" y="1041823"/>
                </a:cubicBezTo>
                <a:cubicBezTo>
                  <a:pt x="397973" y="1035140"/>
                  <a:pt x="368277" y="1028459"/>
                  <a:pt x="338580" y="1025489"/>
                </a:cubicBezTo>
                <a:cubicBezTo>
                  <a:pt x="242066" y="1015095"/>
                  <a:pt x="150749" y="1027717"/>
                  <a:pt x="70568" y="1088594"/>
                </a:cubicBezTo>
                <a:cubicBezTo>
                  <a:pt x="-15551" y="1154669"/>
                  <a:pt x="-24461" y="1273455"/>
                  <a:pt x="52750" y="1347697"/>
                </a:cubicBezTo>
                <a:cubicBezTo>
                  <a:pt x="88386" y="1382220"/>
                  <a:pt x="143325" y="1406163"/>
                  <a:pt x="200584" y="1404864"/>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
        <p:nvSpPr>
          <p:cNvPr id="16" name="Rectangle 5">
            <a:extLst>
              <a:ext uri="{FF2B5EF4-FFF2-40B4-BE49-F238E27FC236}">
                <a16:creationId xmlns:a16="http://schemas.microsoft.com/office/drawing/2014/main" xmlns="" id="{EA1C3535-2AA3-5AC5-18BE-C4FFF359457C}"/>
              </a:ext>
            </a:extLst>
          </p:cNvPr>
          <p:cNvSpPr/>
          <p:nvPr/>
        </p:nvSpPr>
        <p:spPr>
          <a:xfrm>
            <a:off x="861651" y="1206660"/>
            <a:ext cx="1326759" cy="900198"/>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7" name="Rectangle 5">
            <a:extLst>
              <a:ext uri="{FF2B5EF4-FFF2-40B4-BE49-F238E27FC236}">
                <a16:creationId xmlns:a16="http://schemas.microsoft.com/office/drawing/2014/main" xmlns="" id="{3462D4DE-C900-6B74-DABE-949629D99ABE}"/>
              </a:ext>
            </a:extLst>
          </p:cNvPr>
          <p:cNvSpPr/>
          <p:nvPr/>
        </p:nvSpPr>
        <p:spPr>
          <a:xfrm>
            <a:off x="861651" y="1381769"/>
            <a:ext cx="1326759" cy="433258"/>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ysClr val="windowText" lastClr="000000">
              <a:alpha val="2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18" name="Freeform 22">
            <a:extLst>
              <a:ext uri="{FF2B5EF4-FFF2-40B4-BE49-F238E27FC236}">
                <a16:creationId xmlns:a16="http://schemas.microsoft.com/office/drawing/2014/main" xmlns="" id="{6B67E1D9-E5E8-B865-5C24-FD66122C3ADC}"/>
              </a:ext>
            </a:extLst>
          </p:cNvPr>
          <p:cNvSpPr/>
          <p:nvPr/>
        </p:nvSpPr>
        <p:spPr>
          <a:xfrm>
            <a:off x="-28337" y="883260"/>
            <a:ext cx="3099195" cy="792507"/>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cxnSp>
        <p:nvCxnSpPr>
          <p:cNvPr id="19" name="Straight Connector 18">
            <a:extLst>
              <a:ext uri="{FF2B5EF4-FFF2-40B4-BE49-F238E27FC236}">
                <a16:creationId xmlns:a16="http://schemas.microsoft.com/office/drawing/2014/main" xmlns="" id="{36CB4C2B-505E-5FEF-27A0-9A1B94D288D1}"/>
              </a:ext>
            </a:extLst>
          </p:cNvPr>
          <p:cNvCxnSpPr/>
          <p:nvPr/>
        </p:nvCxnSpPr>
        <p:spPr>
          <a:xfrm>
            <a:off x="1573260" y="1152503"/>
            <a:ext cx="809757" cy="272365"/>
          </a:xfrm>
          <a:prstGeom prst="line">
            <a:avLst/>
          </a:prstGeom>
          <a:solidFill>
            <a:srgbClr val="FF0000"/>
          </a:solidFill>
          <a:ln w="19050" cap="flat" cmpd="sng" algn="ctr">
            <a:solidFill>
              <a:srgbClr val="FF0000"/>
            </a:solidFill>
            <a:prstDash val="solid"/>
            <a:miter lim="800000"/>
          </a:ln>
          <a:effectLst/>
        </p:spPr>
      </p:cxnSp>
      <p:cxnSp>
        <p:nvCxnSpPr>
          <p:cNvPr id="20" name="Straight Connector 19">
            <a:extLst>
              <a:ext uri="{FF2B5EF4-FFF2-40B4-BE49-F238E27FC236}">
                <a16:creationId xmlns:a16="http://schemas.microsoft.com/office/drawing/2014/main" xmlns="" id="{0F80B67C-9C23-2B6B-B6C0-6910081BFFAB}"/>
              </a:ext>
            </a:extLst>
          </p:cNvPr>
          <p:cNvCxnSpPr/>
          <p:nvPr/>
        </p:nvCxnSpPr>
        <p:spPr>
          <a:xfrm>
            <a:off x="2383018" y="1424868"/>
            <a:ext cx="0" cy="447757"/>
          </a:xfrm>
          <a:prstGeom prst="line">
            <a:avLst/>
          </a:prstGeom>
          <a:solidFill>
            <a:srgbClr val="FF0000"/>
          </a:solidFill>
          <a:ln w="19050" cap="flat" cmpd="sng" algn="ctr">
            <a:solidFill>
              <a:srgbClr val="FF0000"/>
            </a:solidFill>
            <a:prstDash val="solid"/>
            <a:miter lim="800000"/>
          </a:ln>
          <a:effectLst/>
        </p:spPr>
      </p:cxnSp>
      <p:sp>
        <p:nvSpPr>
          <p:cNvPr id="22" name="Isosceles Triangle 21">
            <a:extLst>
              <a:ext uri="{FF2B5EF4-FFF2-40B4-BE49-F238E27FC236}">
                <a16:creationId xmlns:a16="http://schemas.microsoft.com/office/drawing/2014/main" xmlns="" id="{164212D8-A22B-7AFA-F329-2F7C348C67F0}"/>
              </a:ext>
            </a:extLst>
          </p:cNvPr>
          <p:cNvSpPr/>
          <p:nvPr/>
        </p:nvSpPr>
        <p:spPr>
          <a:xfrm>
            <a:off x="2265469" y="1692427"/>
            <a:ext cx="235094" cy="408033"/>
          </a:xfrm>
          <a:prstGeom prst="triangl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4" name="Oval 23">
            <a:extLst>
              <a:ext uri="{FF2B5EF4-FFF2-40B4-BE49-F238E27FC236}">
                <a16:creationId xmlns:a16="http://schemas.microsoft.com/office/drawing/2014/main" xmlns="" id="{C063C53A-EF4B-6D0D-F983-C8DF81CADDD7}"/>
              </a:ext>
            </a:extLst>
          </p:cNvPr>
          <p:cNvSpPr/>
          <p:nvPr/>
        </p:nvSpPr>
        <p:spPr>
          <a:xfrm>
            <a:off x="2318224" y="1670655"/>
            <a:ext cx="120511" cy="120511"/>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5" name="Freeform: Shape 24">
            <a:extLst>
              <a:ext uri="{FF2B5EF4-FFF2-40B4-BE49-F238E27FC236}">
                <a16:creationId xmlns:a16="http://schemas.microsoft.com/office/drawing/2014/main" xmlns="" id="{25B5855A-09BB-8936-C73B-FAA102BE5B09}"/>
              </a:ext>
            </a:extLst>
          </p:cNvPr>
          <p:cNvSpPr/>
          <p:nvPr userDrawn="1"/>
        </p:nvSpPr>
        <p:spPr>
          <a:xfrm rot="628173">
            <a:off x="1034906" y="2159901"/>
            <a:ext cx="937061" cy="1282256"/>
          </a:xfrm>
          <a:custGeom>
            <a:avLst/>
            <a:gdLst>
              <a:gd name="connsiteX0" fmla="*/ 72231 w 937061"/>
              <a:gd name="connsiteY0" fmla="*/ 508194 h 1282256"/>
              <a:gd name="connsiteX1" fmla="*/ 139689 w 937061"/>
              <a:gd name="connsiteY1" fmla="*/ 559080 h 1282256"/>
              <a:gd name="connsiteX2" fmla="*/ 137581 w 937061"/>
              <a:gd name="connsiteY2" fmla="*/ 579636 h 1282256"/>
              <a:gd name="connsiteX3" fmla="*/ 173595 w 937061"/>
              <a:gd name="connsiteY3" fmla="*/ 561778 h 1282256"/>
              <a:gd name="connsiteX4" fmla="*/ 235622 w 937061"/>
              <a:gd name="connsiteY4" fmla="*/ 562333 h 1282256"/>
              <a:gd name="connsiteX5" fmla="*/ 265212 w 937061"/>
              <a:gd name="connsiteY5" fmla="*/ 596791 h 1282256"/>
              <a:gd name="connsiteX6" fmla="*/ 264188 w 937061"/>
              <a:gd name="connsiteY6" fmla="*/ 602277 h 1282256"/>
              <a:gd name="connsiteX7" fmla="*/ 251467 w 937061"/>
              <a:gd name="connsiteY7" fmla="*/ 657997 h 1282256"/>
              <a:gd name="connsiteX8" fmla="*/ 248802 w 937061"/>
              <a:gd name="connsiteY8" fmla="*/ 665620 h 1282256"/>
              <a:gd name="connsiteX9" fmla="*/ 226702 w 937061"/>
              <a:gd name="connsiteY9" fmla="*/ 731221 h 1282256"/>
              <a:gd name="connsiteX10" fmla="*/ 292287 w 937061"/>
              <a:gd name="connsiteY10" fmla="*/ 797322 h 1282256"/>
              <a:gd name="connsiteX11" fmla="*/ 318540 w 937061"/>
              <a:gd name="connsiteY11" fmla="*/ 799397 h 1282256"/>
              <a:gd name="connsiteX12" fmla="*/ 386587 w 937061"/>
              <a:gd name="connsiteY12" fmla="*/ 855674 h 1282256"/>
              <a:gd name="connsiteX13" fmla="*/ 391213 w 937061"/>
              <a:gd name="connsiteY13" fmla="*/ 832209 h 1282256"/>
              <a:gd name="connsiteX14" fmla="*/ 339010 w 937061"/>
              <a:gd name="connsiteY14" fmla="*/ 777893 h 1282256"/>
              <a:gd name="connsiteX15" fmla="*/ 374294 w 937061"/>
              <a:gd name="connsiteY15" fmla="*/ 724114 h 1282256"/>
              <a:gd name="connsiteX16" fmla="*/ 365526 w 937061"/>
              <a:gd name="connsiteY16" fmla="*/ 703124 h 1282256"/>
              <a:gd name="connsiteX17" fmla="*/ 314275 w 937061"/>
              <a:gd name="connsiteY17" fmla="*/ 774111 h 1282256"/>
              <a:gd name="connsiteX18" fmla="*/ 255752 w 937061"/>
              <a:gd name="connsiteY18" fmla="*/ 746224 h 1282256"/>
              <a:gd name="connsiteX19" fmla="*/ 257804 w 937061"/>
              <a:gd name="connsiteY19" fmla="*/ 700011 h 1282256"/>
              <a:gd name="connsiteX20" fmla="*/ 281358 w 937061"/>
              <a:gd name="connsiteY20" fmla="*/ 666529 h 1282256"/>
              <a:gd name="connsiteX21" fmla="*/ 276069 w 937061"/>
              <a:gd name="connsiteY21" fmla="*/ 646729 h 1282256"/>
              <a:gd name="connsiteX22" fmla="*/ 315725 w 937061"/>
              <a:gd name="connsiteY22" fmla="*/ 605586 h 1282256"/>
              <a:gd name="connsiteX23" fmla="*/ 348811 w 937061"/>
              <a:gd name="connsiteY23" fmla="*/ 615972 h 1282256"/>
              <a:gd name="connsiteX24" fmla="*/ 355707 w 937061"/>
              <a:gd name="connsiteY24" fmla="*/ 609198 h 1282256"/>
              <a:gd name="connsiteX25" fmla="*/ 423989 w 937061"/>
              <a:gd name="connsiteY25" fmla="*/ 603914 h 1282256"/>
              <a:gd name="connsiteX26" fmla="*/ 462978 w 937061"/>
              <a:gd name="connsiteY26" fmla="*/ 667189 h 1282256"/>
              <a:gd name="connsiteX27" fmla="*/ 447498 w 937061"/>
              <a:gd name="connsiteY27" fmla="*/ 742160 h 1282256"/>
              <a:gd name="connsiteX28" fmla="*/ 444272 w 937061"/>
              <a:gd name="connsiteY28" fmla="*/ 747849 h 1282256"/>
              <a:gd name="connsiteX29" fmla="*/ 468977 w 937061"/>
              <a:gd name="connsiteY29" fmla="*/ 772413 h 1282256"/>
              <a:gd name="connsiteX30" fmla="*/ 495847 w 937061"/>
              <a:gd name="connsiteY30" fmla="*/ 863799 h 1282256"/>
              <a:gd name="connsiteX31" fmla="*/ 444271 w 937061"/>
              <a:gd name="connsiteY31" fmla="*/ 922014 h 1282256"/>
              <a:gd name="connsiteX32" fmla="*/ 431747 w 937061"/>
              <a:gd name="connsiteY32" fmla="*/ 921551 h 1282256"/>
              <a:gd name="connsiteX33" fmla="*/ 442410 w 937061"/>
              <a:gd name="connsiteY33" fmla="*/ 937592 h 1282256"/>
              <a:gd name="connsiteX34" fmla="*/ 543619 w 937061"/>
              <a:gd name="connsiteY34" fmla="*/ 1186492 h 1282256"/>
              <a:gd name="connsiteX35" fmla="*/ 566594 w 937061"/>
              <a:gd name="connsiteY35" fmla="*/ 1273228 h 1282256"/>
              <a:gd name="connsiteX36" fmla="*/ 531195 w 937061"/>
              <a:gd name="connsiteY36" fmla="*/ 1282256 h 1282256"/>
              <a:gd name="connsiteX37" fmla="*/ 510987 w 937061"/>
              <a:gd name="connsiteY37" fmla="*/ 1183176 h 1282256"/>
              <a:gd name="connsiteX38" fmla="*/ 419465 w 937061"/>
              <a:gd name="connsiteY38" fmla="*/ 965735 h 1282256"/>
              <a:gd name="connsiteX39" fmla="*/ 380666 w 937061"/>
              <a:gd name="connsiteY39" fmla="*/ 911088 h 1282256"/>
              <a:gd name="connsiteX40" fmla="*/ 370913 w 937061"/>
              <a:gd name="connsiteY40" fmla="*/ 906441 h 1282256"/>
              <a:gd name="connsiteX41" fmla="*/ 360466 w 937061"/>
              <a:gd name="connsiteY41" fmla="*/ 906130 h 1282256"/>
              <a:gd name="connsiteX42" fmla="*/ 314518 w 937061"/>
              <a:gd name="connsiteY42" fmla="*/ 920936 h 1282256"/>
              <a:gd name="connsiteX43" fmla="*/ 256927 w 937061"/>
              <a:gd name="connsiteY43" fmla="*/ 880449 h 1282256"/>
              <a:gd name="connsiteX44" fmla="*/ 248732 w 937061"/>
              <a:gd name="connsiteY44" fmla="*/ 847130 h 1282256"/>
              <a:gd name="connsiteX45" fmla="*/ 247889 w 937061"/>
              <a:gd name="connsiteY45" fmla="*/ 840361 h 1282256"/>
              <a:gd name="connsiteX46" fmla="*/ 220304 w 937061"/>
              <a:gd name="connsiteY46" fmla="*/ 848717 h 1282256"/>
              <a:gd name="connsiteX47" fmla="*/ 136302 w 937061"/>
              <a:gd name="connsiteY47" fmla="*/ 795389 h 1282256"/>
              <a:gd name="connsiteX48" fmla="*/ 132240 w 937061"/>
              <a:gd name="connsiteY48" fmla="*/ 772306 h 1282256"/>
              <a:gd name="connsiteX49" fmla="*/ 132030 w 937061"/>
              <a:gd name="connsiteY49" fmla="*/ 749123 h 1282256"/>
              <a:gd name="connsiteX50" fmla="*/ 118944 w 937061"/>
              <a:gd name="connsiteY50" fmla="*/ 746653 h 1282256"/>
              <a:gd name="connsiteX51" fmla="*/ 28110 w 937061"/>
              <a:gd name="connsiteY51" fmla="*/ 666272 h 1282256"/>
              <a:gd name="connsiteX52" fmla="*/ 18430 w 937061"/>
              <a:gd name="connsiteY52" fmla="*/ 570895 h 1282256"/>
              <a:gd name="connsiteX53" fmla="*/ 72231 w 937061"/>
              <a:gd name="connsiteY53" fmla="*/ 508194 h 1282256"/>
              <a:gd name="connsiteX54" fmla="*/ 828778 w 937061"/>
              <a:gd name="connsiteY54" fmla="*/ 368188 h 1282256"/>
              <a:gd name="connsiteX55" fmla="*/ 903402 w 937061"/>
              <a:gd name="connsiteY55" fmla="*/ 393916 h 1282256"/>
              <a:gd name="connsiteX56" fmla="*/ 921670 w 937061"/>
              <a:gd name="connsiteY56" fmla="*/ 560021 h 1282256"/>
              <a:gd name="connsiteX57" fmla="*/ 873673 w 937061"/>
              <a:gd name="connsiteY57" fmla="*/ 610037 h 1282256"/>
              <a:gd name="connsiteX58" fmla="*/ 870382 w 937061"/>
              <a:gd name="connsiteY58" fmla="*/ 612071 h 1282256"/>
              <a:gd name="connsiteX59" fmla="*/ 881183 w 937061"/>
              <a:gd name="connsiteY59" fmla="*/ 655093 h 1282256"/>
              <a:gd name="connsiteX60" fmla="*/ 811085 w 937061"/>
              <a:gd name="connsiteY60" fmla="*/ 738732 h 1282256"/>
              <a:gd name="connsiteX61" fmla="*/ 793636 w 937061"/>
              <a:gd name="connsiteY61" fmla="*/ 739105 h 1282256"/>
              <a:gd name="connsiteX62" fmla="*/ 799023 w 937061"/>
              <a:gd name="connsiteY62" fmla="*/ 768256 h 1282256"/>
              <a:gd name="connsiteX63" fmla="*/ 794668 w 937061"/>
              <a:gd name="connsiteY63" fmla="*/ 805320 h 1282256"/>
              <a:gd name="connsiteX64" fmla="*/ 736637 w 937061"/>
              <a:gd name="connsiteY64" fmla="*/ 842933 h 1282256"/>
              <a:gd name="connsiteX65" fmla="*/ 711441 w 937061"/>
              <a:gd name="connsiteY65" fmla="*/ 841070 h 1282256"/>
              <a:gd name="connsiteX66" fmla="*/ 702708 w 937061"/>
              <a:gd name="connsiteY66" fmla="*/ 844516 h 1282256"/>
              <a:gd name="connsiteX67" fmla="*/ 683025 w 937061"/>
              <a:gd name="connsiteY67" fmla="*/ 866563 h 1282256"/>
              <a:gd name="connsiteX68" fmla="*/ 657843 w 937061"/>
              <a:gd name="connsiteY68" fmla="*/ 881435 h 1282256"/>
              <a:gd name="connsiteX69" fmla="*/ 694319 w 937061"/>
              <a:gd name="connsiteY69" fmla="*/ 1016214 h 1282256"/>
              <a:gd name="connsiteX70" fmla="*/ 713201 w 937061"/>
              <a:gd name="connsiteY70" fmla="*/ 1156998 h 1282256"/>
              <a:gd name="connsiteX71" fmla="*/ 720960 w 937061"/>
              <a:gd name="connsiteY71" fmla="*/ 1258622 h 1282256"/>
              <a:gd name="connsiteX72" fmla="*/ 679557 w 937061"/>
              <a:gd name="connsiteY72" fmla="*/ 1261399 h 1282256"/>
              <a:gd name="connsiteX73" fmla="*/ 677437 w 937061"/>
              <a:gd name="connsiteY73" fmla="*/ 1146560 h 1282256"/>
              <a:gd name="connsiteX74" fmla="*/ 658812 w 937061"/>
              <a:gd name="connsiteY74" fmla="*/ 1013559 h 1282256"/>
              <a:gd name="connsiteX75" fmla="*/ 620096 w 937061"/>
              <a:gd name="connsiteY75" fmla="*/ 884815 h 1282256"/>
              <a:gd name="connsiteX76" fmla="*/ 617487 w 937061"/>
              <a:gd name="connsiteY76" fmla="*/ 885041 h 1282256"/>
              <a:gd name="connsiteX77" fmla="*/ 582656 w 937061"/>
              <a:gd name="connsiteY77" fmla="*/ 865072 h 1282256"/>
              <a:gd name="connsiteX78" fmla="*/ 558217 w 937061"/>
              <a:gd name="connsiteY78" fmla="*/ 771403 h 1282256"/>
              <a:gd name="connsiteX79" fmla="*/ 575867 w 937061"/>
              <a:gd name="connsiteY79" fmla="*/ 722513 h 1282256"/>
              <a:gd name="connsiteX80" fmla="*/ 560670 w 937061"/>
              <a:gd name="connsiteY80" fmla="*/ 708618 h 1282256"/>
              <a:gd name="connsiteX81" fmla="*/ 534291 w 937061"/>
              <a:gd name="connsiteY81" fmla="*/ 600031 h 1282256"/>
              <a:gd name="connsiteX82" fmla="*/ 572231 w 937061"/>
              <a:gd name="connsiteY82" fmla="*/ 560631 h 1282256"/>
              <a:gd name="connsiteX83" fmla="*/ 603475 w 937061"/>
              <a:gd name="connsiteY83" fmla="*/ 559950 h 1282256"/>
              <a:gd name="connsiteX84" fmla="*/ 618559 w 937061"/>
              <a:gd name="connsiteY84" fmla="*/ 565514 h 1282256"/>
              <a:gd name="connsiteX85" fmla="*/ 649454 w 937061"/>
              <a:gd name="connsiteY85" fmla="*/ 543101 h 1282256"/>
              <a:gd name="connsiteX86" fmla="*/ 697970 w 937061"/>
              <a:gd name="connsiteY86" fmla="*/ 567543 h 1282256"/>
              <a:gd name="connsiteX87" fmla="*/ 700456 w 937061"/>
              <a:gd name="connsiteY87" fmla="*/ 590917 h 1282256"/>
              <a:gd name="connsiteX88" fmla="*/ 720550 w 937061"/>
              <a:gd name="connsiteY88" fmla="*/ 600445 h 1282256"/>
              <a:gd name="connsiteX89" fmla="*/ 751604 w 937061"/>
              <a:gd name="connsiteY89" fmla="*/ 639520 h 1282256"/>
              <a:gd name="connsiteX90" fmla="*/ 738347 w 937061"/>
              <a:gd name="connsiteY90" fmla="*/ 683525 h 1282256"/>
              <a:gd name="connsiteX91" fmla="*/ 707956 w 937061"/>
              <a:gd name="connsiteY91" fmla="*/ 700956 h 1282256"/>
              <a:gd name="connsiteX92" fmla="*/ 634896 w 937061"/>
              <a:gd name="connsiteY92" fmla="*/ 651717 h 1282256"/>
              <a:gd name="connsiteX93" fmla="*/ 633997 w 937061"/>
              <a:gd name="connsiteY93" fmla="*/ 675512 h 1282256"/>
              <a:gd name="connsiteX94" fmla="*/ 687058 w 937061"/>
              <a:gd name="connsiteY94" fmla="*/ 716835 h 1282256"/>
              <a:gd name="connsiteX95" fmla="*/ 656986 w 937061"/>
              <a:gd name="connsiteY95" fmla="*/ 782282 h 1282256"/>
              <a:gd name="connsiteX96" fmla="*/ 669532 w 937061"/>
              <a:gd name="connsiteY96" fmla="*/ 802778 h 1282256"/>
              <a:gd name="connsiteX97" fmla="*/ 712109 w 937061"/>
              <a:gd name="connsiteY97" fmla="*/ 736651 h 1282256"/>
              <a:gd name="connsiteX98" fmla="*/ 723692 w 937061"/>
              <a:gd name="connsiteY98" fmla="*/ 721066 h 1282256"/>
              <a:gd name="connsiteX99" fmla="*/ 776459 w 937061"/>
              <a:gd name="connsiteY99" fmla="*/ 653872 h 1282256"/>
              <a:gd name="connsiteX100" fmla="*/ 733368 w 937061"/>
              <a:gd name="connsiteY100" fmla="*/ 578317 h 1282256"/>
              <a:gd name="connsiteX101" fmla="*/ 723890 w 937061"/>
              <a:gd name="connsiteY101" fmla="*/ 565605 h 1282256"/>
              <a:gd name="connsiteX102" fmla="*/ 694098 w 937061"/>
              <a:gd name="connsiteY102" fmla="*/ 523444 h 1282256"/>
              <a:gd name="connsiteX103" fmla="*/ 690243 w 937061"/>
              <a:gd name="connsiteY103" fmla="*/ 515805 h 1282256"/>
              <a:gd name="connsiteX104" fmla="*/ 698774 w 937061"/>
              <a:gd name="connsiteY104" fmla="*/ 485914 h 1282256"/>
              <a:gd name="connsiteX105" fmla="*/ 755797 w 937061"/>
              <a:gd name="connsiteY105" fmla="*/ 452765 h 1282256"/>
              <a:gd name="connsiteX106" fmla="*/ 802978 w 937061"/>
              <a:gd name="connsiteY106" fmla="*/ 455658 h 1282256"/>
              <a:gd name="connsiteX107" fmla="*/ 792796 w 937061"/>
              <a:gd name="connsiteY107" fmla="*/ 434725 h 1282256"/>
              <a:gd name="connsiteX108" fmla="*/ 828778 w 937061"/>
              <a:gd name="connsiteY108" fmla="*/ 368188 h 1282256"/>
              <a:gd name="connsiteX109" fmla="*/ 80732 w 937061"/>
              <a:gd name="connsiteY109" fmla="*/ 236718 h 1282256"/>
              <a:gd name="connsiteX110" fmla="*/ 85733 w 937061"/>
              <a:gd name="connsiteY110" fmla="*/ 243941 h 1282256"/>
              <a:gd name="connsiteX111" fmla="*/ 165483 w 937061"/>
              <a:gd name="connsiteY111" fmla="*/ 295204 h 1282256"/>
              <a:gd name="connsiteX112" fmla="*/ 199590 w 937061"/>
              <a:gd name="connsiteY112" fmla="*/ 324345 h 1282256"/>
              <a:gd name="connsiteX113" fmla="*/ 183395 w 937061"/>
              <a:gd name="connsiteY113" fmla="*/ 381115 h 1282256"/>
              <a:gd name="connsiteX114" fmla="*/ 167577 w 937061"/>
              <a:gd name="connsiteY114" fmla="*/ 388113 h 1282256"/>
              <a:gd name="connsiteX115" fmla="*/ 179565 w 937061"/>
              <a:gd name="connsiteY115" fmla="*/ 401175 h 1282256"/>
              <a:gd name="connsiteX116" fmla="*/ 179992 w 937061"/>
              <a:gd name="connsiteY116" fmla="*/ 449781 h 1282256"/>
              <a:gd name="connsiteX117" fmla="*/ 108044 w 937061"/>
              <a:gd name="connsiteY117" fmla="*/ 482632 h 1282256"/>
              <a:gd name="connsiteX118" fmla="*/ 27201 w 937061"/>
              <a:gd name="connsiteY118" fmla="*/ 505923 h 1282256"/>
              <a:gd name="connsiteX119" fmla="*/ 570 w 937061"/>
              <a:gd name="connsiteY119" fmla="*/ 441177 h 1282256"/>
              <a:gd name="connsiteX120" fmla="*/ 70413 w 937061"/>
              <a:gd name="connsiteY120" fmla="*/ 361661 h 1282256"/>
              <a:gd name="connsiteX121" fmla="*/ 65724 w 937061"/>
              <a:gd name="connsiteY121" fmla="*/ 357231 h 1282256"/>
              <a:gd name="connsiteX122" fmla="*/ 36050 w 937061"/>
              <a:gd name="connsiteY122" fmla="*/ 293659 h 1282256"/>
              <a:gd name="connsiteX123" fmla="*/ 80732 w 937061"/>
              <a:gd name="connsiteY123" fmla="*/ 236718 h 1282256"/>
              <a:gd name="connsiteX124" fmla="*/ 734063 w 937061"/>
              <a:gd name="connsiteY124" fmla="*/ 115786 h 1282256"/>
              <a:gd name="connsiteX125" fmla="*/ 800039 w 937061"/>
              <a:gd name="connsiteY125" fmla="*/ 168575 h 1282256"/>
              <a:gd name="connsiteX126" fmla="*/ 790133 w 937061"/>
              <a:gd name="connsiteY126" fmla="*/ 225202 h 1282256"/>
              <a:gd name="connsiteX127" fmla="*/ 788636 w 937061"/>
              <a:gd name="connsiteY127" fmla="*/ 228126 h 1282256"/>
              <a:gd name="connsiteX128" fmla="*/ 788782 w 937061"/>
              <a:gd name="connsiteY128" fmla="*/ 228914 h 1282256"/>
              <a:gd name="connsiteX129" fmla="*/ 879477 w 937061"/>
              <a:gd name="connsiteY129" fmla="*/ 273265 h 1282256"/>
              <a:gd name="connsiteX130" fmla="*/ 880462 w 937061"/>
              <a:gd name="connsiteY130" fmla="*/ 348046 h 1282256"/>
              <a:gd name="connsiteX131" fmla="*/ 875371 w 937061"/>
              <a:gd name="connsiteY131" fmla="*/ 346949 h 1282256"/>
              <a:gd name="connsiteX132" fmla="*/ 802289 w 937061"/>
              <a:gd name="connsiteY132" fmla="*/ 352714 h 1282256"/>
              <a:gd name="connsiteX133" fmla="*/ 731227 w 937061"/>
              <a:gd name="connsiteY133" fmla="*/ 357290 h 1282256"/>
              <a:gd name="connsiteX134" fmla="*/ 699035 w 937061"/>
              <a:gd name="connsiteY134" fmla="*/ 320868 h 1282256"/>
              <a:gd name="connsiteX135" fmla="*/ 705546 w 937061"/>
              <a:gd name="connsiteY135" fmla="*/ 292165 h 1282256"/>
              <a:gd name="connsiteX136" fmla="*/ 707611 w 937061"/>
              <a:gd name="connsiteY136" fmla="*/ 287913 h 1282256"/>
              <a:gd name="connsiteX137" fmla="*/ 691898 w 937061"/>
              <a:gd name="connsiteY137" fmla="*/ 287761 h 1282256"/>
              <a:gd name="connsiteX138" fmla="*/ 656836 w 937061"/>
              <a:gd name="connsiteY138" fmla="*/ 256759 h 1282256"/>
              <a:gd name="connsiteX139" fmla="*/ 657076 w 937061"/>
              <a:gd name="connsiteY139" fmla="*/ 221678 h 1282256"/>
              <a:gd name="connsiteX140" fmla="*/ 672162 w 937061"/>
              <a:gd name="connsiteY140" fmla="*/ 203002 h 1282256"/>
              <a:gd name="connsiteX141" fmla="*/ 732996 w 937061"/>
              <a:gd name="connsiteY141" fmla="*/ 118834 h 1282256"/>
              <a:gd name="connsiteX142" fmla="*/ 734063 w 937061"/>
              <a:gd name="connsiteY142" fmla="*/ 115786 h 1282256"/>
              <a:gd name="connsiteX143" fmla="*/ 234805 w 937061"/>
              <a:gd name="connsiteY143" fmla="*/ 54681 h 1282256"/>
              <a:gd name="connsiteX144" fmla="*/ 265378 w 937061"/>
              <a:gd name="connsiteY144" fmla="*/ 49820 h 1282256"/>
              <a:gd name="connsiteX145" fmla="*/ 314937 w 937061"/>
              <a:gd name="connsiteY145" fmla="*/ 75496 h 1282256"/>
              <a:gd name="connsiteX146" fmla="*/ 345601 w 937061"/>
              <a:gd name="connsiteY146" fmla="*/ 197347 h 1282256"/>
              <a:gd name="connsiteX147" fmla="*/ 334083 w 937061"/>
              <a:gd name="connsiteY147" fmla="*/ 235327 h 1282256"/>
              <a:gd name="connsiteX148" fmla="*/ 353353 w 937061"/>
              <a:gd name="connsiteY148" fmla="*/ 413468 h 1282256"/>
              <a:gd name="connsiteX149" fmla="*/ 418223 w 937061"/>
              <a:gd name="connsiteY149" fmla="*/ 498850 h 1282256"/>
              <a:gd name="connsiteX150" fmla="*/ 414075 w 937061"/>
              <a:gd name="connsiteY150" fmla="*/ 570097 h 1282256"/>
              <a:gd name="connsiteX151" fmla="*/ 374791 w 937061"/>
              <a:gd name="connsiteY151" fmla="*/ 572468 h 1282256"/>
              <a:gd name="connsiteX152" fmla="*/ 347212 w 937061"/>
              <a:gd name="connsiteY152" fmla="*/ 583064 h 1282256"/>
              <a:gd name="connsiteX153" fmla="*/ 340945 w 937061"/>
              <a:gd name="connsiteY153" fmla="*/ 584425 h 1282256"/>
              <a:gd name="connsiteX154" fmla="*/ 286621 w 937061"/>
              <a:gd name="connsiteY154" fmla="*/ 583668 h 1282256"/>
              <a:gd name="connsiteX155" fmla="*/ 233948 w 937061"/>
              <a:gd name="connsiteY155" fmla="*/ 534531 h 1282256"/>
              <a:gd name="connsiteX156" fmla="*/ 162779 w 937061"/>
              <a:gd name="connsiteY156" fmla="*/ 538517 h 1282256"/>
              <a:gd name="connsiteX157" fmla="*/ 146371 w 937061"/>
              <a:gd name="connsiteY157" fmla="*/ 502641 h 1282256"/>
              <a:gd name="connsiteX158" fmla="*/ 196829 w 937061"/>
              <a:gd name="connsiteY158" fmla="*/ 467040 h 1282256"/>
              <a:gd name="connsiteX159" fmla="*/ 291634 w 937061"/>
              <a:gd name="connsiteY159" fmla="*/ 464187 h 1282256"/>
              <a:gd name="connsiteX160" fmla="*/ 339848 w 937061"/>
              <a:gd name="connsiteY160" fmla="*/ 495814 h 1282256"/>
              <a:gd name="connsiteX161" fmla="*/ 344709 w 937061"/>
              <a:gd name="connsiteY161" fmla="*/ 472509 h 1282256"/>
              <a:gd name="connsiteX162" fmla="*/ 302160 w 937061"/>
              <a:gd name="connsiteY162" fmla="*/ 429650 h 1282256"/>
              <a:gd name="connsiteX163" fmla="*/ 317151 w 937061"/>
              <a:gd name="connsiteY163" fmla="*/ 371880 h 1282256"/>
              <a:gd name="connsiteX164" fmla="*/ 300153 w 937061"/>
              <a:gd name="connsiteY164" fmla="*/ 354855 h 1282256"/>
              <a:gd name="connsiteX165" fmla="*/ 275979 w 937061"/>
              <a:gd name="connsiteY165" fmla="*/ 409229 h 1282256"/>
              <a:gd name="connsiteX166" fmla="*/ 278835 w 937061"/>
              <a:gd name="connsiteY166" fmla="*/ 436812 h 1282256"/>
              <a:gd name="connsiteX167" fmla="*/ 277330 w 937061"/>
              <a:gd name="connsiteY167" fmla="*/ 442997 h 1282256"/>
              <a:gd name="connsiteX168" fmla="*/ 211427 w 937061"/>
              <a:gd name="connsiteY168" fmla="*/ 446824 h 1282256"/>
              <a:gd name="connsiteX169" fmla="*/ 209401 w 937061"/>
              <a:gd name="connsiteY169" fmla="*/ 440273 h 1282256"/>
              <a:gd name="connsiteX170" fmla="*/ 206434 w 937061"/>
              <a:gd name="connsiteY170" fmla="*/ 398858 h 1282256"/>
              <a:gd name="connsiteX171" fmla="*/ 207223 w 937061"/>
              <a:gd name="connsiteY171" fmla="*/ 393213 h 1282256"/>
              <a:gd name="connsiteX172" fmla="*/ 213263 w 937061"/>
              <a:gd name="connsiteY172" fmla="*/ 300227 h 1282256"/>
              <a:gd name="connsiteX173" fmla="*/ 210849 w 937061"/>
              <a:gd name="connsiteY173" fmla="*/ 295987 h 1282256"/>
              <a:gd name="connsiteX174" fmla="*/ 230359 w 937061"/>
              <a:gd name="connsiteY174" fmla="*/ 289124 h 1282256"/>
              <a:gd name="connsiteX175" fmla="*/ 278448 w 937061"/>
              <a:gd name="connsiteY175" fmla="*/ 208737 h 1282256"/>
              <a:gd name="connsiteX176" fmla="*/ 283559 w 937061"/>
              <a:gd name="connsiteY176" fmla="*/ 197812 h 1282256"/>
              <a:gd name="connsiteX177" fmla="*/ 314933 w 937061"/>
              <a:gd name="connsiteY177" fmla="*/ 142718 h 1282256"/>
              <a:gd name="connsiteX178" fmla="*/ 291729 w 937061"/>
              <a:gd name="connsiteY178" fmla="*/ 141710 h 1282256"/>
              <a:gd name="connsiteX179" fmla="*/ 204653 w 937061"/>
              <a:gd name="connsiteY179" fmla="*/ 172059 h 1282256"/>
              <a:gd name="connsiteX180" fmla="*/ 190282 w 937061"/>
              <a:gd name="connsiteY180" fmla="*/ 190196 h 1282256"/>
              <a:gd name="connsiteX181" fmla="*/ 254302 w 937061"/>
              <a:gd name="connsiteY181" fmla="*/ 210348 h 1282256"/>
              <a:gd name="connsiteX182" fmla="*/ 206445 w 937061"/>
              <a:gd name="connsiteY182" fmla="*/ 272154 h 1282256"/>
              <a:gd name="connsiteX183" fmla="*/ 114462 w 937061"/>
              <a:gd name="connsiteY183" fmla="*/ 240670 h 1282256"/>
              <a:gd name="connsiteX184" fmla="*/ 120246 w 937061"/>
              <a:gd name="connsiteY184" fmla="*/ 146306 h 1282256"/>
              <a:gd name="connsiteX185" fmla="*/ 159117 w 937061"/>
              <a:gd name="connsiteY185" fmla="*/ 137290 h 1282256"/>
              <a:gd name="connsiteX186" fmla="*/ 166880 w 937061"/>
              <a:gd name="connsiteY186" fmla="*/ 133004 h 1282256"/>
              <a:gd name="connsiteX187" fmla="*/ 208914 w 937061"/>
              <a:gd name="connsiteY187" fmla="*/ 71662 h 1282256"/>
              <a:gd name="connsiteX188" fmla="*/ 234805 w 937061"/>
              <a:gd name="connsiteY188" fmla="*/ 54681 h 1282256"/>
              <a:gd name="connsiteX189" fmla="*/ 518054 w 937061"/>
              <a:gd name="connsiteY189" fmla="*/ 685 h 1282256"/>
              <a:gd name="connsiteX190" fmla="*/ 567481 w 937061"/>
              <a:gd name="connsiteY190" fmla="*/ 11310 h 1282256"/>
              <a:gd name="connsiteX191" fmla="*/ 617166 w 937061"/>
              <a:gd name="connsiteY191" fmla="*/ 49796 h 1282256"/>
              <a:gd name="connsiteX192" fmla="*/ 624803 w 937061"/>
              <a:gd name="connsiteY192" fmla="*/ 51439 h 1282256"/>
              <a:gd name="connsiteX193" fmla="*/ 685335 w 937061"/>
              <a:gd name="connsiteY193" fmla="*/ 54921 h 1282256"/>
              <a:gd name="connsiteX194" fmla="*/ 709531 w 937061"/>
              <a:gd name="connsiteY194" fmla="*/ 114208 h 1282256"/>
              <a:gd name="connsiteX195" fmla="*/ 661812 w 937061"/>
              <a:gd name="connsiteY195" fmla="*/ 180063 h 1282256"/>
              <a:gd name="connsiteX196" fmla="*/ 610202 w 937061"/>
              <a:gd name="connsiteY196" fmla="*/ 195099 h 1282256"/>
              <a:gd name="connsiteX197" fmla="*/ 562692 w 937061"/>
              <a:gd name="connsiteY197" fmla="*/ 152954 h 1282256"/>
              <a:gd name="connsiteX198" fmla="*/ 615624 w 937061"/>
              <a:gd name="connsiteY198" fmla="*/ 112005 h 1282256"/>
              <a:gd name="connsiteX199" fmla="*/ 594985 w 937061"/>
              <a:gd name="connsiteY199" fmla="*/ 99523 h 1282256"/>
              <a:gd name="connsiteX200" fmla="*/ 549403 w 937061"/>
              <a:gd name="connsiteY200" fmla="*/ 129539 h 1282256"/>
              <a:gd name="connsiteX201" fmla="*/ 503638 w 937061"/>
              <a:gd name="connsiteY201" fmla="*/ 102348 h 1282256"/>
              <a:gd name="connsiteX202" fmla="*/ 481968 w 937061"/>
              <a:gd name="connsiteY202" fmla="*/ 111852 h 1282256"/>
              <a:gd name="connsiteX203" fmla="*/ 529275 w 937061"/>
              <a:gd name="connsiteY203" fmla="*/ 151795 h 1282256"/>
              <a:gd name="connsiteX204" fmla="*/ 540380 w 937061"/>
              <a:gd name="connsiteY204" fmla="*/ 163391 h 1282256"/>
              <a:gd name="connsiteX205" fmla="*/ 586552 w 937061"/>
              <a:gd name="connsiteY205" fmla="*/ 213729 h 1282256"/>
              <a:gd name="connsiteX206" fmla="*/ 633128 w 937061"/>
              <a:gd name="connsiteY206" fmla="*/ 217751 h 1282256"/>
              <a:gd name="connsiteX207" fmla="*/ 631375 w 937061"/>
              <a:gd name="connsiteY207" fmla="*/ 243538 h 1282256"/>
              <a:gd name="connsiteX208" fmla="*/ 670400 w 937061"/>
              <a:gd name="connsiteY208" fmla="*/ 307011 h 1282256"/>
              <a:gd name="connsiteX209" fmla="*/ 674359 w 937061"/>
              <a:gd name="connsiteY209" fmla="*/ 313002 h 1282256"/>
              <a:gd name="connsiteX210" fmla="*/ 686366 w 937061"/>
              <a:gd name="connsiteY210" fmla="*/ 351523 h 1282256"/>
              <a:gd name="connsiteX211" fmla="*/ 686786 w 937061"/>
              <a:gd name="connsiteY211" fmla="*/ 360408 h 1282256"/>
              <a:gd name="connsiteX212" fmla="*/ 624276 w 937061"/>
              <a:gd name="connsiteY212" fmla="*/ 379293 h 1282256"/>
              <a:gd name="connsiteX213" fmla="*/ 620186 w 937061"/>
              <a:gd name="connsiteY213" fmla="*/ 371494 h 1282256"/>
              <a:gd name="connsiteX214" fmla="*/ 577039 w 937061"/>
              <a:gd name="connsiteY214" fmla="*/ 307763 h 1282256"/>
              <a:gd name="connsiteX215" fmla="*/ 571263 w 937061"/>
              <a:gd name="connsiteY215" fmla="*/ 305164 h 1282256"/>
              <a:gd name="connsiteX216" fmla="*/ 561472 w 937061"/>
              <a:gd name="connsiteY216" fmla="*/ 327139 h 1282256"/>
              <a:gd name="connsiteX217" fmla="*/ 596193 w 937061"/>
              <a:gd name="connsiteY217" fmla="*/ 376131 h 1282256"/>
              <a:gd name="connsiteX218" fmla="*/ 571697 w 937061"/>
              <a:gd name="connsiteY218" fmla="*/ 430972 h 1282256"/>
              <a:gd name="connsiteX219" fmla="*/ 584565 w 937061"/>
              <a:gd name="connsiteY219" fmla="*/ 451001 h 1282256"/>
              <a:gd name="connsiteX220" fmla="*/ 618292 w 937061"/>
              <a:gd name="connsiteY220" fmla="*/ 404232 h 1282256"/>
              <a:gd name="connsiteX221" fmla="*/ 707017 w 937061"/>
              <a:gd name="connsiteY221" fmla="*/ 373985 h 1282256"/>
              <a:gd name="connsiteX222" fmla="*/ 737381 w 937061"/>
              <a:gd name="connsiteY222" fmla="*/ 385077 h 1282256"/>
              <a:gd name="connsiteX223" fmla="*/ 767814 w 937061"/>
              <a:gd name="connsiteY223" fmla="*/ 388823 h 1282256"/>
              <a:gd name="connsiteX224" fmla="*/ 765487 w 937061"/>
              <a:gd name="connsiteY224" fmla="*/ 426939 h 1282256"/>
              <a:gd name="connsiteX225" fmla="*/ 665711 w 937061"/>
              <a:gd name="connsiteY225" fmla="*/ 514227 h 1282256"/>
              <a:gd name="connsiteX226" fmla="*/ 615799 w 937061"/>
              <a:gd name="connsiteY226" fmla="*/ 534043 h 1282256"/>
              <a:gd name="connsiteX227" fmla="*/ 611378 w 937061"/>
              <a:gd name="connsiteY227" fmla="*/ 535471 h 1282256"/>
              <a:gd name="connsiteX228" fmla="*/ 545354 w 937061"/>
              <a:gd name="connsiteY228" fmla="*/ 547467 h 1282256"/>
              <a:gd name="connsiteX229" fmla="*/ 543618 w 937061"/>
              <a:gd name="connsiteY229" fmla="*/ 547992 h 1282256"/>
              <a:gd name="connsiteX230" fmla="*/ 543114 w 937061"/>
              <a:gd name="connsiteY230" fmla="*/ 378809 h 1282256"/>
              <a:gd name="connsiteX231" fmla="*/ 481297 w 937061"/>
              <a:gd name="connsiteY231" fmla="*/ 302233 h 1282256"/>
              <a:gd name="connsiteX232" fmla="*/ 497521 w 937061"/>
              <a:gd name="connsiteY232" fmla="*/ 205940 h 1282256"/>
              <a:gd name="connsiteX233" fmla="*/ 471375 w 937061"/>
              <a:gd name="connsiteY233" fmla="*/ 172476 h 1282256"/>
              <a:gd name="connsiteX234" fmla="*/ 460261 w 937061"/>
              <a:gd name="connsiteY234" fmla="*/ 46197 h 1282256"/>
              <a:gd name="connsiteX235" fmla="*/ 518054 w 937061"/>
              <a:gd name="connsiteY235" fmla="*/ 685 h 128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937061" h="1282256">
                <a:moveTo>
                  <a:pt x="72231" y="508194"/>
                </a:moveTo>
                <a:cubicBezTo>
                  <a:pt x="110176" y="495275"/>
                  <a:pt x="141455" y="519031"/>
                  <a:pt x="139689" y="559080"/>
                </a:cubicBezTo>
                <a:cubicBezTo>
                  <a:pt x="139351" y="566068"/>
                  <a:pt x="138225" y="573202"/>
                  <a:pt x="137581" y="579636"/>
                </a:cubicBezTo>
                <a:cubicBezTo>
                  <a:pt x="149335" y="573797"/>
                  <a:pt x="161104" y="566938"/>
                  <a:pt x="173595" y="561778"/>
                </a:cubicBezTo>
                <a:cubicBezTo>
                  <a:pt x="194067" y="553512"/>
                  <a:pt x="215165" y="550836"/>
                  <a:pt x="235622" y="562333"/>
                </a:cubicBezTo>
                <a:cubicBezTo>
                  <a:pt x="249692" y="570123"/>
                  <a:pt x="258507" y="582549"/>
                  <a:pt x="265212" y="596791"/>
                </a:cubicBezTo>
                <a:cubicBezTo>
                  <a:pt x="265897" y="598294"/>
                  <a:pt x="265188" y="601073"/>
                  <a:pt x="264188" y="602277"/>
                </a:cubicBezTo>
                <a:cubicBezTo>
                  <a:pt x="251373" y="618904"/>
                  <a:pt x="247251" y="637387"/>
                  <a:pt x="251467" y="657997"/>
                </a:cubicBezTo>
                <a:cubicBezTo>
                  <a:pt x="251904" y="660360"/>
                  <a:pt x="250479" y="663679"/>
                  <a:pt x="248802" y="665620"/>
                </a:cubicBezTo>
                <a:cubicBezTo>
                  <a:pt x="232301" y="684354"/>
                  <a:pt x="223028" y="705826"/>
                  <a:pt x="226702" y="731221"/>
                </a:cubicBezTo>
                <a:cubicBezTo>
                  <a:pt x="231605" y="766574"/>
                  <a:pt x="256814" y="791656"/>
                  <a:pt x="292287" y="797322"/>
                </a:cubicBezTo>
                <a:cubicBezTo>
                  <a:pt x="300478" y="798661"/>
                  <a:pt x="309043" y="798708"/>
                  <a:pt x="318540" y="799397"/>
                </a:cubicBezTo>
                <a:cubicBezTo>
                  <a:pt x="330434" y="829589"/>
                  <a:pt x="353581" y="847922"/>
                  <a:pt x="386587" y="855674"/>
                </a:cubicBezTo>
                <a:cubicBezTo>
                  <a:pt x="388158" y="847643"/>
                  <a:pt x="389605" y="840043"/>
                  <a:pt x="391213" y="832209"/>
                </a:cubicBezTo>
                <a:cubicBezTo>
                  <a:pt x="363044" y="824173"/>
                  <a:pt x="342646" y="808591"/>
                  <a:pt x="339010" y="777893"/>
                </a:cubicBezTo>
                <a:cubicBezTo>
                  <a:pt x="336531" y="756758"/>
                  <a:pt x="346844" y="742020"/>
                  <a:pt x="374294" y="724114"/>
                </a:cubicBezTo>
                <a:cubicBezTo>
                  <a:pt x="371371" y="717117"/>
                  <a:pt x="368449" y="710120"/>
                  <a:pt x="365526" y="703124"/>
                </a:cubicBezTo>
                <a:cubicBezTo>
                  <a:pt x="339298" y="710007"/>
                  <a:pt x="321614" y="734460"/>
                  <a:pt x="314275" y="774111"/>
                </a:cubicBezTo>
                <a:cubicBezTo>
                  <a:pt x="290368" y="778122"/>
                  <a:pt x="265358" y="766244"/>
                  <a:pt x="255752" y="746224"/>
                </a:cubicBezTo>
                <a:cubicBezTo>
                  <a:pt x="248361" y="730477"/>
                  <a:pt x="249498" y="714583"/>
                  <a:pt x="257804" y="700011"/>
                </a:cubicBezTo>
                <a:cubicBezTo>
                  <a:pt x="263879" y="687685"/>
                  <a:pt x="272863" y="677876"/>
                  <a:pt x="281358" y="666529"/>
                </a:cubicBezTo>
                <a:cubicBezTo>
                  <a:pt x="279908" y="660889"/>
                  <a:pt x="277416" y="654017"/>
                  <a:pt x="276069" y="646729"/>
                </a:cubicBezTo>
                <a:cubicBezTo>
                  <a:pt x="271404" y="619276"/>
                  <a:pt x="288248" y="601294"/>
                  <a:pt x="315725" y="605586"/>
                </a:cubicBezTo>
                <a:cubicBezTo>
                  <a:pt x="326623" y="607240"/>
                  <a:pt x="337119" y="612225"/>
                  <a:pt x="348811" y="615972"/>
                </a:cubicBezTo>
                <a:cubicBezTo>
                  <a:pt x="350168" y="614499"/>
                  <a:pt x="352920" y="611750"/>
                  <a:pt x="355707" y="609198"/>
                </a:cubicBezTo>
                <a:cubicBezTo>
                  <a:pt x="375418" y="591297"/>
                  <a:pt x="401497" y="589125"/>
                  <a:pt x="423989" y="603914"/>
                </a:cubicBezTo>
                <a:cubicBezTo>
                  <a:pt x="446911" y="618826"/>
                  <a:pt x="458728" y="640883"/>
                  <a:pt x="462978" y="667189"/>
                </a:cubicBezTo>
                <a:cubicBezTo>
                  <a:pt x="467140" y="694123"/>
                  <a:pt x="460690" y="718741"/>
                  <a:pt x="447498" y="742160"/>
                </a:cubicBezTo>
                <a:cubicBezTo>
                  <a:pt x="446251" y="744224"/>
                  <a:pt x="445200" y="746252"/>
                  <a:pt x="444272" y="747849"/>
                </a:cubicBezTo>
                <a:cubicBezTo>
                  <a:pt x="452753" y="756263"/>
                  <a:pt x="461679" y="763780"/>
                  <a:pt x="468977" y="772413"/>
                </a:cubicBezTo>
                <a:cubicBezTo>
                  <a:pt x="491574" y="798793"/>
                  <a:pt x="503038" y="828859"/>
                  <a:pt x="495847" y="863799"/>
                </a:cubicBezTo>
                <a:cubicBezTo>
                  <a:pt x="489963" y="892589"/>
                  <a:pt x="473198" y="913206"/>
                  <a:pt x="444271" y="922014"/>
                </a:cubicBezTo>
                <a:lnTo>
                  <a:pt x="431747" y="921551"/>
                </a:lnTo>
                <a:lnTo>
                  <a:pt x="442410" y="937592"/>
                </a:lnTo>
                <a:cubicBezTo>
                  <a:pt x="487480" y="1016676"/>
                  <a:pt x="529845" y="1122313"/>
                  <a:pt x="543619" y="1186492"/>
                </a:cubicBezTo>
                <a:cubicBezTo>
                  <a:pt x="550598" y="1215224"/>
                  <a:pt x="555819" y="1248481"/>
                  <a:pt x="566594" y="1273228"/>
                </a:cubicBezTo>
                <a:lnTo>
                  <a:pt x="531195" y="1282256"/>
                </a:lnTo>
                <a:cubicBezTo>
                  <a:pt x="524459" y="1249229"/>
                  <a:pt x="517723" y="1216203"/>
                  <a:pt x="510987" y="1183176"/>
                </a:cubicBezTo>
                <a:cubicBezTo>
                  <a:pt x="491057" y="1106410"/>
                  <a:pt x="461690" y="1033323"/>
                  <a:pt x="419465" y="965735"/>
                </a:cubicBezTo>
                <a:lnTo>
                  <a:pt x="380666" y="911088"/>
                </a:lnTo>
                <a:lnTo>
                  <a:pt x="370913" y="906441"/>
                </a:lnTo>
                <a:cubicBezTo>
                  <a:pt x="367054" y="904302"/>
                  <a:pt x="364509" y="903754"/>
                  <a:pt x="360466" y="906130"/>
                </a:cubicBezTo>
                <a:cubicBezTo>
                  <a:pt x="346392" y="914842"/>
                  <a:pt x="331143" y="920512"/>
                  <a:pt x="314518" y="920936"/>
                </a:cubicBezTo>
                <a:cubicBezTo>
                  <a:pt x="287950" y="921567"/>
                  <a:pt x="267107" y="906882"/>
                  <a:pt x="256927" y="880449"/>
                </a:cubicBezTo>
                <a:cubicBezTo>
                  <a:pt x="252918" y="869783"/>
                  <a:pt x="251397" y="858249"/>
                  <a:pt x="248732" y="847130"/>
                </a:cubicBezTo>
                <a:cubicBezTo>
                  <a:pt x="248098" y="844804"/>
                  <a:pt x="248092" y="842563"/>
                  <a:pt x="247889" y="840361"/>
                </a:cubicBezTo>
                <a:cubicBezTo>
                  <a:pt x="238455" y="843325"/>
                  <a:pt x="229525" y="846809"/>
                  <a:pt x="220304" y="848717"/>
                </a:cubicBezTo>
                <a:cubicBezTo>
                  <a:pt x="180981" y="856390"/>
                  <a:pt x="146339" y="834274"/>
                  <a:pt x="136302" y="795389"/>
                </a:cubicBezTo>
                <a:cubicBezTo>
                  <a:pt x="134291" y="787816"/>
                  <a:pt x="132872" y="780134"/>
                  <a:pt x="132240" y="772306"/>
                </a:cubicBezTo>
                <a:cubicBezTo>
                  <a:pt x="131484" y="764909"/>
                  <a:pt x="131910" y="757293"/>
                  <a:pt x="132030" y="749123"/>
                </a:cubicBezTo>
                <a:cubicBezTo>
                  <a:pt x="127799" y="748275"/>
                  <a:pt x="123408" y="747660"/>
                  <a:pt x="118944" y="746653"/>
                </a:cubicBezTo>
                <a:cubicBezTo>
                  <a:pt x="74070" y="736407"/>
                  <a:pt x="44624" y="708238"/>
                  <a:pt x="28110" y="666272"/>
                </a:cubicBezTo>
                <a:cubicBezTo>
                  <a:pt x="15910" y="635527"/>
                  <a:pt x="10210" y="603580"/>
                  <a:pt x="18430" y="570895"/>
                </a:cubicBezTo>
                <a:cubicBezTo>
                  <a:pt x="25779" y="541222"/>
                  <a:pt x="42144" y="518440"/>
                  <a:pt x="72231" y="508194"/>
                </a:cubicBezTo>
                <a:close/>
                <a:moveTo>
                  <a:pt x="828778" y="368188"/>
                </a:moveTo>
                <a:cubicBezTo>
                  <a:pt x="858645" y="362262"/>
                  <a:pt x="883627" y="370681"/>
                  <a:pt x="903402" y="393916"/>
                </a:cubicBezTo>
                <a:cubicBezTo>
                  <a:pt x="939823" y="436686"/>
                  <a:pt x="947900" y="510155"/>
                  <a:pt x="921670" y="560021"/>
                </a:cubicBezTo>
                <a:cubicBezTo>
                  <a:pt x="910516" y="581230"/>
                  <a:pt x="894205" y="597688"/>
                  <a:pt x="873673" y="610037"/>
                </a:cubicBezTo>
                <a:cubicBezTo>
                  <a:pt x="872564" y="610650"/>
                  <a:pt x="871455" y="611263"/>
                  <a:pt x="870382" y="612071"/>
                </a:cubicBezTo>
                <a:cubicBezTo>
                  <a:pt x="874134" y="626859"/>
                  <a:pt x="879155" y="640802"/>
                  <a:pt x="881183" y="655093"/>
                </a:cubicBezTo>
                <a:cubicBezTo>
                  <a:pt x="888104" y="700259"/>
                  <a:pt x="856642" y="737240"/>
                  <a:pt x="811085" y="738732"/>
                </a:cubicBezTo>
                <a:cubicBezTo>
                  <a:pt x="805423" y="738963"/>
                  <a:pt x="799923" y="738961"/>
                  <a:pt x="793636" y="739105"/>
                </a:cubicBezTo>
                <a:cubicBezTo>
                  <a:pt x="795456" y="748953"/>
                  <a:pt x="797633" y="758532"/>
                  <a:pt x="799023" y="768256"/>
                </a:cubicBezTo>
                <a:cubicBezTo>
                  <a:pt x="800761" y="780973"/>
                  <a:pt x="799166" y="793286"/>
                  <a:pt x="794668" y="805320"/>
                </a:cubicBezTo>
                <a:cubicBezTo>
                  <a:pt x="785846" y="828135"/>
                  <a:pt x="763672" y="842622"/>
                  <a:pt x="736637" y="842933"/>
                </a:cubicBezTo>
                <a:cubicBezTo>
                  <a:pt x="728307" y="843046"/>
                  <a:pt x="719830" y="842371"/>
                  <a:pt x="711441" y="841070"/>
                </a:cubicBezTo>
                <a:cubicBezTo>
                  <a:pt x="707480" y="840580"/>
                  <a:pt x="705153" y="841213"/>
                  <a:pt x="702708" y="844516"/>
                </a:cubicBezTo>
                <a:cubicBezTo>
                  <a:pt x="696891" y="852721"/>
                  <a:pt x="690436" y="860229"/>
                  <a:pt x="683025" y="866563"/>
                </a:cubicBezTo>
                <a:lnTo>
                  <a:pt x="657843" y="881435"/>
                </a:lnTo>
                <a:lnTo>
                  <a:pt x="694319" y="1016214"/>
                </a:lnTo>
                <a:cubicBezTo>
                  <a:pt x="705217" y="1069419"/>
                  <a:pt x="712131" y="1119734"/>
                  <a:pt x="713201" y="1156998"/>
                </a:cubicBezTo>
                <a:cubicBezTo>
                  <a:pt x="715065" y="1190532"/>
                  <a:pt x="714032" y="1228757"/>
                  <a:pt x="720960" y="1258622"/>
                </a:cubicBezTo>
                <a:lnTo>
                  <a:pt x="679557" y="1261399"/>
                </a:lnTo>
                <a:cubicBezTo>
                  <a:pt x="678850" y="1223119"/>
                  <a:pt x="678143" y="1184840"/>
                  <a:pt x="677437" y="1146560"/>
                </a:cubicBezTo>
                <a:cubicBezTo>
                  <a:pt x="674228" y="1101631"/>
                  <a:pt x="668194" y="1057242"/>
                  <a:pt x="658812" y="1013559"/>
                </a:cubicBezTo>
                <a:lnTo>
                  <a:pt x="620096" y="884815"/>
                </a:lnTo>
                <a:lnTo>
                  <a:pt x="617487" y="885041"/>
                </a:lnTo>
                <a:cubicBezTo>
                  <a:pt x="604917" y="882194"/>
                  <a:pt x="593230" y="875442"/>
                  <a:pt x="582656" y="865072"/>
                </a:cubicBezTo>
                <a:cubicBezTo>
                  <a:pt x="556244" y="838990"/>
                  <a:pt x="550041" y="806525"/>
                  <a:pt x="558217" y="771403"/>
                </a:cubicBezTo>
                <a:cubicBezTo>
                  <a:pt x="562112" y="754999"/>
                  <a:pt x="569609" y="739354"/>
                  <a:pt x="575867" y="722513"/>
                </a:cubicBezTo>
                <a:cubicBezTo>
                  <a:pt x="571718" y="718798"/>
                  <a:pt x="565774" y="714192"/>
                  <a:pt x="560670" y="708618"/>
                </a:cubicBezTo>
                <a:cubicBezTo>
                  <a:pt x="531466" y="677348"/>
                  <a:pt x="519772" y="641620"/>
                  <a:pt x="534291" y="600031"/>
                </a:cubicBezTo>
                <a:cubicBezTo>
                  <a:pt x="540848" y="581504"/>
                  <a:pt x="552919" y="567458"/>
                  <a:pt x="572231" y="560631"/>
                </a:cubicBezTo>
                <a:cubicBezTo>
                  <a:pt x="582540" y="556892"/>
                  <a:pt x="593183" y="557167"/>
                  <a:pt x="603475" y="559950"/>
                </a:cubicBezTo>
                <a:cubicBezTo>
                  <a:pt x="609267" y="561527"/>
                  <a:pt x="614846" y="564164"/>
                  <a:pt x="618559" y="565514"/>
                </a:cubicBezTo>
                <a:cubicBezTo>
                  <a:pt x="629322" y="557618"/>
                  <a:pt x="638415" y="548400"/>
                  <a:pt x="649454" y="543101"/>
                </a:cubicBezTo>
                <a:cubicBezTo>
                  <a:pt x="672605" y="531694"/>
                  <a:pt x="692487" y="542279"/>
                  <a:pt x="697970" y="567543"/>
                </a:cubicBezTo>
                <a:cubicBezTo>
                  <a:pt x="699586" y="575189"/>
                  <a:pt x="699788" y="582892"/>
                  <a:pt x="700456" y="590917"/>
                </a:cubicBezTo>
                <a:cubicBezTo>
                  <a:pt x="706933" y="593998"/>
                  <a:pt x="713927" y="596576"/>
                  <a:pt x="720550" y="600445"/>
                </a:cubicBezTo>
                <a:cubicBezTo>
                  <a:pt x="735858" y="609431"/>
                  <a:pt x="747467" y="621545"/>
                  <a:pt x="751604" y="639520"/>
                </a:cubicBezTo>
                <a:cubicBezTo>
                  <a:pt x="755595" y="656708"/>
                  <a:pt x="750549" y="671289"/>
                  <a:pt x="738347" y="683525"/>
                </a:cubicBezTo>
                <a:cubicBezTo>
                  <a:pt x="729932" y="692006"/>
                  <a:pt x="719754" y="697554"/>
                  <a:pt x="707956" y="700956"/>
                </a:cubicBezTo>
                <a:cubicBezTo>
                  <a:pt x="693641" y="669787"/>
                  <a:pt x="669443" y="653481"/>
                  <a:pt x="634896" y="651717"/>
                </a:cubicBezTo>
                <a:cubicBezTo>
                  <a:pt x="634543" y="659726"/>
                  <a:pt x="634350" y="667503"/>
                  <a:pt x="633997" y="675512"/>
                </a:cubicBezTo>
                <a:cubicBezTo>
                  <a:pt x="660271" y="678805"/>
                  <a:pt x="681371" y="689369"/>
                  <a:pt x="687058" y="716835"/>
                </a:cubicBezTo>
                <a:cubicBezTo>
                  <a:pt x="692854" y="744894"/>
                  <a:pt x="679387" y="765716"/>
                  <a:pt x="656986" y="782282"/>
                </a:cubicBezTo>
                <a:cubicBezTo>
                  <a:pt x="661091" y="789060"/>
                  <a:pt x="665158" y="795641"/>
                  <a:pt x="669532" y="802778"/>
                </a:cubicBezTo>
                <a:cubicBezTo>
                  <a:pt x="693852" y="786673"/>
                  <a:pt x="709290" y="765487"/>
                  <a:pt x="712109" y="736651"/>
                </a:cubicBezTo>
                <a:cubicBezTo>
                  <a:pt x="712907" y="727745"/>
                  <a:pt x="715710" y="724171"/>
                  <a:pt x="723692" y="721066"/>
                </a:cubicBezTo>
                <a:cubicBezTo>
                  <a:pt x="753809" y="708779"/>
                  <a:pt x="773689" y="687383"/>
                  <a:pt x="776459" y="653872"/>
                </a:cubicBezTo>
                <a:cubicBezTo>
                  <a:pt x="779084" y="619572"/>
                  <a:pt x="762709" y="594895"/>
                  <a:pt x="733368" y="578317"/>
                </a:cubicBezTo>
                <a:cubicBezTo>
                  <a:pt x="727912" y="575252"/>
                  <a:pt x="725127" y="572303"/>
                  <a:pt x="723890" y="565605"/>
                </a:cubicBezTo>
                <a:cubicBezTo>
                  <a:pt x="720505" y="547287"/>
                  <a:pt x="710304" y="532876"/>
                  <a:pt x="694098" y="523444"/>
                </a:cubicBezTo>
                <a:cubicBezTo>
                  <a:pt x="690671" y="521430"/>
                  <a:pt x="689446" y="519211"/>
                  <a:pt x="690243" y="515805"/>
                </a:cubicBezTo>
                <a:cubicBezTo>
                  <a:pt x="692866" y="505747"/>
                  <a:pt x="694394" y="495279"/>
                  <a:pt x="698774" y="485914"/>
                </a:cubicBezTo>
                <a:cubicBezTo>
                  <a:pt x="710120" y="462428"/>
                  <a:pt x="731075" y="453464"/>
                  <a:pt x="755797" y="452765"/>
                </a:cubicBezTo>
                <a:cubicBezTo>
                  <a:pt x="771597" y="452290"/>
                  <a:pt x="787712" y="454610"/>
                  <a:pt x="802978" y="455658"/>
                </a:cubicBezTo>
                <a:cubicBezTo>
                  <a:pt x="800042" y="449682"/>
                  <a:pt x="795827" y="442313"/>
                  <a:pt x="792796" y="434725"/>
                </a:cubicBezTo>
                <a:cubicBezTo>
                  <a:pt x="780108" y="402441"/>
                  <a:pt x="795007" y="375039"/>
                  <a:pt x="828778" y="368188"/>
                </a:cubicBezTo>
                <a:close/>
                <a:moveTo>
                  <a:pt x="80732" y="236718"/>
                </a:moveTo>
                <a:cubicBezTo>
                  <a:pt x="82386" y="239060"/>
                  <a:pt x="84041" y="241402"/>
                  <a:pt x="85733" y="243941"/>
                </a:cubicBezTo>
                <a:cubicBezTo>
                  <a:pt x="105038" y="272355"/>
                  <a:pt x="132213" y="289334"/>
                  <a:pt x="165483" y="295204"/>
                </a:cubicBezTo>
                <a:cubicBezTo>
                  <a:pt x="183391" y="298413"/>
                  <a:pt x="193256" y="308813"/>
                  <a:pt x="199590" y="324345"/>
                </a:cubicBezTo>
                <a:cubicBezTo>
                  <a:pt x="208088" y="344979"/>
                  <a:pt x="200922" y="370136"/>
                  <a:pt x="183395" y="381115"/>
                </a:cubicBezTo>
                <a:cubicBezTo>
                  <a:pt x="178799" y="383798"/>
                  <a:pt x="173231" y="385642"/>
                  <a:pt x="167577" y="388113"/>
                </a:cubicBezTo>
                <a:cubicBezTo>
                  <a:pt x="171406" y="392294"/>
                  <a:pt x="175861" y="396564"/>
                  <a:pt x="179565" y="401175"/>
                </a:cubicBezTo>
                <a:cubicBezTo>
                  <a:pt x="191398" y="416711"/>
                  <a:pt x="191808" y="434357"/>
                  <a:pt x="179992" y="449781"/>
                </a:cubicBezTo>
                <a:cubicBezTo>
                  <a:pt x="161928" y="473286"/>
                  <a:pt x="138040" y="484014"/>
                  <a:pt x="108044" y="482632"/>
                </a:cubicBezTo>
                <a:cubicBezTo>
                  <a:pt x="70199" y="480662"/>
                  <a:pt x="58475" y="484458"/>
                  <a:pt x="27201" y="505923"/>
                </a:cubicBezTo>
                <a:cubicBezTo>
                  <a:pt x="7335" y="488816"/>
                  <a:pt x="-2562" y="467219"/>
                  <a:pt x="570" y="441177"/>
                </a:cubicBezTo>
                <a:cubicBezTo>
                  <a:pt x="5466" y="399329"/>
                  <a:pt x="29111" y="372959"/>
                  <a:pt x="70413" y="361661"/>
                </a:cubicBezTo>
                <a:cubicBezTo>
                  <a:pt x="68706" y="360143"/>
                  <a:pt x="67197" y="358588"/>
                  <a:pt x="65724" y="357231"/>
                </a:cubicBezTo>
                <a:cubicBezTo>
                  <a:pt x="47471" y="340029"/>
                  <a:pt x="37055" y="318936"/>
                  <a:pt x="36050" y="293659"/>
                </a:cubicBezTo>
                <a:cubicBezTo>
                  <a:pt x="35113" y="266537"/>
                  <a:pt x="51607" y="245563"/>
                  <a:pt x="80732" y="236718"/>
                </a:cubicBezTo>
                <a:close/>
                <a:moveTo>
                  <a:pt x="734063" y="115786"/>
                </a:moveTo>
                <a:cubicBezTo>
                  <a:pt x="769312" y="112531"/>
                  <a:pt x="794903" y="133062"/>
                  <a:pt x="800039" y="168575"/>
                </a:cubicBezTo>
                <a:cubicBezTo>
                  <a:pt x="802927" y="188615"/>
                  <a:pt x="799667" y="207347"/>
                  <a:pt x="790133" y="225202"/>
                </a:cubicBezTo>
                <a:cubicBezTo>
                  <a:pt x="789688" y="226098"/>
                  <a:pt x="789279" y="227193"/>
                  <a:pt x="788636" y="228126"/>
                </a:cubicBezTo>
                <a:cubicBezTo>
                  <a:pt x="788673" y="228323"/>
                  <a:pt x="788709" y="228520"/>
                  <a:pt x="788782" y="228914"/>
                </a:cubicBezTo>
                <a:cubicBezTo>
                  <a:pt x="828453" y="224231"/>
                  <a:pt x="859115" y="239140"/>
                  <a:pt x="879477" y="273265"/>
                </a:cubicBezTo>
                <a:cubicBezTo>
                  <a:pt x="893897" y="297285"/>
                  <a:pt x="893683" y="322583"/>
                  <a:pt x="880462" y="348046"/>
                </a:cubicBezTo>
                <a:cubicBezTo>
                  <a:pt x="878741" y="347548"/>
                  <a:pt x="877093" y="347446"/>
                  <a:pt x="875371" y="346949"/>
                </a:cubicBezTo>
                <a:cubicBezTo>
                  <a:pt x="850156" y="338368"/>
                  <a:pt x="825797" y="341036"/>
                  <a:pt x="802289" y="352714"/>
                </a:cubicBezTo>
                <a:cubicBezTo>
                  <a:pt x="779174" y="364318"/>
                  <a:pt x="755458" y="366052"/>
                  <a:pt x="731227" y="357290"/>
                </a:cubicBezTo>
                <a:cubicBezTo>
                  <a:pt x="714189" y="351067"/>
                  <a:pt x="701420" y="340390"/>
                  <a:pt x="699035" y="320868"/>
                </a:cubicBezTo>
                <a:cubicBezTo>
                  <a:pt x="697732" y="310516"/>
                  <a:pt x="701091" y="301136"/>
                  <a:pt x="705546" y="292165"/>
                </a:cubicBezTo>
                <a:cubicBezTo>
                  <a:pt x="706115" y="290837"/>
                  <a:pt x="706882" y="289474"/>
                  <a:pt x="707611" y="287913"/>
                </a:cubicBezTo>
                <a:cubicBezTo>
                  <a:pt x="702111" y="287911"/>
                  <a:pt x="696917" y="288463"/>
                  <a:pt x="691898" y="287761"/>
                </a:cubicBezTo>
                <a:cubicBezTo>
                  <a:pt x="673669" y="285018"/>
                  <a:pt x="662761" y="273386"/>
                  <a:pt x="656836" y="256759"/>
                </a:cubicBezTo>
                <a:cubicBezTo>
                  <a:pt x="652880" y="245268"/>
                  <a:pt x="652504" y="233319"/>
                  <a:pt x="657076" y="221678"/>
                </a:cubicBezTo>
                <a:cubicBezTo>
                  <a:pt x="660099" y="213786"/>
                  <a:pt x="664631" y="207448"/>
                  <a:pt x="672162" y="203002"/>
                </a:cubicBezTo>
                <a:cubicBezTo>
                  <a:pt x="704464" y="183791"/>
                  <a:pt x="725615" y="156050"/>
                  <a:pt x="732996" y="118834"/>
                </a:cubicBezTo>
                <a:cubicBezTo>
                  <a:pt x="733405" y="117741"/>
                  <a:pt x="733851" y="116844"/>
                  <a:pt x="734063" y="115786"/>
                </a:cubicBezTo>
                <a:close/>
                <a:moveTo>
                  <a:pt x="234805" y="54681"/>
                </a:moveTo>
                <a:cubicBezTo>
                  <a:pt x="244119" y="50796"/>
                  <a:pt x="254214" y="48930"/>
                  <a:pt x="265378" y="49820"/>
                </a:cubicBezTo>
                <a:cubicBezTo>
                  <a:pt x="285431" y="51412"/>
                  <a:pt x="301834" y="60807"/>
                  <a:pt x="314937" y="75496"/>
                </a:cubicBezTo>
                <a:cubicBezTo>
                  <a:pt x="346284" y="110647"/>
                  <a:pt x="354358" y="152137"/>
                  <a:pt x="345601" y="197347"/>
                </a:cubicBezTo>
                <a:cubicBezTo>
                  <a:pt x="343095" y="210236"/>
                  <a:pt x="338042" y="222577"/>
                  <a:pt x="334083" y="235327"/>
                </a:cubicBezTo>
                <a:cubicBezTo>
                  <a:pt x="396552" y="283468"/>
                  <a:pt x="397932" y="358175"/>
                  <a:pt x="353353" y="413468"/>
                </a:cubicBezTo>
                <a:cubicBezTo>
                  <a:pt x="386181" y="433475"/>
                  <a:pt x="408834" y="461271"/>
                  <a:pt x="418223" y="498850"/>
                </a:cubicBezTo>
                <a:cubicBezTo>
                  <a:pt x="424422" y="523575"/>
                  <a:pt x="422771" y="547713"/>
                  <a:pt x="414075" y="570097"/>
                </a:cubicBezTo>
                <a:cubicBezTo>
                  <a:pt x="400353" y="570800"/>
                  <a:pt x="387201" y="570175"/>
                  <a:pt x="374791" y="572468"/>
                </a:cubicBezTo>
                <a:cubicBezTo>
                  <a:pt x="365336" y="574215"/>
                  <a:pt x="356339" y="579545"/>
                  <a:pt x="347212" y="583064"/>
                </a:cubicBezTo>
                <a:cubicBezTo>
                  <a:pt x="345118" y="583858"/>
                  <a:pt x="342703" y="585119"/>
                  <a:pt x="340945" y="584425"/>
                </a:cubicBezTo>
                <a:cubicBezTo>
                  <a:pt x="320158" y="576656"/>
                  <a:pt x="306706" y="577716"/>
                  <a:pt x="286621" y="583668"/>
                </a:cubicBezTo>
                <a:cubicBezTo>
                  <a:pt x="275089" y="560947"/>
                  <a:pt x="258734" y="542988"/>
                  <a:pt x="233948" y="534531"/>
                </a:cubicBezTo>
                <a:cubicBezTo>
                  <a:pt x="209361" y="526039"/>
                  <a:pt x="185309" y="529261"/>
                  <a:pt x="162779" y="538517"/>
                </a:cubicBezTo>
                <a:cubicBezTo>
                  <a:pt x="157261" y="526295"/>
                  <a:pt x="151853" y="514665"/>
                  <a:pt x="146371" y="502641"/>
                </a:cubicBezTo>
                <a:cubicBezTo>
                  <a:pt x="166223" y="496529"/>
                  <a:pt x="183874" y="485119"/>
                  <a:pt x="196829" y="467040"/>
                </a:cubicBezTo>
                <a:cubicBezTo>
                  <a:pt x="227102" y="489760"/>
                  <a:pt x="261161" y="489985"/>
                  <a:pt x="291634" y="464187"/>
                </a:cubicBezTo>
                <a:cubicBezTo>
                  <a:pt x="303898" y="479847"/>
                  <a:pt x="319250" y="491269"/>
                  <a:pt x="339848" y="495814"/>
                </a:cubicBezTo>
                <a:cubicBezTo>
                  <a:pt x="341456" y="487981"/>
                  <a:pt x="343137" y="480540"/>
                  <a:pt x="344709" y="472509"/>
                </a:cubicBezTo>
                <a:cubicBezTo>
                  <a:pt x="322528" y="466016"/>
                  <a:pt x="308439" y="451508"/>
                  <a:pt x="302160" y="429650"/>
                </a:cubicBezTo>
                <a:cubicBezTo>
                  <a:pt x="295916" y="407989"/>
                  <a:pt x="301505" y="388623"/>
                  <a:pt x="317151" y="371880"/>
                </a:cubicBezTo>
                <a:cubicBezTo>
                  <a:pt x="311383" y="366020"/>
                  <a:pt x="305921" y="360715"/>
                  <a:pt x="300153" y="354855"/>
                </a:cubicBezTo>
                <a:cubicBezTo>
                  <a:pt x="284879" y="370308"/>
                  <a:pt x="276797" y="388301"/>
                  <a:pt x="275979" y="409229"/>
                </a:cubicBezTo>
                <a:cubicBezTo>
                  <a:pt x="275646" y="418457"/>
                  <a:pt x="277948" y="427606"/>
                  <a:pt x="278835" y="436812"/>
                </a:cubicBezTo>
                <a:cubicBezTo>
                  <a:pt x="279002" y="438818"/>
                  <a:pt x="278688" y="441524"/>
                  <a:pt x="277330" y="442997"/>
                </a:cubicBezTo>
                <a:cubicBezTo>
                  <a:pt x="260099" y="463292"/>
                  <a:pt x="230451" y="464901"/>
                  <a:pt x="211427" y="446824"/>
                </a:cubicBezTo>
                <a:cubicBezTo>
                  <a:pt x="209954" y="445467"/>
                  <a:pt x="208941" y="442191"/>
                  <a:pt x="209401" y="440273"/>
                </a:cubicBezTo>
                <a:cubicBezTo>
                  <a:pt x="212477" y="426056"/>
                  <a:pt x="211775" y="412334"/>
                  <a:pt x="206434" y="398858"/>
                </a:cubicBezTo>
                <a:cubicBezTo>
                  <a:pt x="205748" y="397356"/>
                  <a:pt x="205990" y="394255"/>
                  <a:pt x="207223" y="393213"/>
                </a:cubicBezTo>
                <a:cubicBezTo>
                  <a:pt x="231524" y="370389"/>
                  <a:pt x="232881" y="331435"/>
                  <a:pt x="213263" y="300227"/>
                </a:cubicBezTo>
                <a:cubicBezTo>
                  <a:pt x="212417" y="298958"/>
                  <a:pt x="211768" y="297651"/>
                  <a:pt x="210849" y="295987"/>
                </a:cubicBezTo>
                <a:cubicBezTo>
                  <a:pt x="217525" y="293531"/>
                  <a:pt x="224114" y="291704"/>
                  <a:pt x="230359" y="289124"/>
                </a:cubicBezTo>
                <a:cubicBezTo>
                  <a:pt x="263644" y="275232"/>
                  <a:pt x="282205" y="244506"/>
                  <a:pt x="278448" y="208737"/>
                </a:cubicBezTo>
                <a:cubicBezTo>
                  <a:pt x="277932" y="203741"/>
                  <a:pt x="278998" y="200692"/>
                  <a:pt x="283559" y="197812"/>
                </a:cubicBezTo>
                <a:cubicBezTo>
                  <a:pt x="302800" y="185089"/>
                  <a:pt x="313049" y="166696"/>
                  <a:pt x="314933" y="142718"/>
                </a:cubicBezTo>
                <a:cubicBezTo>
                  <a:pt x="306726" y="142401"/>
                  <a:pt x="299111" y="141975"/>
                  <a:pt x="291729" y="141710"/>
                </a:cubicBezTo>
                <a:cubicBezTo>
                  <a:pt x="288305" y="184917"/>
                  <a:pt x="240257" y="198277"/>
                  <a:pt x="204653" y="172059"/>
                </a:cubicBezTo>
                <a:cubicBezTo>
                  <a:pt x="199850" y="178039"/>
                  <a:pt x="195085" y="184217"/>
                  <a:pt x="190282" y="190196"/>
                </a:cubicBezTo>
                <a:cubicBezTo>
                  <a:pt x="203291" y="203274"/>
                  <a:pt x="223160" y="209381"/>
                  <a:pt x="254302" y="210348"/>
                </a:cubicBezTo>
                <a:cubicBezTo>
                  <a:pt x="258834" y="241492"/>
                  <a:pt x="238558" y="268460"/>
                  <a:pt x="206445" y="272154"/>
                </a:cubicBezTo>
                <a:cubicBezTo>
                  <a:pt x="171144" y="276232"/>
                  <a:pt x="139743" y="266146"/>
                  <a:pt x="114462" y="240670"/>
                </a:cubicBezTo>
                <a:cubicBezTo>
                  <a:pt x="86234" y="212479"/>
                  <a:pt x="89402" y="167894"/>
                  <a:pt x="120246" y="146306"/>
                </a:cubicBezTo>
                <a:cubicBezTo>
                  <a:pt x="131958" y="138030"/>
                  <a:pt x="145083" y="135198"/>
                  <a:pt x="159117" y="137290"/>
                </a:cubicBezTo>
                <a:cubicBezTo>
                  <a:pt x="163311" y="137940"/>
                  <a:pt x="165136" y="136789"/>
                  <a:pt x="166880" y="133004"/>
                </a:cubicBezTo>
                <a:cubicBezTo>
                  <a:pt x="177313" y="110095"/>
                  <a:pt x="189847" y="88630"/>
                  <a:pt x="208914" y="71662"/>
                </a:cubicBezTo>
                <a:cubicBezTo>
                  <a:pt x="216957" y="64472"/>
                  <a:pt x="225490" y="58567"/>
                  <a:pt x="234805" y="54681"/>
                </a:cubicBezTo>
                <a:close/>
                <a:moveTo>
                  <a:pt x="518054" y="685"/>
                </a:moveTo>
                <a:cubicBezTo>
                  <a:pt x="535695" y="-1964"/>
                  <a:pt x="551960" y="3383"/>
                  <a:pt x="567481" y="11310"/>
                </a:cubicBezTo>
                <a:cubicBezTo>
                  <a:pt x="586392" y="21056"/>
                  <a:pt x="602181" y="34843"/>
                  <a:pt x="617166" y="49796"/>
                </a:cubicBezTo>
                <a:cubicBezTo>
                  <a:pt x="619412" y="52029"/>
                  <a:pt x="621119" y="53546"/>
                  <a:pt x="624803" y="51439"/>
                </a:cubicBezTo>
                <a:cubicBezTo>
                  <a:pt x="645553" y="40272"/>
                  <a:pt x="666213" y="40732"/>
                  <a:pt x="685335" y="54921"/>
                </a:cubicBezTo>
                <a:cubicBezTo>
                  <a:pt x="704960" y="69628"/>
                  <a:pt x="713618" y="90027"/>
                  <a:pt x="709531" y="114208"/>
                </a:cubicBezTo>
                <a:cubicBezTo>
                  <a:pt x="704617" y="143838"/>
                  <a:pt x="686008" y="164388"/>
                  <a:pt x="661812" y="180063"/>
                </a:cubicBezTo>
                <a:cubicBezTo>
                  <a:pt x="646343" y="190051"/>
                  <a:pt x="629358" y="196244"/>
                  <a:pt x="610202" y="195099"/>
                </a:cubicBezTo>
                <a:cubicBezTo>
                  <a:pt x="586961" y="193894"/>
                  <a:pt x="565244" y="174481"/>
                  <a:pt x="562692" y="152954"/>
                </a:cubicBezTo>
                <a:cubicBezTo>
                  <a:pt x="585571" y="146688"/>
                  <a:pt x="602749" y="132718"/>
                  <a:pt x="615624" y="112005"/>
                </a:cubicBezTo>
                <a:cubicBezTo>
                  <a:pt x="608733" y="107779"/>
                  <a:pt x="602074" y="103714"/>
                  <a:pt x="594985" y="99523"/>
                </a:cubicBezTo>
                <a:cubicBezTo>
                  <a:pt x="584014" y="116217"/>
                  <a:pt x="569428" y="127672"/>
                  <a:pt x="549403" y="129539"/>
                </a:cubicBezTo>
                <a:cubicBezTo>
                  <a:pt x="528196" y="131624"/>
                  <a:pt x="513136" y="121778"/>
                  <a:pt x="503638" y="102348"/>
                </a:cubicBezTo>
                <a:cubicBezTo>
                  <a:pt x="496480" y="105504"/>
                  <a:pt x="489322" y="108659"/>
                  <a:pt x="481968" y="111852"/>
                </a:cubicBezTo>
                <a:cubicBezTo>
                  <a:pt x="491757" y="132858"/>
                  <a:pt x="507348" y="146680"/>
                  <a:pt x="529275" y="151795"/>
                </a:cubicBezTo>
                <a:cubicBezTo>
                  <a:pt x="536517" y="153512"/>
                  <a:pt x="538661" y="157394"/>
                  <a:pt x="540380" y="163391"/>
                </a:cubicBezTo>
                <a:cubicBezTo>
                  <a:pt x="547848" y="187270"/>
                  <a:pt x="562876" y="204659"/>
                  <a:pt x="586552" y="213729"/>
                </a:cubicBezTo>
                <a:cubicBezTo>
                  <a:pt x="601672" y="219490"/>
                  <a:pt x="617458" y="220036"/>
                  <a:pt x="633128" y="217751"/>
                </a:cubicBezTo>
                <a:cubicBezTo>
                  <a:pt x="632490" y="226425"/>
                  <a:pt x="631028" y="235047"/>
                  <a:pt x="631375" y="243538"/>
                </a:cubicBezTo>
                <a:cubicBezTo>
                  <a:pt x="632531" y="271842"/>
                  <a:pt x="644151" y="293936"/>
                  <a:pt x="670400" y="307011"/>
                </a:cubicBezTo>
                <a:cubicBezTo>
                  <a:pt x="672391" y="307865"/>
                  <a:pt x="674389" y="310959"/>
                  <a:pt x="674359" y="313002"/>
                </a:cubicBezTo>
                <a:cubicBezTo>
                  <a:pt x="674507" y="327029"/>
                  <a:pt x="678128" y="340009"/>
                  <a:pt x="686366" y="351523"/>
                </a:cubicBezTo>
                <a:cubicBezTo>
                  <a:pt x="688597" y="354777"/>
                  <a:pt x="688444" y="357250"/>
                  <a:pt x="686786" y="360408"/>
                </a:cubicBezTo>
                <a:cubicBezTo>
                  <a:pt x="674346" y="383485"/>
                  <a:pt x="647586" y="391893"/>
                  <a:pt x="624276" y="379293"/>
                </a:cubicBezTo>
                <a:cubicBezTo>
                  <a:pt x="622212" y="378045"/>
                  <a:pt x="620696" y="374251"/>
                  <a:pt x="620186" y="371494"/>
                </a:cubicBezTo>
                <a:cubicBezTo>
                  <a:pt x="616003" y="343340"/>
                  <a:pt x="601859" y="321918"/>
                  <a:pt x="577039" y="307763"/>
                </a:cubicBezTo>
                <a:cubicBezTo>
                  <a:pt x="575443" y="306837"/>
                  <a:pt x="573488" y="306179"/>
                  <a:pt x="571263" y="305164"/>
                </a:cubicBezTo>
                <a:cubicBezTo>
                  <a:pt x="567934" y="312501"/>
                  <a:pt x="564766" y="319605"/>
                  <a:pt x="561472" y="327139"/>
                </a:cubicBezTo>
                <a:cubicBezTo>
                  <a:pt x="582070" y="337186"/>
                  <a:pt x="594443" y="353436"/>
                  <a:pt x="596193" y="376131"/>
                </a:cubicBezTo>
                <a:cubicBezTo>
                  <a:pt x="598066" y="398396"/>
                  <a:pt x="590093" y="416979"/>
                  <a:pt x="571697" y="430972"/>
                </a:cubicBezTo>
                <a:cubicBezTo>
                  <a:pt x="575998" y="437714"/>
                  <a:pt x="580263" y="444259"/>
                  <a:pt x="584565" y="451001"/>
                </a:cubicBezTo>
                <a:cubicBezTo>
                  <a:pt x="602215" y="439591"/>
                  <a:pt x="612471" y="423437"/>
                  <a:pt x="618292" y="404232"/>
                </a:cubicBezTo>
                <a:cubicBezTo>
                  <a:pt x="656636" y="417720"/>
                  <a:pt x="688185" y="404353"/>
                  <a:pt x="707017" y="373985"/>
                </a:cubicBezTo>
                <a:cubicBezTo>
                  <a:pt x="717097" y="377826"/>
                  <a:pt x="726965" y="382724"/>
                  <a:pt x="737381" y="385077"/>
                </a:cubicBezTo>
                <a:cubicBezTo>
                  <a:pt x="747600" y="387467"/>
                  <a:pt x="758243" y="387740"/>
                  <a:pt x="767814" y="388823"/>
                </a:cubicBezTo>
                <a:cubicBezTo>
                  <a:pt x="767007" y="400991"/>
                  <a:pt x="766309" y="413750"/>
                  <a:pt x="765487" y="426939"/>
                </a:cubicBezTo>
                <a:cubicBezTo>
                  <a:pt x="708784" y="427639"/>
                  <a:pt x="673764" y="455296"/>
                  <a:pt x="665711" y="514227"/>
                </a:cubicBezTo>
                <a:cubicBezTo>
                  <a:pt x="646576" y="514301"/>
                  <a:pt x="629861" y="520852"/>
                  <a:pt x="615799" y="534043"/>
                </a:cubicBezTo>
                <a:cubicBezTo>
                  <a:pt x="614762" y="535049"/>
                  <a:pt x="612633" y="535647"/>
                  <a:pt x="611378" y="535471"/>
                </a:cubicBezTo>
                <a:cubicBezTo>
                  <a:pt x="587569" y="530093"/>
                  <a:pt x="565924" y="535315"/>
                  <a:pt x="545354" y="547467"/>
                </a:cubicBezTo>
                <a:cubicBezTo>
                  <a:pt x="544800" y="547774"/>
                  <a:pt x="544172" y="547686"/>
                  <a:pt x="543618" y="547992"/>
                </a:cubicBezTo>
                <a:cubicBezTo>
                  <a:pt x="504751" y="508527"/>
                  <a:pt x="497966" y="435430"/>
                  <a:pt x="543114" y="378809"/>
                </a:cubicBezTo>
                <a:cubicBezTo>
                  <a:pt x="513284" y="360692"/>
                  <a:pt x="490336" y="336822"/>
                  <a:pt x="481297" y="302233"/>
                </a:cubicBezTo>
                <a:cubicBezTo>
                  <a:pt x="471988" y="267287"/>
                  <a:pt x="479922" y="235266"/>
                  <a:pt x="497521" y="205940"/>
                </a:cubicBezTo>
                <a:cubicBezTo>
                  <a:pt x="488494" y="194571"/>
                  <a:pt x="478826" y="184135"/>
                  <a:pt x="471375" y="172476"/>
                </a:cubicBezTo>
                <a:cubicBezTo>
                  <a:pt x="446267" y="132505"/>
                  <a:pt x="440053" y="90061"/>
                  <a:pt x="460261" y="46197"/>
                </a:cubicBezTo>
                <a:cubicBezTo>
                  <a:pt x="471621" y="21691"/>
                  <a:pt x="490099" y="4833"/>
                  <a:pt x="518054" y="685"/>
                </a:cubicBezTo>
                <a:close/>
              </a:path>
            </a:pathLst>
          </a:custGeom>
          <a:solidFill>
            <a:sysClr val="window" lastClr="FFFFFF"/>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mn-cs"/>
            </a:endParaRPr>
          </a:p>
        </p:txBody>
      </p:sp>
    </p:spTree>
    <p:extLst>
      <p:ext uri="{BB962C8B-B14F-4D97-AF65-F5344CB8AC3E}">
        <p14:creationId xmlns:p14="http://schemas.microsoft.com/office/powerpoint/2010/main" val="194540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xmlns="" id="{1DFAEFDA-4A20-D2DB-9D6D-0730B4FF560D}"/>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29" name="Picture 28" descr="Home.png">
            <a:hlinkClick r:id="rId2" action="ppaction://hlinksldjump"/>
            <a:extLst>
              <a:ext uri="{FF2B5EF4-FFF2-40B4-BE49-F238E27FC236}">
                <a16:creationId xmlns:a16="http://schemas.microsoft.com/office/drawing/2014/main" xmlns="" id="{38DA4166-B2BB-8C5D-CB88-E5F5A425D473}"/>
              </a:ext>
            </a:extLst>
          </p:cNvPr>
          <p:cNvPicPr>
            <a:picLocks noChangeAspect="1"/>
          </p:cNvPicPr>
          <p:nvPr userDrawn="1"/>
        </p:nvPicPr>
        <p:blipFill>
          <a:blip r:embed="rId3">
            <a:lum bright="70000" contrast="-70000"/>
          </a:blip>
          <a:stretch>
            <a:fillRect/>
          </a:stretch>
        </p:blipFill>
        <p:spPr>
          <a:xfrm>
            <a:off x="11545117" y="179920"/>
            <a:ext cx="333375" cy="333375"/>
          </a:xfrm>
          <a:prstGeom prst="rect">
            <a:avLst/>
          </a:prstGeom>
        </p:spPr>
      </p:pic>
      <p:sp>
        <p:nvSpPr>
          <p:cNvPr id="33" name="Slide Number Placeholder 5">
            <a:extLst>
              <a:ext uri="{FF2B5EF4-FFF2-40B4-BE49-F238E27FC236}">
                <a16:creationId xmlns:a16="http://schemas.microsoft.com/office/drawing/2014/main" xmlns="" id="{5BF43D5B-1B32-2975-0FF9-6B1EE3498802}"/>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35" name="Google Shape;25;p4">
            <a:hlinkClick r:id="rId4" action="ppaction://hlinksldjump"/>
            <a:extLst>
              <a:ext uri="{FF2B5EF4-FFF2-40B4-BE49-F238E27FC236}">
                <a16:creationId xmlns:a16="http://schemas.microsoft.com/office/drawing/2014/main" xmlns="" id="{79E69BCC-1572-ECBA-6912-541C9BF14023}"/>
              </a:ext>
            </a:extLst>
          </p:cNvPr>
          <p:cNvSpPr/>
          <p:nvPr userDrawn="1"/>
        </p:nvSpPr>
        <p:spPr>
          <a:xfrm>
            <a:off x="9193128" y="2834"/>
            <a:ext cx="2033411" cy="730295"/>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36" name="Google Shape;25;p4">
            <a:hlinkClick r:id="rId5" action="ppaction://hlinksldjump"/>
            <a:extLst>
              <a:ext uri="{FF2B5EF4-FFF2-40B4-BE49-F238E27FC236}">
                <a16:creationId xmlns:a16="http://schemas.microsoft.com/office/drawing/2014/main" xmlns="" id="{C6F1CAF9-946D-BD03-CEC0-C9E7DE1A84D4}"/>
              </a:ext>
            </a:extLst>
          </p:cNvPr>
          <p:cNvSpPr/>
          <p:nvPr userDrawn="1"/>
        </p:nvSpPr>
        <p:spPr>
          <a:xfrm>
            <a:off x="7145671"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37" name="Google Shape;25;p4">
            <a:hlinkClick r:id="rId6" action="ppaction://hlinksldjump"/>
            <a:extLst>
              <a:ext uri="{FF2B5EF4-FFF2-40B4-BE49-F238E27FC236}">
                <a16:creationId xmlns:a16="http://schemas.microsoft.com/office/drawing/2014/main" xmlns="" id="{438340AE-1ECD-F0A1-876E-D51BD95FE3B6}"/>
              </a:ext>
            </a:extLst>
          </p:cNvPr>
          <p:cNvSpPr/>
          <p:nvPr userDrawn="1"/>
        </p:nvSpPr>
        <p:spPr>
          <a:xfrm>
            <a:off x="5098213"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38" name="Google Shape;25;p4">
            <a:hlinkClick r:id="rId6" action="ppaction://hlinksldjump"/>
            <a:extLst>
              <a:ext uri="{FF2B5EF4-FFF2-40B4-BE49-F238E27FC236}">
                <a16:creationId xmlns:a16="http://schemas.microsoft.com/office/drawing/2014/main" xmlns="" id="{6DB5E0A8-9880-6AE3-B5EB-5506FC2376FB}"/>
              </a:ext>
            </a:extLst>
          </p:cNvPr>
          <p:cNvSpPr/>
          <p:nvPr userDrawn="1"/>
        </p:nvSpPr>
        <p:spPr>
          <a:xfrm>
            <a:off x="3027685" y="2832"/>
            <a:ext cx="2033411" cy="73029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39" name="Google Shape;25;p4">
            <a:hlinkClick r:id="rId7" action="ppaction://hlinksldjump"/>
            <a:extLst>
              <a:ext uri="{FF2B5EF4-FFF2-40B4-BE49-F238E27FC236}">
                <a16:creationId xmlns:a16="http://schemas.microsoft.com/office/drawing/2014/main" xmlns="" id="{47E1A727-0AB6-52BC-3857-C8C0B520EBE7}"/>
              </a:ext>
            </a:extLst>
          </p:cNvPr>
          <p:cNvSpPr/>
          <p:nvPr userDrawn="1"/>
        </p:nvSpPr>
        <p:spPr>
          <a:xfrm>
            <a:off x="965461" y="1"/>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40" name="Group 39">
            <a:extLst>
              <a:ext uri="{FF2B5EF4-FFF2-40B4-BE49-F238E27FC236}">
                <a16:creationId xmlns:a16="http://schemas.microsoft.com/office/drawing/2014/main" xmlns="" id="{8594FF95-8F72-812C-5F83-4700C74CEA90}"/>
              </a:ext>
            </a:extLst>
          </p:cNvPr>
          <p:cNvGrpSpPr/>
          <p:nvPr userDrawn="1"/>
        </p:nvGrpSpPr>
        <p:grpSpPr>
          <a:xfrm>
            <a:off x="0" y="6734895"/>
            <a:ext cx="12192003" cy="123093"/>
            <a:chOff x="2879947" y="5044093"/>
            <a:chExt cx="6264054" cy="101614"/>
          </a:xfrm>
        </p:grpSpPr>
        <p:sp>
          <p:nvSpPr>
            <p:cNvPr id="41" name="sm 17">
              <a:extLst>
                <a:ext uri="{FF2B5EF4-FFF2-40B4-BE49-F238E27FC236}">
                  <a16:creationId xmlns:a16="http://schemas.microsoft.com/office/drawing/2014/main" xmlns="" id="{27AEC28F-835C-9C48-AB10-51440091970A}"/>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42" name="sm 17">
              <a:extLst>
                <a:ext uri="{FF2B5EF4-FFF2-40B4-BE49-F238E27FC236}">
                  <a16:creationId xmlns:a16="http://schemas.microsoft.com/office/drawing/2014/main" xmlns="" id="{C83DE40E-AEAE-3B06-72D7-E5C2E9652F00}"/>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43" name="Google Shape;40;p5">
            <a:extLst>
              <a:ext uri="{FF2B5EF4-FFF2-40B4-BE49-F238E27FC236}">
                <a16:creationId xmlns:a16="http://schemas.microsoft.com/office/drawing/2014/main" xmlns="" id="{36F7E895-A908-A9BF-F80B-A47B48AA85C9}"/>
              </a:ext>
            </a:extLst>
          </p:cNvPr>
          <p:cNvSpPr txBox="1">
            <a:spLocks noGrp="1"/>
          </p:cNvSpPr>
          <p:nvPr userDrawn="1">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44" name="Google Shape;41;p5">
            <a:extLst>
              <a:ext uri="{FF2B5EF4-FFF2-40B4-BE49-F238E27FC236}">
                <a16:creationId xmlns:a16="http://schemas.microsoft.com/office/drawing/2014/main" xmlns="" id="{C38C5412-CF93-38DA-1135-0E36CC39732C}"/>
              </a:ext>
            </a:extLst>
          </p:cNvPr>
          <p:cNvSpPr txBox="1">
            <a:spLocks noGrp="1"/>
          </p:cNvSpPr>
          <p:nvPr userDrawn="1">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120214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ECECE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70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16E04E74-646D-9928-0990-954F21995782}"/>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4" name="Picture 3" descr="Home.png">
            <a:hlinkClick r:id="rId2" action="ppaction://hlinksldjump"/>
            <a:extLst>
              <a:ext uri="{FF2B5EF4-FFF2-40B4-BE49-F238E27FC236}">
                <a16:creationId xmlns:a16="http://schemas.microsoft.com/office/drawing/2014/main" xmlns="" id="{8F4C3177-3FAC-BE38-C268-E6B62F9A916C}"/>
              </a:ext>
            </a:extLst>
          </p:cNvPr>
          <p:cNvPicPr>
            <a:picLocks noChangeAspect="1"/>
          </p:cNvPicPr>
          <p:nvPr userDrawn="1"/>
        </p:nvPicPr>
        <p:blipFill>
          <a:blip r:embed="rId3">
            <a:lum bright="70000" contrast="-70000"/>
          </a:blip>
          <a:stretch>
            <a:fillRect/>
          </a:stretch>
        </p:blipFill>
        <p:spPr>
          <a:xfrm>
            <a:off x="11545117" y="179920"/>
            <a:ext cx="333375" cy="333375"/>
          </a:xfrm>
          <a:prstGeom prst="rect">
            <a:avLst/>
          </a:prstGeom>
        </p:spPr>
      </p:pic>
      <p:sp>
        <p:nvSpPr>
          <p:cNvPr id="5" name="Slide Number Placeholder 5">
            <a:extLst>
              <a:ext uri="{FF2B5EF4-FFF2-40B4-BE49-F238E27FC236}">
                <a16:creationId xmlns:a16="http://schemas.microsoft.com/office/drawing/2014/main" xmlns="" id="{3FA93341-7AF2-DA9B-1BE6-30582A05584D}"/>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6" name="Google Shape;25;p4">
            <a:hlinkClick r:id="rId4" action="ppaction://hlinksldjump"/>
            <a:extLst>
              <a:ext uri="{FF2B5EF4-FFF2-40B4-BE49-F238E27FC236}">
                <a16:creationId xmlns:a16="http://schemas.microsoft.com/office/drawing/2014/main" xmlns="" id="{EA4711ED-1B5C-02A4-4070-378F0B95E823}"/>
              </a:ext>
            </a:extLst>
          </p:cNvPr>
          <p:cNvSpPr/>
          <p:nvPr userDrawn="1"/>
        </p:nvSpPr>
        <p:spPr>
          <a:xfrm>
            <a:off x="9193128" y="2834"/>
            <a:ext cx="2033411" cy="730295"/>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7" name="Google Shape;25;p4">
            <a:hlinkClick r:id="rId5" action="ppaction://hlinksldjump"/>
            <a:extLst>
              <a:ext uri="{FF2B5EF4-FFF2-40B4-BE49-F238E27FC236}">
                <a16:creationId xmlns:a16="http://schemas.microsoft.com/office/drawing/2014/main" xmlns="" id="{4AADC86C-9092-1668-078C-2296FCF28C01}"/>
              </a:ext>
            </a:extLst>
          </p:cNvPr>
          <p:cNvSpPr/>
          <p:nvPr userDrawn="1"/>
        </p:nvSpPr>
        <p:spPr>
          <a:xfrm>
            <a:off x="7145671" y="2"/>
            <a:ext cx="2033411" cy="733126"/>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8" name="Google Shape;25;p4">
            <a:hlinkClick r:id="rId6" action="ppaction://hlinksldjump"/>
            <a:extLst>
              <a:ext uri="{FF2B5EF4-FFF2-40B4-BE49-F238E27FC236}">
                <a16:creationId xmlns:a16="http://schemas.microsoft.com/office/drawing/2014/main" xmlns="" id="{FDC9D199-800F-E586-6FF2-69B5FE7367FB}"/>
              </a:ext>
            </a:extLst>
          </p:cNvPr>
          <p:cNvSpPr/>
          <p:nvPr userDrawn="1"/>
        </p:nvSpPr>
        <p:spPr>
          <a:xfrm>
            <a:off x="5098213"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9" name="Google Shape;25;p4">
            <a:hlinkClick r:id="rId6" action="ppaction://hlinksldjump"/>
            <a:extLst>
              <a:ext uri="{FF2B5EF4-FFF2-40B4-BE49-F238E27FC236}">
                <a16:creationId xmlns:a16="http://schemas.microsoft.com/office/drawing/2014/main" xmlns="" id="{0761AD9E-F299-A28C-E7C1-90E1C504C90B}"/>
              </a:ext>
            </a:extLst>
          </p:cNvPr>
          <p:cNvSpPr/>
          <p:nvPr userDrawn="1"/>
        </p:nvSpPr>
        <p:spPr>
          <a:xfrm>
            <a:off x="3027685" y="2832"/>
            <a:ext cx="2033411" cy="73029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10" name="Google Shape;25;p4">
            <a:hlinkClick r:id="rId7" action="ppaction://hlinksldjump"/>
            <a:extLst>
              <a:ext uri="{FF2B5EF4-FFF2-40B4-BE49-F238E27FC236}">
                <a16:creationId xmlns:a16="http://schemas.microsoft.com/office/drawing/2014/main" xmlns="" id="{D50CFCD3-4B7D-E1AD-BB64-504D533A55B4}"/>
              </a:ext>
            </a:extLst>
          </p:cNvPr>
          <p:cNvSpPr/>
          <p:nvPr userDrawn="1"/>
        </p:nvSpPr>
        <p:spPr>
          <a:xfrm>
            <a:off x="965461" y="1"/>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11" name="Group 10">
            <a:extLst>
              <a:ext uri="{FF2B5EF4-FFF2-40B4-BE49-F238E27FC236}">
                <a16:creationId xmlns:a16="http://schemas.microsoft.com/office/drawing/2014/main" xmlns="" id="{0E89B9F7-665F-E810-941D-0F14C6E1801A}"/>
              </a:ext>
            </a:extLst>
          </p:cNvPr>
          <p:cNvGrpSpPr/>
          <p:nvPr userDrawn="1"/>
        </p:nvGrpSpPr>
        <p:grpSpPr>
          <a:xfrm>
            <a:off x="0" y="6734895"/>
            <a:ext cx="12192003" cy="123093"/>
            <a:chOff x="2879947" y="5044093"/>
            <a:chExt cx="6264054" cy="101614"/>
          </a:xfrm>
        </p:grpSpPr>
        <p:sp>
          <p:nvSpPr>
            <p:cNvPr id="12" name="sm 17">
              <a:extLst>
                <a:ext uri="{FF2B5EF4-FFF2-40B4-BE49-F238E27FC236}">
                  <a16:creationId xmlns:a16="http://schemas.microsoft.com/office/drawing/2014/main" xmlns="" id="{5621921F-E923-29FA-B131-2A1010B50E5D}"/>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13" name="sm 17">
              <a:extLst>
                <a:ext uri="{FF2B5EF4-FFF2-40B4-BE49-F238E27FC236}">
                  <a16:creationId xmlns:a16="http://schemas.microsoft.com/office/drawing/2014/main" xmlns="" id="{0BB8A18F-E9FF-28D2-EDC2-A8C34446893C}"/>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14" name="Google Shape;40;p5">
            <a:extLst>
              <a:ext uri="{FF2B5EF4-FFF2-40B4-BE49-F238E27FC236}">
                <a16:creationId xmlns:a16="http://schemas.microsoft.com/office/drawing/2014/main" xmlns="" id="{1862058A-7620-75A8-F269-77E8C2E468DD}"/>
              </a:ext>
            </a:extLst>
          </p:cNvPr>
          <p:cNvSpPr txBox="1">
            <a:spLocks noGrp="1"/>
          </p:cNvSpPr>
          <p:nvPr>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15" name="Google Shape;41;p5">
            <a:extLst>
              <a:ext uri="{FF2B5EF4-FFF2-40B4-BE49-F238E27FC236}">
                <a16:creationId xmlns:a16="http://schemas.microsoft.com/office/drawing/2014/main" xmlns="" id="{97BC6840-0A7A-A5DD-3814-D1F35F37E065}"/>
              </a:ext>
            </a:extLst>
          </p:cNvPr>
          <p:cNvSpPr txBox="1">
            <a:spLocks noGrp="1"/>
          </p:cNvSpPr>
          <p:nvPr>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2426243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EB78290C-C495-4252-E3BE-532C86F85027}"/>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4" name="Picture 3" descr="Home.png">
            <a:hlinkClick r:id="rId2" action="ppaction://hlinksldjump"/>
            <a:extLst>
              <a:ext uri="{FF2B5EF4-FFF2-40B4-BE49-F238E27FC236}">
                <a16:creationId xmlns:a16="http://schemas.microsoft.com/office/drawing/2014/main" xmlns="" id="{DC7AB694-DD19-44CB-B81F-E4324099BC14}"/>
              </a:ext>
            </a:extLst>
          </p:cNvPr>
          <p:cNvPicPr>
            <a:picLocks noChangeAspect="1"/>
          </p:cNvPicPr>
          <p:nvPr userDrawn="1"/>
        </p:nvPicPr>
        <p:blipFill>
          <a:blip r:embed="rId3">
            <a:lum bright="70000" contrast="-70000"/>
          </a:blip>
          <a:stretch>
            <a:fillRect/>
          </a:stretch>
        </p:blipFill>
        <p:spPr>
          <a:xfrm>
            <a:off x="11545117" y="179920"/>
            <a:ext cx="333375" cy="333375"/>
          </a:xfrm>
          <a:prstGeom prst="rect">
            <a:avLst/>
          </a:prstGeom>
        </p:spPr>
      </p:pic>
      <p:sp>
        <p:nvSpPr>
          <p:cNvPr id="5" name="Slide Number Placeholder 5">
            <a:extLst>
              <a:ext uri="{FF2B5EF4-FFF2-40B4-BE49-F238E27FC236}">
                <a16:creationId xmlns:a16="http://schemas.microsoft.com/office/drawing/2014/main" xmlns="" id="{833BEAA1-DE4B-E8A7-B220-0BF38D477348}"/>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6" name="Google Shape;25;p4">
            <a:hlinkClick r:id="rId4" action="ppaction://hlinksldjump"/>
            <a:extLst>
              <a:ext uri="{FF2B5EF4-FFF2-40B4-BE49-F238E27FC236}">
                <a16:creationId xmlns:a16="http://schemas.microsoft.com/office/drawing/2014/main" xmlns="" id="{99959AFC-C0AB-31DF-991C-6C765AC34D3D}"/>
              </a:ext>
            </a:extLst>
          </p:cNvPr>
          <p:cNvSpPr/>
          <p:nvPr userDrawn="1"/>
        </p:nvSpPr>
        <p:spPr>
          <a:xfrm>
            <a:off x="9193128" y="2834"/>
            <a:ext cx="2033411" cy="730295"/>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7" name="Google Shape;25;p4">
            <a:hlinkClick r:id="rId5" action="ppaction://hlinksldjump"/>
            <a:extLst>
              <a:ext uri="{FF2B5EF4-FFF2-40B4-BE49-F238E27FC236}">
                <a16:creationId xmlns:a16="http://schemas.microsoft.com/office/drawing/2014/main" xmlns="" id="{E6D7A210-39DE-29DD-B7DE-B6272ADCFA5C}"/>
              </a:ext>
            </a:extLst>
          </p:cNvPr>
          <p:cNvSpPr/>
          <p:nvPr userDrawn="1"/>
        </p:nvSpPr>
        <p:spPr>
          <a:xfrm>
            <a:off x="7145671"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8" name="Google Shape;25;p4">
            <a:hlinkClick r:id="rId6" action="ppaction://hlinksldjump"/>
            <a:extLst>
              <a:ext uri="{FF2B5EF4-FFF2-40B4-BE49-F238E27FC236}">
                <a16:creationId xmlns:a16="http://schemas.microsoft.com/office/drawing/2014/main" xmlns="" id="{242D0A1B-1732-C7D7-E3AC-EBD4D522B5AC}"/>
              </a:ext>
            </a:extLst>
          </p:cNvPr>
          <p:cNvSpPr/>
          <p:nvPr userDrawn="1"/>
        </p:nvSpPr>
        <p:spPr>
          <a:xfrm>
            <a:off x="5098213" y="2"/>
            <a:ext cx="2033411" cy="733126"/>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9" name="Google Shape;25;p4">
            <a:hlinkClick r:id="rId6" action="ppaction://hlinksldjump"/>
            <a:extLst>
              <a:ext uri="{FF2B5EF4-FFF2-40B4-BE49-F238E27FC236}">
                <a16:creationId xmlns:a16="http://schemas.microsoft.com/office/drawing/2014/main" xmlns="" id="{98340BB2-44B1-7633-5763-DC803FD18C62}"/>
              </a:ext>
            </a:extLst>
          </p:cNvPr>
          <p:cNvSpPr/>
          <p:nvPr userDrawn="1"/>
        </p:nvSpPr>
        <p:spPr>
          <a:xfrm>
            <a:off x="3027685" y="2832"/>
            <a:ext cx="2033411" cy="73029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10" name="Google Shape;25;p4">
            <a:hlinkClick r:id="rId7" action="ppaction://hlinksldjump"/>
            <a:extLst>
              <a:ext uri="{FF2B5EF4-FFF2-40B4-BE49-F238E27FC236}">
                <a16:creationId xmlns:a16="http://schemas.microsoft.com/office/drawing/2014/main" xmlns="" id="{3CC6DEA3-E852-EC3D-8724-9B0140290AB8}"/>
              </a:ext>
            </a:extLst>
          </p:cNvPr>
          <p:cNvSpPr/>
          <p:nvPr userDrawn="1"/>
        </p:nvSpPr>
        <p:spPr>
          <a:xfrm>
            <a:off x="965461" y="1"/>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11" name="Group 10">
            <a:extLst>
              <a:ext uri="{FF2B5EF4-FFF2-40B4-BE49-F238E27FC236}">
                <a16:creationId xmlns:a16="http://schemas.microsoft.com/office/drawing/2014/main" xmlns="" id="{0D1A0FC8-5DC0-2751-938E-112940BE98EF}"/>
              </a:ext>
            </a:extLst>
          </p:cNvPr>
          <p:cNvGrpSpPr/>
          <p:nvPr userDrawn="1"/>
        </p:nvGrpSpPr>
        <p:grpSpPr>
          <a:xfrm>
            <a:off x="0" y="6734895"/>
            <a:ext cx="12192003" cy="123093"/>
            <a:chOff x="2879947" y="5044093"/>
            <a:chExt cx="6264054" cy="101614"/>
          </a:xfrm>
        </p:grpSpPr>
        <p:sp>
          <p:nvSpPr>
            <p:cNvPr id="12" name="sm 17">
              <a:extLst>
                <a:ext uri="{FF2B5EF4-FFF2-40B4-BE49-F238E27FC236}">
                  <a16:creationId xmlns:a16="http://schemas.microsoft.com/office/drawing/2014/main" xmlns="" id="{1456BFF3-A6BA-72EC-73B6-2EDB875E70DD}"/>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13" name="sm 17">
              <a:extLst>
                <a:ext uri="{FF2B5EF4-FFF2-40B4-BE49-F238E27FC236}">
                  <a16:creationId xmlns:a16="http://schemas.microsoft.com/office/drawing/2014/main" xmlns="" id="{753FD922-CF62-1610-81FE-A58BA45B4821}"/>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14" name="Google Shape;40;p5">
            <a:extLst>
              <a:ext uri="{FF2B5EF4-FFF2-40B4-BE49-F238E27FC236}">
                <a16:creationId xmlns:a16="http://schemas.microsoft.com/office/drawing/2014/main" xmlns="" id="{15A6C142-85F1-532A-8834-8762C17770CA}"/>
              </a:ext>
            </a:extLst>
          </p:cNvPr>
          <p:cNvSpPr txBox="1">
            <a:spLocks noGrp="1"/>
          </p:cNvSpPr>
          <p:nvPr>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15" name="Google Shape;41;p5">
            <a:extLst>
              <a:ext uri="{FF2B5EF4-FFF2-40B4-BE49-F238E27FC236}">
                <a16:creationId xmlns:a16="http://schemas.microsoft.com/office/drawing/2014/main" xmlns="" id="{61708F8F-3BAC-5424-2903-865B6CEE3D10}"/>
              </a:ext>
            </a:extLst>
          </p:cNvPr>
          <p:cNvSpPr txBox="1">
            <a:spLocks noGrp="1"/>
          </p:cNvSpPr>
          <p:nvPr>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3028910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8143152A-F518-46A6-B61A-9492DEF8B72A}"/>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4" name="Picture 3" descr="Home.png">
            <a:hlinkClick r:id="rId2" action="ppaction://hlinksldjump"/>
            <a:extLst>
              <a:ext uri="{FF2B5EF4-FFF2-40B4-BE49-F238E27FC236}">
                <a16:creationId xmlns:a16="http://schemas.microsoft.com/office/drawing/2014/main" xmlns="" id="{A23AA5F2-D7B8-D80C-DE5D-87B8D368E503}"/>
              </a:ext>
            </a:extLst>
          </p:cNvPr>
          <p:cNvPicPr>
            <a:picLocks noChangeAspect="1"/>
          </p:cNvPicPr>
          <p:nvPr userDrawn="1"/>
        </p:nvPicPr>
        <p:blipFill>
          <a:blip r:embed="rId3">
            <a:lum bright="70000" contrast="-70000"/>
          </a:blip>
          <a:stretch>
            <a:fillRect/>
          </a:stretch>
        </p:blipFill>
        <p:spPr>
          <a:xfrm>
            <a:off x="11545117" y="179920"/>
            <a:ext cx="333375" cy="333375"/>
          </a:xfrm>
          <a:prstGeom prst="rect">
            <a:avLst/>
          </a:prstGeom>
        </p:spPr>
      </p:pic>
      <p:sp>
        <p:nvSpPr>
          <p:cNvPr id="5" name="Slide Number Placeholder 5">
            <a:extLst>
              <a:ext uri="{FF2B5EF4-FFF2-40B4-BE49-F238E27FC236}">
                <a16:creationId xmlns:a16="http://schemas.microsoft.com/office/drawing/2014/main" xmlns="" id="{929A3D91-1CEF-9BD9-8BE9-9DBC45F9AB93}"/>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6" name="Google Shape;25;p4">
            <a:hlinkClick r:id="rId4" action="ppaction://hlinksldjump"/>
            <a:extLst>
              <a:ext uri="{FF2B5EF4-FFF2-40B4-BE49-F238E27FC236}">
                <a16:creationId xmlns:a16="http://schemas.microsoft.com/office/drawing/2014/main" xmlns="" id="{B116154B-8E72-0CC7-1192-C0E1E53C02E4}"/>
              </a:ext>
            </a:extLst>
          </p:cNvPr>
          <p:cNvSpPr/>
          <p:nvPr userDrawn="1"/>
        </p:nvSpPr>
        <p:spPr>
          <a:xfrm>
            <a:off x="9193128" y="2834"/>
            <a:ext cx="2033411" cy="730295"/>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7" name="Google Shape;25;p4">
            <a:hlinkClick r:id="rId5" action="ppaction://hlinksldjump"/>
            <a:extLst>
              <a:ext uri="{FF2B5EF4-FFF2-40B4-BE49-F238E27FC236}">
                <a16:creationId xmlns:a16="http://schemas.microsoft.com/office/drawing/2014/main" xmlns="" id="{CE875933-523B-A60D-4B31-D46144366784}"/>
              </a:ext>
            </a:extLst>
          </p:cNvPr>
          <p:cNvSpPr/>
          <p:nvPr userDrawn="1"/>
        </p:nvSpPr>
        <p:spPr>
          <a:xfrm>
            <a:off x="7145671"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8" name="Google Shape;25;p4">
            <a:hlinkClick r:id="rId6" action="ppaction://hlinksldjump"/>
            <a:extLst>
              <a:ext uri="{FF2B5EF4-FFF2-40B4-BE49-F238E27FC236}">
                <a16:creationId xmlns:a16="http://schemas.microsoft.com/office/drawing/2014/main" xmlns="" id="{9B162064-51AC-A2AB-4418-F32EC30B452A}"/>
              </a:ext>
            </a:extLst>
          </p:cNvPr>
          <p:cNvSpPr/>
          <p:nvPr userDrawn="1"/>
        </p:nvSpPr>
        <p:spPr>
          <a:xfrm>
            <a:off x="5098213"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9" name="Google Shape;25;p4">
            <a:hlinkClick r:id="rId6" action="ppaction://hlinksldjump"/>
            <a:extLst>
              <a:ext uri="{FF2B5EF4-FFF2-40B4-BE49-F238E27FC236}">
                <a16:creationId xmlns:a16="http://schemas.microsoft.com/office/drawing/2014/main" xmlns="" id="{E92DC0A5-F1B0-EE26-A096-B9BDED2A8945}"/>
              </a:ext>
            </a:extLst>
          </p:cNvPr>
          <p:cNvSpPr/>
          <p:nvPr userDrawn="1"/>
        </p:nvSpPr>
        <p:spPr>
          <a:xfrm>
            <a:off x="3027685" y="2832"/>
            <a:ext cx="2033411" cy="730296"/>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10" name="Google Shape;25;p4">
            <a:hlinkClick r:id="rId7" action="ppaction://hlinksldjump"/>
            <a:extLst>
              <a:ext uri="{FF2B5EF4-FFF2-40B4-BE49-F238E27FC236}">
                <a16:creationId xmlns:a16="http://schemas.microsoft.com/office/drawing/2014/main" xmlns="" id="{3B68B478-65FA-6E5F-98A1-3CF206E63F9C}"/>
              </a:ext>
            </a:extLst>
          </p:cNvPr>
          <p:cNvSpPr/>
          <p:nvPr userDrawn="1"/>
        </p:nvSpPr>
        <p:spPr>
          <a:xfrm>
            <a:off x="965461" y="1"/>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11" name="Group 10">
            <a:extLst>
              <a:ext uri="{FF2B5EF4-FFF2-40B4-BE49-F238E27FC236}">
                <a16:creationId xmlns:a16="http://schemas.microsoft.com/office/drawing/2014/main" xmlns="" id="{CE86794A-697C-19E5-A222-4A18A11B3EF3}"/>
              </a:ext>
            </a:extLst>
          </p:cNvPr>
          <p:cNvGrpSpPr/>
          <p:nvPr userDrawn="1"/>
        </p:nvGrpSpPr>
        <p:grpSpPr>
          <a:xfrm>
            <a:off x="0" y="6734895"/>
            <a:ext cx="12192003" cy="123093"/>
            <a:chOff x="2879947" y="5044093"/>
            <a:chExt cx="6264054" cy="101614"/>
          </a:xfrm>
        </p:grpSpPr>
        <p:sp>
          <p:nvSpPr>
            <p:cNvPr id="12" name="sm 17">
              <a:extLst>
                <a:ext uri="{FF2B5EF4-FFF2-40B4-BE49-F238E27FC236}">
                  <a16:creationId xmlns:a16="http://schemas.microsoft.com/office/drawing/2014/main" xmlns="" id="{5C5011A4-5B47-00A6-1C8F-4797DB5FAAE0}"/>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13" name="sm 17">
              <a:extLst>
                <a:ext uri="{FF2B5EF4-FFF2-40B4-BE49-F238E27FC236}">
                  <a16:creationId xmlns:a16="http://schemas.microsoft.com/office/drawing/2014/main" xmlns="" id="{11B80250-CA7E-8B7B-2E41-18A73B270432}"/>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14" name="Google Shape;40;p5">
            <a:extLst>
              <a:ext uri="{FF2B5EF4-FFF2-40B4-BE49-F238E27FC236}">
                <a16:creationId xmlns:a16="http://schemas.microsoft.com/office/drawing/2014/main" xmlns="" id="{6C386F7E-636D-9BCB-6DB4-9E32D79B075A}"/>
              </a:ext>
            </a:extLst>
          </p:cNvPr>
          <p:cNvSpPr txBox="1">
            <a:spLocks noGrp="1"/>
          </p:cNvSpPr>
          <p:nvPr>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15" name="Google Shape;41;p5">
            <a:extLst>
              <a:ext uri="{FF2B5EF4-FFF2-40B4-BE49-F238E27FC236}">
                <a16:creationId xmlns:a16="http://schemas.microsoft.com/office/drawing/2014/main" xmlns="" id="{A2C36221-8967-A507-EA60-C358240189CD}"/>
              </a:ext>
            </a:extLst>
          </p:cNvPr>
          <p:cNvSpPr txBox="1">
            <a:spLocks noGrp="1"/>
          </p:cNvSpPr>
          <p:nvPr>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1440741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E00182B2-BB4B-5B0F-911F-4985A5CB78BD}"/>
              </a:ext>
            </a:extLst>
          </p:cNvPr>
          <p:cNvSpPr/>
          <p:nvPr userDrawn="1"/>
        </p:nvSpPr>
        <p:spPr>
          <a:xfrm>
            <a:off x="3" y="0"/>
            <a:ext cx="12192000" cy="733126"/>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sz="2489"/>
          </a:p>
        </p:txBody>
      </p:sp>
      <p:pic>
        <p:nvPicPr>
          <p:cNvPr id="4" name="Picture 3" descr="Home.png">
            <a:hlinkClick r:id="rId2" action="ppaction://hlinksldjump"/>
            <a:extLst>
              <a:ext uri="{FF2B5EF4-FFF2-40B4-BE49-F238E27FC236}">
                <a16:creationId xmlns:a16="http://schemas.microsoft.com/office/drawing/2014/main" xmlns="" id="{E3F01D81-2CD3-8E98-F78A-9731D3D61270}"/>
              </a:ext>
            </a:extLst>
          </p:cNvPr>
          <p:cNvPicPr>
            <a:picLocks noChangeAspect="1"/>
          </p:cNvPicPr>
          <p:nvPr userDrawn="1"/>
        </p:nvPicPr>
        <p:blipFill>
          <a:blip r:embed="rId3">
            <a:lum bright="70000" contrast="-70000"/>
          </a:blip>
          <a:stretch>
            <a:fillRect/>
          </a:stretch>
        </p:blipFill>
        <p:spPr>
          <a:xfrm>
            <a:off x="11545117" y="179920"/>
            <a:ext cx="333375" cy="333375"/>
          </a:xfrm>
          <a:prstGeom prst="rect">
            <a:avLst/>
          </a:prstGeom>
        </p:spPr>
      </p:pic>
      <p:sp>
        <p:nvSpPr>
          <p:cNvPr id="5" name="Slide Number Placeholder 5">
            <a:extLst>
              <a:ext uri="{FF2B5EF4-FFF2-40B4-BE49-F238E27FC236}">
                <a16:creationId xmlns:a16="http://schemas.microsoft.com/office/drawing/2014/main" xmlns="" id="{756E57A5-5BAD-8055-D0DE-62040F4BC5EA}"/>
              </a:ext>
            </a:extLst>
          </p:cNvPr>
          <p:cNvSpPr txBox="1">
            <a:spLocks/>
          </p:cNvSpPr>
          <p:nvPr userDrawn="1"/>
        </p:nvSpPr>
        <p:spPr>
          <a:xfrm>
            <a:off x="240837" y="181056"/>
            <a:ext cx="633807" cy="365125"/>
          </a:xfrm>
          <a:prstGeom prst="rect">
            <a:avLst/>
          </a:prstGeom>
        </p:spPr>
        <p:txBody>
          <a:bodyPr vert="horz" lIns="91440" tIns="45720" rIns="91440" bIns="45720" rtlCol="1" anchor="ctr"/>
          <a:lstStyle>
            <a:defPPr>
              <a:defRPr lang="fa-IR"/>
            </a:defPPr>
            <a:lvl1pPr marL="0" algn="ctr" defTabSz="914400" rtl="1" eaLnBrk="1" latinLnBrk="0" hangingPunct="1">
              <a:defRPr sz="1400" kern="1200">
                <a:solidFill>
                  <a:srgbClr val="376091"/>
                </a:solidFill>
                <a:latin typeface="+mn-lt"/>
                <a:ea typeface="+mn-ea"/>
                <a:cs typeface="B Titr" panose="00000700000000000000" pitchFamily="2" charset="-78"/>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695B5B37-FC00-4103-AE22-753B501E5D2B}" type="slidenum">
              <a:rPr lang="fa-IR" sz="1800" smtClean="0">
                <a:solidFill>
                  <a:schemeClr val="bg1"/>
                </a:solidFill>
              </a:rPr>
              <a:pPr/>
              <a:t>‹#›</a:t>
            </a:fld>
            <a:endParaRPr lang="fa-IR" sz="1800" dirty="0">
              <a:solidFill>
                <a:schemeClr val="bg1"/>
              </a:solidFill>
            </a:endParaRPr>
          </a:p>
        </p:txBody>
      </p:sp>
      <p:sp>
        <p:nvSpPr>
          <p:cNvPr id="6" name="Google Shape;25;p4">
            <a:hlinkClick r:id="rId4" action="ppaction://hlinksldjump"/>
            <a:extLst>
              <a:ext uri="{FF2B5EF4-FFF2-40B4-BE49-F238E27FC236}">
                <a16:creationId xmlns:a16="http://schemas.microsoft.com/office/drawing/2014/main" xmlns="" id="{904234BD-8C1C-C1DE-6B5F-07041EAD9CF8}"/>
              </a:ext>
            </a:extLst>
          </p:cNvPr>
          <p:cNvSpPr/>
          <p:nvPr userDrawn="1"/>
        </p:nvSpPr>
        <p:spPr>
          <a:xfrm>
            <a:off x="9193128" y="2834"/>
            <a:ext cx="2033411" cy="730295"/>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spc="0" dirty="0">
                <a:solidFill>
                  <a:schemeClr val="bg1"/>
                </a:solidFill>
                <a:latin typeface="Lalezar" panose="00000500000000000000" pitchFamily="2" charset="-78"/>
                <a:cs typeface="B Titr" panose="00000700000000000000" pitchFamily="2" charset="-78"/>
              </a:rPr>
              <a:t>مقدمه و کلیات</a:t>
            </a:r>
            <a:endParaRPr sz="2100" spc="0" dirty="0">
              <a:solidFill>
                <a:schemeClr val="bg1"/>
              </a:solidFill>
              <a:latin typeface="Lalezar" panose="00000500000000000000" pitchFamily="2" charset="-78"/>
              <a:cs typeface="B Titr" panose="00000700000000000000" pitchFamily="2" charset="-78"/>
            </a:endParaRPr>
          </a:p>
        </p:txBody>
      </p:sp>
      <p:sp>
        <p:nvSpPr>
          <p:cNvPr id="7" name="Google Shape;25;p4">
            <a:hlinkClick r:id="rId5" action="ppaction://hlinksldjump"/>
            <a:extLst>
              <a:ext uri="{FF2B5EF4-FFF2-40B4-BE49-F238E27FC236}">
                <a16:creationId xmlns:a16="http://schemas.microsoft.com/office/drawing/2014/main" xmlns="" id="{72722BA6-AB30-47C8-2118-6D6809BF8734}"/>
              </a:ext>
            </a:extLst>
          </p:cNvPr>
          <p:cNvSpPr/>
          <p:nvPr userDrawn="1"/>
        </p:nvSpPr>
        <p:spPr>
          <a:xfrm>
            <a:off x="7145671"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مبانی و پیشینه</a:t>
            </a:r>
            <a:endParaRPr sz="2100" dirty="0">
              <a:solidFill>
                <a:schemeClr val="bg1"/>
              </a:solidFill>
              <a:latin typeface="Lalezar" panose="00000500000000000000" pitchFamily="2" charset="-78"/>
              <a:cs typeface="B Titr" panose="00000700000000000000" pitchFamily="2" charset="-78"/>
            </a:endParaRPr>
          </a:p>
        </p:txBody>
      </p:sp>
      <p:sp>
        <p:nvSpPr>
          <p:cNvPr id="8" name="Google Shape;25;p4">
            <a:hlinkClick r:id="rId6" action="ppaction://hlinksldjump"/>
            <a:extLst>
              <a:ext uri="{FF2B5EF4-FFF2-40B4-BE49-F238E27FC236}">
                <a16:creationId xmlns:a16="http://schemas.microsoft.com/office/drawing/2014/main" xmlns="" id="{434FA672-9747-F88F-C09B-798A5C2FDB05}"/>
              </a:ext>
            </a:extLst>
          </p:cNvPr>
          <p:cNvSpPr/>
          <p:nvPr userDrawn="1"/>
        </p:nvSpPr>
        <p:spPr>
          <a:xfrm>
            <a:off x="5098213" y="2"/>
            <a:ext cx="2033411" cy="73312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روش شناسی</a:t>
            </a:r>
            <a:endParaRPr sz="2100" dirty="0">
              <a:solidFill>
                <a:schemeClr val="bg1"/>
              </a:solidFill>
              <a:latin typeface="Lalezar" panose="00000500000000000000" pitchFamily="2" charset="-78"/>
              <a:cs typeface="B Titr" panose="00000700000000000000" pitchFamily="2" charset="-78"/>
            </a:endParaRPr>
          </a:p>
        </p:txBody>
      </p:sp>
      <p:sp>
        <p:nvSpPr>
          <p:cNvPr id="9" name="Google Shape;25;p4">
            <a:hlinkClick r:id="rId6" action="ppaction://hlinksldjump"/>
            <a:extLst>
              <a:ext uri="{FF2B5EF4-FFF2-40B4-BE49-F238E27FC236}">
                <a16:creationId xmlns:a16="http://schemas.microsoft.com/office/drawing/2014/main" xmlns="" id="{B3C57E8A-A05F-94CB-E040-81292AD5FD34}"/>
              </a:ext>
            </a:extLst>
          </p:cNvPr>
          <p:cNvSpPr/>
          <p:nvPr userDrawn="1"/>
        </p:nvSpPr>
        <p:spPr>
          <a:xfrm>
            <a:off x="3027685" y="2832"/>
            <a:ext cx="2033411" cy="730296"/>
          </a:xfrm>
          <a:prstGeom prst="rect">
            <a:avLst/>
          </a:prstGeom>
          <a:solidFill>
            <a:srgbClr val="5072C4"/>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نتایج و بحث</a:t>
            </a:r>
            <a:endParaRPr sz="2100" dirty="0">
              <a:solidFill>
                <a:schemeClr val="bg1"/>
              </a:solidFill>
              <a:latin typeface="Lalezar" panose="00000500000000000000" pitchFamily="2" charset="-78"/>
              <a:cs typeface="B Titr" panose="00000700000000000000" pitchFamily="2" charset="-78"/>
            </a:endParaRPr>
          </a:p>
        </p:txBody>
      </p:sp>
      <p:sp>
        <p:nvSpPr>
          <p:cNvPr id="10" name="Google Shape;25;p4">
            <a:hlinkClick r:id="rId7" action="ppaction://hlinksldjump"/>
            <a:extLst>
              <a:ext uri="{FF2B5EF4-FFF2-40B4-BE49-F238E27FC236}">
                <a16:creationId xmlns:a16="http://schemas.microsoft.com/office/drawing/2014/main" xmlns="" id="{69676588-34D5-6162-1743-0BCE889FA6D9}"/>
              </a:ext>
            </a:extLst>
          </p:cNvPr>
          <p:cNvSpPr/>
          <p:nvPr userDrawn="1"/>
        </p:nvSpPr>
        <p:spPr>
          <a:xfrm>
            <a:off x="965461" y="1"/>
            <a:ext cx="2033411" cy="733126"/>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100" dirty="0">
                <a:solidFill>
                  <a:schemeClr val="bg1"/>
                </a:solidFill>
                <a:latin typeface="Lalezar" panose="00000500000000000000" pitchFamily="2" charset="-78"/>
                <a:cs typeface="B Titr" panose="00000700000000000000" pitchFamily="2" charset="-78"/>
              </a:rPr>
              <a:t>نتیجه و پیشنهادات</a:t>
            </a:r>
            <a:endParaRPr sz="2100" dirty="0">
              <a:solidFill>
                <a:schemeClr val="bg1"/>
              </a:solidFill>
              <a:latin typeface="Lalezar" panose="00000500000000000000" pitchFamily="2" charset="-78"/>
              <a:cs typeface="B Titr" panose="00000700000000000000" pitchFamily="2" charset="-78"/>
            </a:endParaRPr>
          </a:p>
        </p:txBody>
      </p:sp>
      <p:grpSp>
        <p:nvGrpSpPr>
          <p:cNvPr id="11" name="Group 10">
            <a:extLst>
              <a:ext uri="{FF2B5EF4-FFF2-40B4-BE49-F238E27FC236}">
                <a16:creationId xmlns:a16="http://schemas.microsoft.com/office/drawing/2014/main" xmlns="" id="{443F53A5-5E87-4E69-5F19-5D897063DC48}"/>
              </a:ext>
            </a:extLst>
          </p:cNvPr>
          <p:cNvGrpSpPr/>
          <p:nvPr userDrawn="1"/>
        </p:nvGrpSpPr>
        <p:grpSpPr>
          <a:xfrm>
            <a:off x="0" y="6734895"/>
            <a:ext cx="12192003" cy="123093"/>
            <a:chOff x="2879947" y="5044093"/>
            <a:chExt cx="6264054" cy="101614"/>
          </a:xfrm>
        </p:grpSpPr>
        <p:sp>
          <p:nvSpPr>
            <p:cNvPr id="12" name="sm 17">
              <a:extLst>
                <a:ext uri="{FF2B5EF4-FFF2-40B4-BE49-F238E27FC236}">
                  <a16:creationId xmlns:a16="http://schemas.microsoft.com/office/drawing/2014/main" xmlns="" id="{799AD9C2-AFE4-3F95-C188-860F2E5DDE39}"/>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13" name="sm 17">
              <a:extLst>
                <a:ext uri="{FF2B5EF4-FFF2-40B4-BE49-F238E27FC236}">
                  <a16:creationId xmlns:a16="http://schemas.microsoft.com/office/drawing/2014/main" xmlns="" id="{5B2BCAE3-D96A-E5B3-2C99-A5EEDB8EC18D}"/>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14" name="Google Shape;40;p5">
            <a:extLst>
              <a:ext uri="{FF2B5EF4-FFF2-40B4-BE49-F238E27FC236}">
                <a16:creationId xmlns:a16="http://schemas.microsoft.com/office/drawing/2014/main" xmlns="" id="{1676673B-C002-1583-7736-84D1AF6C67C3}"/>
              </a:ext>
            </a:extLst>
          </p:cNvPr>
          <p:cNvSpPr txBox="1">
            <a:spLocks noGrp="1"/>
          </p:cNvSpPr>
          <p:nvPr>
            <p:ph type="title" hasCustomPrompt="1"/>
          </p:nvPr>
        </p:nvSpPr>
        <p:spPr>
          <a:xfrm>
            <a:off x="654746" y="1086334"/>
            <a:ext cx="10882508" cy="633487"/>
          </a:xfrm>
          <a:prstGeom prst="rect">
            <a:avLst/>
          </a:prstGeom>
        </p:spPr>
        <p:txBody>
          <a:bodyPr spcFirstLastPara="1" wrap="square" lIns="0" tIns="0" rIns="0" bIns="0" anchor="b" anchorCtr="0">
            <a:noAutofit/>
          </a:bodyPr>
          <a:lstStyle>
            <a:lvl1pPr lvl="0" algn="ctr" rtl="1">
              <a:spcBef>
                <a:spcPts val="0"/>
              </a:spcBef>
              <a:spcAft>
                <a:spcPts val="0"/>
              </a:spcAft>
              <a:buSzPts val="2400"/>
              <a:buNone/>
              <a:defRPr sz="3600" baseline="0">
                <a:solidFill>
                  <a:srgbClr val="333333"/>
                </a:solidFill>
                <a:cs typeface="B Titr" panose="00000700000000000000" pitchFamily="2" charset="-78"/>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r>
              <a:rPr lang="fa-IR" dirty="0"/>
              <a:t>عنوان را بنویسید</a:t>
            </a:r>
            <a:endParaRPr dirty="0"/>
          </a:p>
        </p:txBody>
      </p:sp>
      <p:sp>
        <p:nvSpPr>
          <p:cNvPr id="15" name="Google Shape;41;p5">
            <a:extLst>
              <a:ext uri="{FF2B5EF4-FFF2-40B4-BE49-F238E27FC236}">
                <a16:creationId xmlns:a16="http://schemas.microsoft.com/office/drawing/2014/main" xmlns="" id="{0DBF6FAA-4145-C417-32C6-F1252FD16175}"/>
              </a:ext>
            </a:extLst>
          </p:cNvPr>
          <p:cNvSpPr txBox="1">
            <a:spLocks noGrp="1"/>
          </p:cNvSpPr>
          <p:nvPr>
            <p:ph type="body" idx="1" hasCustomPrompt="1"/>
          </p:nvPr>
        </p:nvSpPr>
        <p:spPr>
          <a:xfrm>
            <a:off x="654746" y="1939655"/>
            <a:ext cx="10882508" cy="4508275"/>
          </a:xfrm>
          <a:prstGeom prst="rect">
            <a:avLst/>
          </a:prstGeom>
        </p:spPr>
        <p:txBody>
          <a:bodyPr spcFirstLastPara="1" wrap="square" lIns="0" tIns="0" rIns="0" bIns="0" anchor="t" anchorCtr="0">
            <a:noAutofit/>
          </a:bodyPr>
          <a:lstStyle>
            <a:lvl1pPr marL="427565" lvl="0" indent="-342900" algn="just" rtl="1">
              <a:lnSpc>
                <a:spcPct val="140000"/>
              </a:lnSpc>
              <a:spcBef>
                <a:spcPts val="0"/>
              </a:spcBef>
              <a:spcAft>
                <a:spcPts val="1600"/>
              </a:spcAft>
              <a:buSzPts val="2600"/>
              <a:buFont typeface="Arial" panose="020B0604020202020204" pitchFamily="34" charset="0"/>
              <a:buChar char="•"/>
              <a:defRPr sz="2400">
                <a:solidFill>
                  <a:srgbClr val="333333"/>
                </a:solidFill>
                <a:cs typeface="B Nazanin" panose="00000400000000000000" pitchFamily="2" charset="-78"/>
              </a:defRPr>
            </a:lvl1pPr>
            <a:lvl2pPr marL="1037150" lvl="1" indent="-342900" algn="just" rtl="1">
              <a:lnSpc>
                <a:spcPct val="140000"/>
              </a:lnSpc>
              <a:spcBef>
                <a:spcPts val="0"/>
              </a:spcBef>
              <a:spcAft>
                <a:spcPts val="1200"/>
              </a:spcAft>
              <a:buSzPts val="2600"/>
              <a:buFont typeface="Arial" panose="020B0604020202020204" pitchFamily="34" charset="0"/>
              <a:buChar char="•"/>
              <a:defRPr sz="2400">
                <a:solidFill>
                  <a:srgbClr val="333333"/>
                </a:solidFill>
                <a:cs typeface="B Nazanin" panose="00000400000000000000" pitchFamily="2" charset="-78"/>
              </a:defRPr>
            </a:lvl2pPr>
            <a:lvl3pPr marL="1828754" lvl="2" indent="-524920">
              <a:spcBef>
                <a:spcPts val="0"/>
              </a:spcBef>
              <a:spcAft>
                <a:spcPts val="0"/>
              </a:spcAft>
              <a:buSzPts val="2600"/>
              <a:buChar char="⬩"/>
              <a:defRPr/>
            </a:lvl3pPr>
            <a:lvl4pPr marL="2438339" lvl="3" indent="-524920">
              <a:spcBef>
                <a:spcPts val="0"/>
              </a:spcBef>
              <a:spcAft>
                <a:spcPts val="0"/>
              </a:spcAft>
              <a:buSzPts val="2600"/>
              <a:buChar char="⬩"/>
              <a:defRPr/>
            </a:lvl4pPr>
            <a:lvl5pPr marL="3047924" lvl="4" indent="-524920">
              <a:spcBef>
                <a:spcPts val="0"/>
              </a:spcBef>
              <a:spcAft>
                <a:spcPts val="0"/>
              </a:spcAft>
              <a:buSzPts val="2600"/>
              <a:buChar char="⬩"/>
              <a:defRPr/>
            </a:lvl5pPr>
            <a:lvl6pPr marL="3657509" lvl="5" indent="-524920">
              <a:spcBef>
                <a:spcPts val="0"/>
              </a:spcBef>
              <a:spcAft>
                <a:spcPts val="0"/>
              </a:spcAft>
              <a:buSzPts val="2600"/>
              <a:buChar char="⬩"/>
              <a:defRPr/>
            </a:lvl6pPr>
            <a:lvl7pPr marL="4267093" lvl="6" indent="-524920">
              <a:spcBef>
                <a:spcPts val="0"/>
              </a:spcBef>
              <a:spcAft>
                <a:spcPts val="0"/>
              </a:spcAft>
              <a:buSzPts val="2600"/>
              <a:buChar char="⬩"/>
              <a:defRPr/>
            </a:lvl7pPr>
            <a:lvl8pPr marL="4876678" lvl="7" indent="-524920">
              <a:spcBef>
                <a:spcPts val="0"/>
              </a:spcBef>
              <a:spcAft>
                <a:spcPts val="0"/>
              </a:spcAft>
              <a:buSzPts val="2600"/>
              <a:buChar char="⬩"/>
              <a:defRPr/>
            </a:lvl8pPr>
            <a:lvl9pPr marL="5486263" lvl="8" indent="-524920">
              <a:spcBef>
                <a:spcPts val="0"/>
              </a:spcBef>
              <a:spcAft>
                <a:spcPts val="0"/>
              </a:spcAft>
              <a:buSzPts val="2600"/>
              <a:buChar char="⬩"/>
              <a:defRPr/>
            </a:lvl9pPr>
          </a:lstStyle>
          <a:p>
            <a:r>
              <a:rPr lang="fa-IR" dirty="0"/>
              <a:t>متن را بنویسید..</a:t>
            </a:r>
            <a:endParaRPr lang="en-US" dirty="0"/>
          </a:p>
          <a:p>
            <a:pPr lvl="1"/>
            <a:r>
              <a:rPr lang="fa-IR" dirty="0"/>
              <a:t>زیر متن</a:t>
            </a:r>
            <a:endParaRPr dirty="0"/>
          </a:p>
        </p:txBody>
      </p:sp>
    </p:spTree>
    <p:extLst>
      <p:ext uri="{BB962C8B-B14F-4D97-AF65-F5344CB8AC3E}">
        <p14:creationId xmlns:p14="http://schemas.microsoft.com/office/powerpoint/2010/main" val="2022147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8A87A34-81AB-432B-8DAE-1953F412C126}" type="datetimeFigureOut">
              <a:rPr lang="en-US" smtClean="0"/>
              <a:pPr/>
              <a:t>9/17/2026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D22F896-40B5-4ADD-8801-0D06FADFA09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606058"/>
      </p:ext>
    </p:extLst>
  </p:cSld>
  <p:clrMap bg1="lt1" tx1="dk1" bg2="lt2" tx2="dk2" accent1="accent1" accent2="accent2" accent3="accent3" accent4="accent4" accent5="accent5" accent6="accent6" hlink="hlink" folHlink="folHlink"/>
  <p:sldLayoutIdLst>
    <p:sldLayoutId id="2147484148" r:id="rId1"/>
    <p:sldLayoutId id="2147484149" r:id="rId2"/>
    <p:sldLayoutId id="2147484150" r:id="rId3"/>
    <p:sldLayoutId id="2147484151" r:id="rId4"/>
    <p:sldLayoutId id="2147484152" r:id="rId5"/>
    <p:sldLayoutId id="2147484153" r:id="rId6"/>
    <p:sldLayoutId id="2147484154" r:id="rId7"/>
    <p:sldLayoutId id="2147484155" r:id="rId8"/>
    <p:sldLayoutId id="2147484156" r:id="rId9"/>
    <p:sldLayoutId id="2147484157" r:id="rId10"/>
    <p:sldLayoutId id="2147484158" r:id="rId11"/>
    <p:sldLayoutId id="2147484159" r:id="rId12"/>
    <p:sldLayoutId id="2147484160" r:id="rId13"/>
    <p:sldLayoutId id="2147484161" r:id="rId14"/>
    <p:sldLayoutId id="2147483684" r:id="rId15"/>
    <p:sldLayoutId id="2147483685" r:id="rId16"/>
    <p:sldLayoutId id="2147483686" r:id="rId17"/>
    <p:sldLayoutId id="2147483687"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ftr="0" dt="0"/>
  <p:txStyles>
    <p:title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slide" Target="slide22.xml"/><Relationship Id="rId5" Type="http://schemas.openxmlformats.org/officeDocument/2006/relationships/slide" Target="slide17.xml"/><Relationship Id="rId4" Type="http://schemas.openxmlformats.org/officeDocument/2006/relationships/slide" Target="slide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4.xml"/><Relationship Id="rId1" Type="http://schemas.openxmlformats.org/officeDocument/2006/relationships/slideLayout" Target="../slideLayouts/slideLayout14.xml"/><Relationship Id="rId5" Type="http://schemas.openxmlformats.org/officeDocument/2006/relationships/slide" Target="slide22.xml"/><Relationship Id="rId4" Type="http://schemas.openxmlformats.org/officeDocument/2006/relationships/slide" Target="slide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slide" Target="slide4.xml"/><Relationship Id="rId5" Type="http://schemas.openxmlformats.org/officeDocument/2006/relationships/slide" Target="slide22.xml"/><Relationship Id="rId4" Type="http://schemas.openxmlformats.org/officeDocument/2006/relationships/slide" Target="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17.xml"/><Relationship Id="rId1" Type="http://schemas.openxmlformats.org/officeDocument/2006/relationships/slideLayout" Target="../slideLayouts/slideLayout14.xml"/><Relationship Id="rId5" Type="http://schemas.openxmlformats.org/officeDocument/2006/relationships/slide" Target="slide4.xml"/><Relationship Id="rId4" Type="http://schemas.openxmlformats.org/officeDocument/2006/relationships/slide" Target="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2.xml"/><Relationship Id="rId1" Type="http://schemas.openxmlformats.org/officeDocument/2006/relationships/slideLayout" Target="../slideLayouts/slideLayout14.xml"/><Relationship Id="rId5" Type="http://schemas.openxmlformats.org/officeDocument/2006/relationships/slide" Target="slide4.xml"/><Relationship Id="rId4" Type="http://schemas.openxmlformats.org/officeDocument/2006/relationships/slide" Target="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6B10D"/>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11277600" y="320675"/>
            <a:ext cx="914400" cy="319088"/>
          </a:xfrm>
        </p:spPr>
        <p:txBody>
          <a:bodyPr/>
          <a:lstStyle/>
          <a:p>
            <a:fld id="{6D22F896-40B5-4ADD-8801-0D06FADFA095}" type="slidenum">
              <a:rPr lang="en-US" smtClean="0"/>
              <a:pPr/>
              <a:t>1</a:t>
            </a:fld>
            <a:endParaRPr lang="en-US" dirty="0"/>
          </a:p>
        </p:txBody>
      </p:sp>
      <p:pic>
        <p:nvPicPr>
          <p:cNvPr id="5" name="Picture 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88132" y="873629"/>
            <a:ext cx="6369130" cy="527779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0995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31917" y="5269169"/>
            <a:ext cx="6942221" cy="1331134"/>
          </a:xfrm>
          <a:prstGeom prst="rect">
            <a:avLst/>
          </a:prstGeom>
        </p:spPr>
        <p:txBody>
          <a:bodyPr wrap="square">
            <a:spAutoFit/>
          </a:bodyPr>
          <a:lstStyle/>
          <a:p>
            <a:pPr algn="ctr" rtl="1">
              <a:lnSpc>
                <a:spcPct val="150000"/>
              </a:lnSpc>
            </a:pPr>
            <a:r>
              <a:rPr lang="fa-IR" sz="2800" b="1" dirty="0">
                <a:cs typeface="B Titr" panose="00000700000000000000" pitchFamily="2" charset="-78"/>
              </a:rPr>
              <a:t>استاد راهنما: باب اله بخشی پور جویباری               </a:t>
            </a:r>
            <a:r>
              <a:rPr lang="fa-IR" sz="2800" b="1" dirty="0" smtClean="0">
                <a:cs typeface="B Titr" panose="00000700000000000000" pitchFamily="2" charset="-78"/>
              </a:rPr>
              <a:t>دانشجو</a:t>
            </a:r>
            <a:r>
              <a:rPr lang="fa-IR" sz="2800" b="1" dirty="0">
                <a:cs typeface="B Titr" panose="00000700000000000000" pitchFamily="2" charset="-78"/>
              </a:rPr>
              <a:t>: فاطمه بیات</a:t>
            </a:r>
            <a:endParaRPr lang="en-US" sz="2800" b="1" dirty="0">
              <a:cs typeface="B Titr" panose="00000700000000000000" pitchFamily="2" charset="-78"/>
            </a:endParaRPr>
          </a:p>
        </p:txBody>
      </p:sp>
      <p:pic>
        <p:nvPicPr>
          <p:cNvPr id="5" name="Picture 4"/>
          <p:cNvPicPr>
            <a:picLocks noChangeAspect="1"/>
          </p:cNvPicPr>
          <p:nvPr/>
        </p:nvPicPr>
        <p:blipFill>
          <a:blip r:embed="rId2"/>
          <a:stretch>
            <a:fillRect/>
          </a:stretch>
        </p:blipFill>
        <p:spPr>
          <a:xfrm>
            <a:off x="4777722" y="121937"/>
            <a:ext cx="2450610" cy="2383970"/>
          </a:xfrm>
          <a:prstGeom prst="rect">
            <a:avLst/>
          </a:prstGeom>
        </p:spPr>
      </p:pic>
      <p:sp>
        <p:nvSpPr>
          <p:cNvPr id="3" name="Rectangle 2"/>
          <p:cNvSpPr/>
          <p:nvPr/>
        </p:nvSpPr>
        <p:spPr>
          <a:xfrm>
            <a:off x="1823345" y="2505907"/>
            <a:ext cx="8359366" cy="2384307"/>
          </a:xfrm>
          <a:prstGeom prst="rect">
            <a:avLst/>
          </a:prstGeom>
        </p:spPr>
        <p:txBody>
          <a:bodyPr wrap="square">
            <a:spAutoFit/>
          </a:bodyPr>
          <a:lstStyle/>
          <a:p>
            <a:pPr algn="ctr" rtl="1">
              <a:lnSpc>
                <a:spcPct val="114000"/>
              </a:lnSpc>
            </a:pPr>
            <a:r>
              <a:rPr lang="fa-IR" sz="4400" b="1" dirty="0">
                <a:ln w="12700">
                  <a:solidFill>
                    <a:schemeClr val="accent1"/>
                  </a:solidFill>
                  <a:prstDash val="solid"/>
                </a:ln>
                <a:solidFill>
                  <a:schemeClr val="accent5">
                    <a:lumMod val="60000"/>
                    <a:lumOff val="40000"/>
                  </a:schemeClr>
                </a:solidFill>
                <a:effectLst>
                  <a:outerShdw dist="38100" dir="2640000" algn="bl" rotWithShape="0">
                    <a:schemeClr val="accent1"/>
                  </a:outerShdw>
                </a:effectLst>
                <a:latin typeface="Courier New" panose="02070309020205020404" pitchFamily="49" charset="0"/>
                <a:ea typeface="Calibri" panose="020F0502020204030204" pitchFamily="34" charset="0"/>
                <a:cs typeface="B Titr" panose="00000700000000000000" pitchFamily="2" charset="-78"/>
              </a:rPr>
              <a:t>رابطه هوش معنوی و اضطراب سلامتی با اضطراب مرگ سالمندان خانه سالمندان فرشتگان تهران</a:t>
            </a:r>
            <a:endParaRPr lang="en-US" sz="4400" b="1" dirty="0">
              <a:ln w="12700">
                <a:solidFill>
                  <a:schemeClr val="accent1"/>
                </a:solidFill>
                <a:prstDash val="solid"/>
              </a:ln>
              <a:solidFill>
                <a:schemeClr val="accent5">
                  <a:lumMod val="60000"/>
                  <a:lumOff val="40000"/>
                </a:schemeClr>
              </a:solidFill>
              <a:effectLst>
                <a:outerShdw dist="38100" dir="2640000" algn="bl" rotWithShape="0">
                  <a:schemeClr val="accent1"/>
                </a:outerShdw>
              </a:effectLst>
              <a:cs typeface="B Titr" panose="00000700000000000000" pitchFamily="2" charset="-78"/>
            </a:endParaRPr>
          </a:p>
        </p:txBody>
      </p:sp>
    </p:spTree>
    <p:extLst>
      <p:ext uri="{BB962C8B-B14F-4D97-AF65-F5344CB8AC3E}">
        <p14:creationId xmlns:p14="http://schemas.microsoft.com/office/powerpoint/2010/main" val="762607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5000"/>
            <a:lum/>
          </a:blip>
          <a:srcRect/>
          <a:tile tx="0" ty="0" sx="100000" sy="100000" flip="none" algn="tl"/>
        </a:blip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1AA23FF3-EF85-6991-089C-E72D33A383EB}"/>
              </a:ext>
            </a:extLst>
          </p:cNvPr>
          <p:cNvGrpSpPr/>
          <p:nvPr/>
        </p:nvGrpSpPr>
        <p:grpSpPr>
          <a:xfrm flipH="1">
            <a:off x="883032" y="1266093"/>
            <a:ext cx="10425937" cy="4382583"/>
            <a:chOff x="495690" y="1674891"/>
            <a:chExt cx="10857355" cy="4027782"/>
          </a:xfrm>
        </p:grpSpPr>
        <p:sp>
          <p:nvSpPr>
            <p:cNvPr id="3" name="Block Arc 2">
              <a:extLst>
                <a:ext uri="{FF2B5EF4-FFF2-40B4-BE49-F238E27FC236}">
                  <a16:creationId xmlns:a16="http://schemas.microsoft.com/office/drawing/2014/main" xmlns="" id="{BF3EC49F-F336-AACA-8465-237F32F42E18}"/>
                </a:ext>
              </a:extLst>
            </p:cNvPr>
            <p:cNvSpPr/>
            <p:nvPr/>
          </p:nvSpPr>
          <p:spPr>
            <a:xfrm>
              <a:off x="9302459" y="1674891"/>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4" name="Rectangle 3">
              <a:extLst>
                <a:ext uri="{FF2B5EF4-FFF2-40B4-BE49-F238E27FC236}">
                  <a16:creationId xmlns:a16="http://schemas.microsoft.com/office/drawing/2014/main" xmlns="" id="{18BE606C-114B-FD50-AF70-5C6023FC58EA}"/>
                </a:ext>
              </a:extLst>
            </p:cNvPr>
            <p:cNvSpPr/>
            <p:nvPr/>
          </p:nvSpPr>
          <p:spPr>
            <a:xfrm>
              <a:off x="1520983" y="1674891"/>
              <a:ext cx="879355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5" name="Rectangle 4">
              <a:extLst>
                <a:ext uri="{FF2B5EF4-FFF2-40B4-BE49-F238E27FC236}">
                  <a16:creationId xmlns:a16="http://schemas.microsoft.com/office/drawing/2014/main" xmlns="" id="{145C93D3-3BE5-8C98-66E7-5A1F08E0EE61}"/>
                </a:ext>
              </a:extLst>
            </p:cNvPr>
            <p:cNvSpPr/>
            <p:nvPr/>
          </p:nvSpPr>
          <p:spPr>
            <a:xfrm>
              <a:off x="1520983" y="3643996"/>
              <a:ext cx="881283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6" name="Rectangle 5">
              <a:extLst>
                <a:ext uri="{FF2B5EF4-FFF2-40B4-BE49-F238E27FC236}">
                  <a16:creationId xmlns:a16="http://schemas.microsoft.com/office/drawing/2014/main" xmlns="" id="{E2B5AF1A-0F43-D0A5-5C07-719657D454B0}"/>
                </a:ext>
              </a:extLst>
            </p:cNvPr>
            <p:cNvSpPr/>
            <p:nvPr/>
          </p:nvSpPr>
          <p:spPr>
            <a:xfrm>
              <a:off x="1520983" y="5621192"/>
              <a:ext cx="9052560"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7" name="Block Arc 6">
              <a:extLst>
                <a:ext uri="{FF2B5EF4-FFF2-40B4-BE49-F238E27FC236}">
                  <a16:creationId xmlns:a16="http://schemas.microsoft.com/office/drawing/2014/main" xmlns="" id="{5A8CDC66-C741-705C-AF5D-2C69B30E1D23}"/>
                </a:ext>
              </a:extLst>
            </p:cNvPr>
            <p:cNvSpPr/>
            <p:nvPr/>
          </p:nvSpPr>
          <p:spPr>
            <a:xfrm flipH="1">
              <a:off x="495690" y="3643995"/>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8" name="Block Arc 7">
              <a:extLst>
                <a:ext uri="{FF2B5EF4-FFF2-40B4-BE49-F238E27FC236}">
                  <a16:creationId xmlns:a16="http://schemas.microsoft.com/office/drawing/2014/main" xmlns="" id="{CF3D43E5-1A1A-2EE6-A91F-74734FAF5768}"/>
                </a:ext>
              </a:extLst>
            </p:cNvPr>
            <p:cNvSpPr/>
            <p:nvPr/>
          </p:nvSpPr>
          <p:spPr>
            <a:xfrm>
              <a:off x="10354047" y="5261206"/>
              <a:ext cx="438991" cy="438991"/>
            </a:xfrm>
            <a:prstGeom prst="blockArc">
              <a:avLst>
                <a:gd name="adj1" fmla="val 228339"/>
                <a:gd name="adj2" fmla="val 5553148"/>
                <a:gd name="adj3" fmla="val 18207"/>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grpSp>
      <p:grpSp>
        <p:nvGrpSpPr>
          <p:cNvPr id="10" name="Group 9">
            <a:extLst>
              <a:ext uri="{FF2B5EF4-FFF2-40B4-BE49-F238E27FC236}">
                <a16:creationId xmlns:a16="http://schemas.microsoft.com/office/drawing/2014/main" xmlns="" id="{046B3647-C495-B137-90C8-D0D50BFF9388}"/>
              </a:ext>
            </a:extLst>
          </p:cNvPr>
          <p:cNvGrpSpPr/>
          <p:nvPr/>
        </p:nvGrpSpPr>
        <p:grpSpPr>
          <a:xfrm flipH="1">
            <a:off x="686762" y="3644220"/>
            <a:ext cx="1596435" cy="1807480"/>
            <a:chOff x="219453" y="2580615"/>
            <a:chExt cx="2625263" cy="2731686"/>
          </a:xfrm>
        </p:grpSpPr>
        <p:grpSp>
          <p:nvGrpSpPr>
            <p:cNvPr id="11" name="Group 10">
              <a:extLst>
                <a:ext uri="{FF2B5EF4-FFF2-40B4-BE49-F238E27FC236}">
                  <a16:creationId xmlns:a16="http://schemas.microsoft.com/office/drawing/2014/main" xmlns="" id="{B6F4A2E7-0A0A-DA5C-9066-66726552CDBA}"/>
                </a:ext>
              </a:extLst>
            </p:cNvPr>
            <p:cNvGrpSpPr/>
            <p:nvPr/>
          </p:nvGrpSpPr>
          <p:grpSpPr>
            <a:xfrm>
              <a:off x="885166" y="3186393"/>
              <a:ext cx="1319766" cy="2125908"/>
              <a:chOff x="7271291" y="1882249"/>
              <a:chExt cx="1537011" cy="2475850"/>
            </a:xfrm>
            <a:solidFill>
              <a:sysClr val="window" lastClr="FFFFFF"/>
            </a:solidFill>
          </p:grpSpPr>
          <p:sp>
            <p:nvSpPr>
              <p:cNvPr id="20" name="Freeform: Shape 19">
                <a:extLst>
                  <a:ext uri="{FF2B5EF4-FFF2-40B4-BE49-F238E27FC236}">
                    <a16:creationId xmlns:a16="http://schemas.microsoft.com/office/drawing/2014/main" xmlns="" id="{3D44C72C-D6CC-250A-8F13-C4011CFFC56D}"/>
                  </a:ext>
                </a:extLst>
              </p:cNvPr>
              <p:cNvSpPr/>
              <p:nvPr/>
            </p:nvSpPr>
            <p:spPr>
              <a:xfrm>
                <a:off x="7271291" y="1882249"/>
                <a:ext cx="1537011" cy="2475850"/>
              </a:xfrm>
              <a:custGeom>
                <a:avLst/>
                <a:gdLst>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69955 w 1537011"/>
                  <a:gd name="connsiteY16" fmla="*/ 2463220 h 2480745"/>
                  <a:gd name="connsiteX17" fmla="*/ 500911 w 1537011"/>
                  <a:gd name="connsiteY17" fmla="*/ 2459508 h 2480745"/>
                  <a:gd name="connsiteX18" fmla="*/ 447457 w 1537011"/>
                  <a:gd name="connsiteY18" fmla="*/ 2446887 h 2480745"/>
                  <a:gd name="connsiteX19" fmla="*/ 391775 w 1537011"/>
                  <a:gd name="connsiteY19" fmla="*/ 2352600 h 2480745"/>
                  <a:gd name="connsiteX20" fmla="*/ 470472 w 1537011"/>
                  <a:gd name="connsiteY20" fmla="*/ 2270192 h 2480745"/>
                  <a:gd name="connsiteX21" fmla="*/ 460819 w 1537011"/>
                  <a:gd name="connsiteY21" fmla="*/ 2117997 h 2480745"/>
                  <a:gd name="connsiteX22" fmla="*/ 417759 w 1537011"/>
                  <a:gd name="connsiteY22" fmla="*/ 2125420 h 2480745"/>
                  <a:gd name="connsiteX23" fmla="*/ 390290 w 1537011"/>
                  <a:gd name="connsiteY23" fmla="*/ 2156602 h 2480745"/>
                  <a:gd name="connsiteX24" fmla="*/ 414047 w 1537011"/>
                  <a:gd name="connsiteY24" fmla="*/ 2190753 h 2480745"/>
                  <a:gd name="connsiteX25" fmla="*/ 458592 w 1537011"/>
                  <a:gd name="connsiteY25" fmla="*/ 2201147 h 2480745"/>
                  <a:gd name="connsiteX26" fmla="*/ 763724 w 1537011"/>
                  <a:gd name="connsiteY26" fmla="*/ 2210798 h 2480745"/>
                  <a:gd name="connsiteX27" fmla="*/ 1054751 w 1537011"/>
                  <a:gd name="connsiteY27" fmla="*/ 2220450 h 2480745"/>
                  <a:gd name="connsiteX28" fmla="*/ 1106721 w 1537011"/>
                  <a:gd name="connsiteY28" fmla="*/ 2215253 h 2480745"/>
                  <a:gd name="connsiteX29" fmla="*/ 1136417 w 1537011"/>
                  <a:gd name="connsiteY29" fmla="*/ 2182586 h 2480745"/>
                  <a:gd name="connsiteX30" fmla="*/ 1110433 w 1537011"/>
                  <a:gd name="connsiteY30" fmla="*/ 2146950 h 2480745"/>
                  <a:gd name="connsiteX31" fmla="*/ 1045100 w 1537011"/>
                  <a:gd name="connsiteY31" fmla="*/ 2136557 h 2480745"/>
                  <a:gd name="connsiteX32" fmla="*/ 460819 w 1537011"/>
                  <a:gd name="connsiteY32" fmla="*/ 2117997 h 2480745"/>
                  <a:gd name="connsiteX33" fmla="*/ 425926 w 1537011"/>
                  <a:gd name="connsiteY33" fmla="*/ 2063800 h 2480745"/>
                  <a:gd name="connsiteX34" fmla="*/ 465274 w 1537011"/>
                  <a:gd name="connsiteY34" fmla="*/ 2065285 h 2480745"/>
                  <a:gd name="connsiteX35" fmla="*/ 506849 w 1537011"/>
                  <a:gd name="connsiteY35" fmla="*/ 2066770 h 2480745"/>
                  <a:gd name="connsiteX36" fmla="*/ 526151 w 1537011"/>
                  <a:gd name="connsiteY36" fmla="*/ 2066770 h 2480745"/>
                  <a:gd name="connsiteX37" fmla="*/ 1096326 w 1537011"/>
                  <a:gd name="connsiteY37" fmla="*/ 2083845 h 2480745"/>
                  <a:gd name="connsiteX38" fmla="*/ 1137159 w 1537011"/>
                  <a:gd name="connsiteY38" fmla="*/ 2097209 h 2480745"/>
                  <a:gd name="connsiteX39" fmla="*/ 1192840 w 1537011"/>
                  <a:gd name="connsiteY39" fmla="*/ 2187041 h 2480745"/>
                  <a:gd name="connsiteX40" fmla="*/ 1128251 w 1537011"/>
                  <a:gd name="connsiteY40" fmla="*/ 2267964 h 2480745"/>
                  <a:gd name="connsiteX41" fmla="*/ 1097811 w 1537011"/>
                  <a:gd name="connsiteY41" fmla="*/ 2276131 h 2480745"/>
                  <a:gd name="connsiteX42" fmla="*/ 443001 w 1537011"/>
                  <a:gd name="connsiteY42" fmla="*/ 2256828 h 2480745"/>
                  <a:gd name="connsiteX43" fmla="*/ 338320 w 1537011"/>
                  <a:gd name="connsiteY43" fmla="*/ 2126163 h 2480745"/>
                  <a:gd name="connsiteX44" fmla="*/ 425926 w 1537011"/>
                  <a:gd name="connsiteY44" fmla="*/ 2063800 h 2480745"/>
                  <a:gd name="connsiteX45" fmla="*/ 446713 w 1537011"/>
                  <a:gd name="connsiteY45" fmla="*/ 1916802 h 2480745"/>
                  <a:gd name="connsiteX46" fmla="*/ 390289 w 1537011"/>
                  <a:gd name="connsiteY46" fmla="*/ 1927939 h 2480745"/>
                  <a:gd name="connsiteX47" fmla="*/ 388062 w 1537011"/>
                  <a:gd name="connsiteY47" fmla="*/ 1982877 h 2480745"/>
                  <a:gd name="connsiteX48" fmla="*/ 440773 w 1537011"/>
                  <a:gd name="connsiteY48" fmla="*/ 1996983 h 2480745"/>
                  <a:gd name="connsiteX49" fmla="*/ 1098555 w 1537011"/>
                  <a:gd name="connsiteY49" fmla="*/ 2018513 h 2480745"/>
                  <a:gd name="connsiteX50" fmla="*/ 1149038 w 1537011"/>
                  <a:gd name="connsiteY50" fmla="*/ 2008119 h 2480745"/>
                  <a:gd name="connsiteX51" fmla="*/ 1151266 w 1537011"/>
                  <a:gd name="connsiteY51" fmla="*/ 1952438 h 2480745"/>
                  <a:gd name="connsiteX52" fmla="*/ 1098555 w 1537011"/>
                  <a:gd name="connsiteY52" fmla="*/ 1937590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00911 w 1537011"/>
                  <a:gd name="connsiteY16" fmla="*/ 2459508 h 2480745"/>
                  <a:gd name="connsiteX17" fmla="*/ 447457 w 1537011"/>
                  <a:gd name="connsiteY17" fmla="*/ 2446887 h 2480745"/>
                  <a:gd name="connsiteX18" fmla="*/ 391775 w 1537011"/>
                  <a:gd name="connsiteY18" fmla="*/ 2352600 h 2480745"/>
                  <a:gd name="connsiteX19" fmla="*/ 470472 w 1537011"/>
                  <a:gd name="connsiteY19" fmla="*/ 2270192 h 2480745"/>
                  <a:gd name="connsiteX20" fmla="*/ 460819 w 1537011"/>
                  <a:gd name="connsiteY20" fmla="*/ 2117997 h 2480745"/>
                  <a:gd name="connsiteX21" fmla="*/ 417759 w 1537011"/>
                  <a:gd name="connsiteY21" fmla="*/ 2125420 h 2480745"/>
                  <a:gd name="connsiteX22" fmla="*/ 390290 w 1537011"/>
                  <a:gd name="connsiteY22" fmla="*/ 2156602 h 2480745"/>
                  <a:gd name="connsiteX23" fmla="*/ 414047 w 1537011"/>
                  <a:gd name="connsiteY23" fmla="*/ 2190753 h 2480745"/>
                  <a:gd name="connsiteX24" fmla="*/ 458592 w 1537011"/>
                  <a:gd name="connsiteY24" fmla="*/ 2201147 h 2480745"/>
                  <a:gd name="connsiteX25" fmla="*/ 763724 w 1537011"/>
                  <a:gd name="connsiteY25" fmla="*/ 2210798 h 2480745"/>
                  <a:gd name="connsiteX26" fmla="*/ 1054751 w 1537011"/>
                  <a:gd name="connsiteY26" fmla="*/ 2220450 h 2480745"/>
                  <a:gd name="connsiteX27" fmla="*/ 1106721 w 1537011"/>
                  <a:gd name="connsiteY27" fmla="*/ 2215253 h 2480745"/>
                  <a:gd name="connsiteX28" fmla="*/ 1136417 w 1537011"/>
                  <a:gd name="connsiteY28" fmla="*/ 2182586 h 2480745"/>
                  <a:gd name="connsiteX29" fmla="*/ 1110433 w 1537011"/>
                  <a:gd name="connsiteY29" fmla="*/ 2146950 h 2480745"/>
                  <a:gd name="connsiteX30" fmla="*/ 1045100 w 1537011"/>
                  <a:gd name="connsiteY30" fmla="*/ 2136557 h 2480745"/>
                  <a:gd name="connsiteX31" fmla="*/ 460819 w 1537011"/>
                  <a:gd name="connsiteY31" fmla="*/ 2117997 h 2480745"/>
                  <a:gd name="connsiteX32" fmla="*/ 425926 w 1537011"/>
                  <a:gd name="connsiteY32" fmla="*/ 2063800 h 2480745"/>
                  <a:gd name="connsiteX33" fmla="*/ 465274 w 1537011"/>
                  <a:gd name="connsiteY33" fmla="*/ 2065285 h 2480745"/>
                  <a:gd name="connsiteX34" fmla="*/ 506849 w 1537011"/>
                  <a:gd name="connsiteY34" fmla="*/ 2066770 h 2480745"/>
                  <a:gd name="connsiteX35" fmla="*/ 526151 w 1537011"/>
                  <a:gd name="connsiteY35" fmla="*/ 2066770 h 2480745"/>
                  <a:gd name="connsiteX36" fmla="*/ 1096326 w 1537011"/>
                  <a:gd name="connsiteY36" fmla="*/ 2083845 h 2480745"/>
                  <a:gd name="connsiteX37" fmla="*/ 1137159 w 1537011"/>
                  <a:gd name="connsiteY37" fmla="*/ 2097209 h 2480745"/>
                  <a:gd name="connsiteX38" fmla="*/ 1192840 w 1537011"/>
                  <a:gd name="connsiteY38" fmla="*/ 2187041 h 2480745"/>
                  <a:gd name="connsiteX39" fmla="*/ 1128251 w 1537011"/>
                  <a:gd name="connsiteY39" fmla="*/ 2267964 h 2480745"/>
                  <a:gd name="connsiteX40" fmla="*/ 1097811 w 1537011"/>
                  <a:gd name="connsiteY40" fmla="*/ 2276131 h 2480745"/>
                  <a:gd name="connsiteX41" fmla="*/ 443001 w 1537011"/>
                  <a:gd name="connsiteY41" fmla="*/ 2256828 h 2480745"/>
                  <a:gd name="connsiteX42" fmla="*/ 338320 w 1537011"/>
                  <a:gd name="connsiteY42" fmla="*/ 2126163 h 2480745"/>
                  <a:gd name="connsiteX43" fmla="*/ 425926 w 1537011"/>
                  <a:gd name="connsiteY43" fmla="*/ 2063800 h 2480745"/>
                  <a:gd name="connsiteX44" fmla="*/ 446713 w 1537011"/>
                  <a:gd name="connsiteY44" fmla="*/ 1916802 h 2480745"/>
                  <a:gd name="connsiteX45" fmla="*/ 390289 w 1537011"/>
                  <a:gd name="connsiteY45" fmla="*/ 1927939 h 2480745"/>
                  <a:gd name="connsiteX46" fmla="*/ 388062 w 1537011"/>
                  <a:gd name="connsiteY46" fmla="*/ 1982877 h 2480745"/>
                  <a:gd name="connsiteX47" fmla="*/ 440773 w 1537011"/>
                  <a:gd name="connsiteY47" fmla="*/ 1996983 h 2480745"/>
                  <a:gd name="connsiteX48" fmla="*/ 1098555 w 1537011"/>
                  <a:gd name="connsiteY48" fmla="*/ 2018513 h 2480745"/>
                  <a:gd name="connsiteX49" fmla="*/ 1149038 w 1537011"/>
                  <a:gd name="connsiteY49" fmla="*/ 2008119 h 2480745"/>
                  <a:gd name="connsiteX50" fmla="*/ 1151266 w 1537011"/>
                  <a:gd name="connsiteY50" fmla="*/ 1952438 h 2480745"/>
                  <a:gd name="connsiteX51" fmla="*/ 1098555 w 1537011"/>
                  <a:gd name="connsiteY51" fmla="*/ 1937590 h 2480745"/>
                  <a:gd name="connsiteX52" fmla="*/ 446713 w 1537011"/>
                  <a:gd name="connsiteY52" fmla="*/ 1916802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00911 w 1537011"/>
                  <a:gd name="connsiteY15" fmla="*/ 2459508 h 2480745"/>
                  <a:gd name="connsiteX16" fmla="*/ 447457 w 1537011"/>
                  <a:gd name="connsiteY16" fmla="*/ 2446887 h 2480745"/>
                  <a:gd name="connsiteX17" fmla="*/ 391775 w 1537011"/>
                  <a:gd name="connsiteY17" fmla="*/ 2352600 h 2480745"/>
                  <a:gd name="connsiteX18" fmla="*/ 470472 w 1537011"/>
                  <a:gd name="connsiteY18" fmla="*/ 2270192 h 2480745"/>
                  <a:gd name="connsiteX19" fmla="*/ 460819 w 1537011"/>
                  <a:gd name="connsiteY19" fmla="*/ 2117997 h 2480745"/>
                  <a:gd name="connsiteX20" fmla="*/ 417759 w 1537011"/>
                  <a:gd name="connsiteY20" fmla="*/ 2125420 h 2480745"/>
                  <a:gd name="connsiteX21" fmla="*/ 390290 w 1537011"/>
                  <a:gd name="connsiteY21" fmla="*/ 2156602 h 2480745"/>
                  <a:gd name="connsiteX22" fmla="*/ 414047 w 1537011"/>
                  <a:gd name="connsiteY22" fmla="*/ 2190753 h 2480745"/>
                  <a:gd name="connsiteX23" fmla="*/ 458592 w 1537011"/>
                  <a:gd name="connsiteY23" fmla="*/ 2201147 h 2480745"/>
                  <a:gd name="connsiteX24" fmla="*/ 763724 w 1537011"/>
                  <a:gd name="connsiteY24" fmla="*/ 2210798 h 2480745"/>
                  <a:gd name="connsiteX25" fmla="*/ 1054751 w 1537011"/>
                  <a:gd name="connsiteY25" fmla="*/ 2220450 h 2480745"/>
                  <a:gd name="connsiteX26" fmla="*/ 1106721 w 1537011"/>
                  <a:gd name="connsiteY26" fmla="*/ 2215253 h 2480745"/>
                  <a:gd name="connsiteX27" fmla="*/ 1136417 w 1537011"/>
                  <a:gd name="connsiteY27" fmla="*/ 2182586 h 2480745"/>
                  <a:gd name="connsiteX28" fmla="*/ 1110433 w 1537011"/>
                  <a:gd name="connsiteY28" fmla="*/ 2146950 h 2480745"/>
                  <a:gd name="connsiteX29" fmla="*/ 1045100 w 1537011"/>
                  <a:gd name="connsiteY29" fmla="*/ 2136557 h 2480745"/>
                  <a:gd name="connsiteX30" fmla="*/ 460819 w 1537011"/>
                  <a:gd name="connsiteY30" fmla="*/ 2117997 h 2480745"/>
                  <a:gd name="connsiteX31" fmla="*/ 425926 w 1537011"/>
                  <a:gd name="connsiteY31" fmla="*/ 2063800 h 2480745"/>
                  <a:gd name="connsiteX32" fmla="*/ 465274 w 1537011"/>
                  <a:gd name="connsiteY32" fmla="*/ 2065285 h 2480745"/>
                  <a:gd name="connsiteX33" fmla="*/ 506849 w 1537011"/>
                  <a:gd name="connsiteY33" fmla="*/ 2066770 h 2480745"/>
                  <a:gd name="connsiteX34" fmla="*/ 526151 w 1537011"/>
                  <a:gd name="connsiteY34" fmla="*/ 2066770 h 2480745"/>
                  <a:gd name="connsiteX35" fmla="*/ 1096326 w 1537011"/>
                  <a:gd name="connsiteY35" fmla="*/ 2083845 h 2480745"/>
                  <a:gd name="connsiteX36" fmla="*/ 1137159 w 1537011"/>
                  <a:gd name="connsiteY36" fmla="*/ 2097209 h 2480745"/>
                  <a:gd name="connsiteX37" fmla="*/ 1192840 w 1537011"/>
                  <a:gd name="connsiteY37" fmla="*/ 2187041 h 2480745"/>
                  <a:gd name="connsiteX38" fmla="*/ 1128251 w 1537011"/>
                  <a:gd name="connsiteY38" fmla="*/ 2267964 h 2480745"/>
                  <a:gd name="connsiteX39" fmla="*/ 1097811 w 1537011"/>
                  <a:gd name="connsiteY39" fmla="*/ 2276131 h 2480745"/>
                  <a:gd name="connsiteX40" fmla="*/ 443001 w 1537011"/>
                  <a:gd name="connsiteY40" fmla="*/ 2256828 h 2480745"/>
                  <a:gd name="connsiteX41" fmla="*/ 338320 w 1537011"/>
                  <a:gd name="connsiteY41" fmla="*/ 2126163 h 2480745"/>
                  <a:gd name="connsiteX42" fmla="*/ 425926 w 1537011"/>
                  <a:gd name="connsiteY42" fmla="*/ 2063800 h 2480745"/>
                  <a:gd name="connsiteX43" fmla="*/ 446713 w 1537011"/>
                  <a:gd name="connsiteY43" fmla="*/ 1916802 h 2480745"/>
                  <a:gd name="connsiteX44" fmla="*/ 390289 w 1537011"/>
                  <a:gd name="connsiteY44" fmla="*/ 1927939 h 2480745"/>
                  <a:gd name="connsiteX45" fmla="*/ 388062 w 1537011"/>
                  <a:gd name="connsiteY45" fmla="*/ 1982877 h 2480745"/>
                  <a:gd name="connsiteX46" fmla="*/ 440773 w 1537011"/>
                  <a:gd name="connsiteY46" fmla="*/ 1996983 h 2480745"/>
                  <a:gd name="connsiteX47" fmla="*/ 1098555 w 1537011"/>
                  <a:gd name="connsiteY47" fmla="*/ 2018513 h 2480745"/>
                  <a:gd name="connsiteX48" fmla="*/ 1149038 w 1537011"/>
                  <a:gd name="connsiteY48" fmla="*/ 2008119 h 2480745"/>
                  <a:gd name="connsiteX49" fmla="*/ 1151266 w 1537011"/>
                  <a:gd name="connsiteY49" fmla="*/ 1952438 h 2480745"/>
                  <a:gd name="connsiteX50" fmla="*/ 1098555 w 1537011"/>
                  <a:gd name="connsiteY50" fmla="*/ 1937590 h 2480745"/>
                  <a:gd name="connsiteX51" fmla="*/ 446713 w 1537011"/>
                  <a:gd name="connsiteY51" fmla="*/ 1916802 h 2480745"/>
                  <a:gd name="connsiteX52" fmla="*/ 523923 w 1537011"/>
                  <a:gd name="connsiteY52" fmla="*/ 192914 h 2480745"/>
                  <a:gd name="connsiteX53" fmla="*/ 408107 w 1537011"/>
                  <a:gd name="connsiteY53" fmla="*/ 273095 h 2480745"/>
                  <a:gd name="connsiteX54" fmla="*/ 183898 w 1537011"/>
                  <a:gd name="connsiteY54" fmla="*/ 552985 h 2480745"/>
                  <a:gd name="connsiteX55" fmla="*/ 150488 w 1537011"/>
                  <a:gd name="connsiteY55" fmla="*/ 820997 h 2480745"/>
                  <a:gd name="connsiteX56" fmla="*/ 244033 w 1537011"/>
                  <a:gd name="connsiteY56" fmla="*/ 1149145 h 2480745"/>
                  <a:gd name="connsiteX57" fmla="*/ 242548 w 1537011"/>
                  <a:gd name="connsiteY57" fmla="*/ 1156569 h 2480745"/>
                  <a:gd name="connsiteX58" fmla="*/ 154200 w 1537011"/>
                  <a:gd name="connsiteY58" fmla="*/ 950920 h 2480745"/>
                  <a:gd name="connsiteX59" fmla="*/ 131186 w 1537011"/>
                  <a:gd name="connsiteY59" fmla="*/ 648757 h 2480745"/>
                  <a:gd name="connsiteX60" fmla="*/ 215821 w 1537011"/>
                  <a:gd name="connsiteY60" fmla="*/ 443851 h 2480745"/>
                  <a:gd name="connsiteX61" fmla="*/ 500165 w 1537011"/>
                  <a:gd name="connsiteY61" fmla="*/ 201081 h 2480745"/>
                  <a:gd name="connsiteX62" fmla="*/ 523923 w 1537011"/>
                  <a:gd name="connsiteY62" fmla="*/ 192914 h 2480745"/>
                  <a:gd name="connsiteX63" fmla="*/ 800630 w 1537011"/>
                  <a:gd name="connsiteY63" fmla="*/ 46764 h 2480745"/>
                  <a:gd name="connsiteX64" fmla="*/ 713588 w 1537011"/>
                  <a:gd name="connsiteY64" fmla="*/ 47343 h 2480745"/>
                  <a:gd name="connsiteX65" fmla="*/ 595938 w 1537011"/>
                  <a:gd name="connsiteY65" fmla="*/ 67446 h 2480745"/>
                  <a:gd name="connsiteX66" fmla="*/ 175732 w 1537011"/>
                  <a:gd name="connsiteY66" fmla="*/ 344366 h 2480745"/>
                  <a:gd name="connsiteX67" fmla="*/ 49521 w 1537011"/>
                  <a:gd name="connsiteY67" fmla="*/ 655438 h 2480745"/>
                  <a:gd name="connsiteX68" fmla="*/ 137126 w 1537011"/>
                  <a:gd name="connsiteY68" fmla="*/ 1109796 h 2480745"/>
                  <a:gd name="connsiteX69" fmla="*/ 310109 w 1537011"/>
                  <a:gd name="connsiteY69" fmla="*/ 1387460 h 2480745"/>
                  <a:gd name="connsiteX70" fmla="*/ 440773 w 1537011"/>
                  <a:gd name="connsiteY70" fmla="*/ 1695562 h 2480745"/>
                  <a:gd name="connsiteX71" fmla="*/ 460819 w 1537011"/>
                  <a:gd name="connsiteY71" fmla="*/ 1792076 h 2480745"/>
                  <a:gd name="connsiteX72" fmla="*/ 492743 w 1537011"/>
                  <a:gd name="connsiteY72" fmla="*/ 1817318 h 2480745"/>
                  <a:gd name="connsiteX73" fmla="*/ 1065146 w 1537011"/>
                  <a:gd name="connsiteY73" fmla="*/ 1836621 h 2480745"/>
                  <a:gd name="connsiteX74" fmla="*/ 1089645 w 1537011"/>
                  <a:gd name="connsiteY74" fmla="*/ 1818803 h 2480745"/>
                  <a:gd name="connsiteX75" fmla="*/ 1116372 w 1537011"/>
                  <a:gd name="connsiteY75" fmla="*/ 1688138 h 2480745"/>
                  <a:gd name="connsiteX76" fmla="*/ 1268567 w 1537011"/>
                  <a:gd name="connsiteY76" fmla="*/ 1319900 h 2480745"/>
                  <a:gd name="connsiteX77" fmla="*/ 1376960 w 1537011"/>
                  <a:gd name="connsiteY77" fmla="*/ 1166220 h 2480745"/>
                  <a:gd name="connsiteX78" fmla="*/ 1468276 w 1537011"/>
                  <a:gd name="connsiteY78" fmla="*/ 916026 h 2480745"/>
                  <a:gd name="connsiteX79" fmla="*/ 1468276 w 1537011"/>
                  <a:gd name="connsiteY79" fmla="*/ 599015 h 2480745"/>
                  <a:gd name="connsiteX80" fmla="*/ 1056236 w 1537011"/>
                  <a:gd name="connsiteY80" fmla="*/ 110506 h 2480745"/>
                  <a:gd name="connsiteX81" fmla="*/ 800630 w 1537011"/>
                  <a:gd name="connsiteY81" fmla="*/ 46764 h 2480745"/>
                  <a:gd name="connsiteX82" fmla="*/ 794163 w 1537011"/>
                  <a:gd name="connsiteY82" fmla="*/ 814 h 2480745"/>
                  <a:gd name="connsiteX83" fmla="*/ 1036191 w 1537011"/>
                  <a:gd name="connsiteY83" fmla="*/ 52598 h 2480745"/>
                  <a:gd name="connsiteX84" fmla="*/ 1503912 w 1537011"/>
                  <a:gd name="connsiteY84" fmla="*/ 551500 h 2480745"/>
                  <a:gd name="connsiteX85" fmla="*/ 1518761 w 1537011"/>
                  <a:gd name="connsiteY85" fmla="*/ 910830 h 2480745"/>
                  <a:gd name="connsiteX86" fmla="*/ 1377702 w 1537011"/>
                  <a:gd name="connsiteY86" fmla="*/ 1250855 h 2480745"/>
                  <a:gd name="connsiteX87" fmla="*/ 1264855 w 1537011"/>
                  <a:gd name="connsiteY87" fmla="*/ 1406020 h 2480745"/>
                  <a:gd name="connsiteX88" fmla="*/ 1163144 w 1537011"/>
                  <a:gd name="connsiteY88" fmla="*/ 1694078 h 2480745"/>
                  <a:gd name="connsiteX89" fmla="*/ 1115630 w 1537011"/>
                  <a:gd name="connsiteY89" fmla="*/ 1876711 h 2480745"/>
                  <a:gd name="connsiteX90" fmla="*/ 1149781 w 1537011"/>
                  <a:gd name="connsiteY90" fmla="*/ 1887848 h 2480745"/>
                  <a:gd name="connsiteX91" fmla="*/ 1229961 w 1537011"/>
                  <a:gd name="connsiteY91" fmla="*/ 1991044 h 2480745"/>
                  <a:gd name="connsiteX92" fmla="*/ 1126023 w 1537011"/>
                  <a:gd name="connsiteY92" fmla="*/ 2077164 h 2480745"/>
                  <a:gd name="connsiteX93" fmla="*/ 1100038 w 1537011"/>
                  <a:gd name="connsiteY93" fmla="*/ 2077906 h 2480745"/>
                  <a:gd name="connsiteX94" fmla="*/ 423698 w 1537011"/>
                  <a:gd name="connsiteY94" fmla="*/ 2054891 h 2480745"/>
                  <a:gd name="connsiteX95" fmla="*/ 368017 w 1537011"/>
                  <a:gd name="connsiteY95" fmla="*/ 2039300 h 2480745"/>
                  <a:gd name="connsiteX96" fmla="*/ 311594 w 1537011"/>
                  <a:gd name="connsiteY96" fmla="*/ 1951695 h 2480745"/>
                  <a:gd name="connsiteX97" fmla="*/ 382123 w 1537011"/>
                  <a:gd name="connsiteY97" fmla="*/ 1867803 h 2480745"/>
                  <a:gd name="connsiteX98" fmla="*/ 434092 w 1537011"/>
                  <a:gd name="connsiteY98" fmla="*/ 1854439 h 2480745"/>
                  <a:gd name="connsiteX99" fmla="*/ 387320 w 1537011"/>
                  <a:gd name="connsiteY99" fmla="*/ 1655472 h 2480745"/>
                  <a:gd name="connsiteX100" fmla="*/ 301199 w 1537011"/>
                  <a:gd name="connsiteY100" fmla="*/ 1459474 h 2480745"/>
                  <a:gd name="connsiteX101" fmla="*/ 137869 w 1537011"/>
                  <a:gd name="connsiteY101" fmla="*/ 1212992 h 2480745"/>
                  <a:gd name="connsiteX102" fmla="*/ 2748 w 1537011"/>
                  <a:gd name="connsiteY102" fmla="*/ 664348 h 2480745"/>
                  <a:gd name="connsiteX103" fmla="*/ 145292 w 1537011"/>
                  <a:gd name="connsiteY103" fmla="*/ 308730 h 2480745"/>
                  <a:gd name="connsiteX104" fmla="*/ 549909 w 1537011"/>
                  <a:gd name="connsiteY104" fmla="*/ 32552 h 2480745"/>
                  <a:gd name="connsiteX105" fmla="*/ 794163 w 1537011"/>
                  <a:gd name="connsiteY105" fmla="*/ 814 h 2480745"/>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608445 w 1537011"/>
                  <a:gd name="connsiteY13" fmla="*/ 2467907 h 2475850"/>
                  <a:gd name="connsiteX14" fmla="*/ 500911 w 1537011"/>
                  <a:gd name="connsiteY14" fmla="*/ 2459508 h 2475850"/>
                  <a:gd name="connsiteX15" fmla="*/ 447457 w 1537011"/>
                  <a:gd name="connsiteY15" fmla="*/ 2446887 h 2475850"/>
                  <a:gd name="connsiteX16" fmla="*/ 391775 w 1537011"/>
                  <a:gd name="connsiteY16" fmla="*/ 2352600 h 2475850"/>
                  <a:gd name="connsiteX17" fmla="*/ 470472 w 1537011"/>
                  <a:gd name="connsiteY17" fmla="*/ 2270192 h 2475850"/>
                  <a:gd name="connsiteX18" fmla="*/ 460819 w 1537011"/>
                  <a:gd name="connsiteY18" fmla="*/ 2117997 h 2475850"/>
                  <a:gd name="connsiteX19" fmla="*/ 417759 w 1537011"/>
                  <a:gd name="connsiteY19" fmla="*/ 2125420 h 2475850"/>
                  <a:gd name="connsiteX20" fmla="*/ 390290 w 1537011"/>
                  <a:gd name="connsiteY20" fmla="*/ 2156602 h 2475850"/>
                  <a:gd name="connsiteX21" fmla="*/ 414047 w 1537011"/>
                  <a:gd name="connsiteY21" fmla="*/ 2190753 h 2475850"/>
                  <a:gd name="connsiteX22" fmla="*/ 458592 w 1537011"/>
                  <a:gd name="connsiteY22" fmla="*/ 2201147 h 2475850"/>
                  <a:gd name="connsiteX23" fmla="*/ 763724 w 1537011"/>
                  <a:gd name="connsiteY23" fmla="*/ 2210798 h 2475850"/>
                  <a:gd name="connsiteX24" fmla="*/ 1054751 w 1537011"/>
                  <a:gd name="connsiteY24" fmla="*/ 2220450 h 2475850"/>
                  <a:gd name="connsiteX25" fmla="*/ 1106721 w 1537011"/>
                  <a:gd name="connsiteY25" fmla="*/ 2215253 h 2475850"/>
                  <a:gd name="connsiteX26" fmla="*/ 1136417 w 1537011"/>
                  <a:gd name="connsiteY26" fmla="*/ 2182586 h 2475850"/>
                  <a:gd name="connsiteX27" fmla="*/ 1110433 w 1537011"/>
                  <a:gd name="connsiteY27" fmla="*/ 2146950 h 2475850"/>
                  <a:gd name="connsiteX28" fmla="*/ 1045100 w 1537011"/>
                  <a:gd name="connsiteY28" fmla="*/ 2136557 h 2475850"/>
                  <a:gd name="connsiteX29" fmla="*/ 460819 w 1537011"/>
                  <a:gd name="connsiteY29" fmla="*/ 2117997 h 2475850"/>
                  <a:gd name="connsiteX30" fmla="*/ 425926 w 1537011"/>
                  <a:gd name="connsiteY30" fmla="*/ 2063800 h 2475850"/>
                  <a:gd name="connsiteX31" fmla="*/ 465274 w 1537011"/>
                  <a:gd name="connsiteY31" fmla="*/ 2065285 h 2475850"/>
                  <a:gd name="connsiteX32" fmla="*/ 506849 w 1537011"/>
                  <a:gd name="connsiteY32" fmla="*/ 2066770 h 2475850"/>
                  <a:gd name="connsiteX33" fmla="*/ 526151 w 1537011"/>
                  <a:gd name="connsiteY33" fmla="*/ 2066770 h 2475850"/>
                  <a:gd name="connsiteX34" fmla="*/ 1096326 w 1537011"/>
                  <a:gd name="connsiteY34" fmla="*/ 2083845 h 2475850"/>
                  <a:gd name="connsiteX35" fmla="*/ 1137159 w 1537011"/>
                  <a:gd name="connsiteY35" fmla="*/ 2097209 h 2475850"/>
                  <a:gd name="connsiteX36" fmla="*/ 1192840 w 1537011"/>
                  <a:gd name="connsiteY36" fmla="*/ 2187041 h 2475850"/>
                  <a:gd name="connsiteX37" fmla="*/ 1128251 w 1537011"/>
                  <a:gd name="connsiteY37" fmla="*/ 2267964 h 2475850"/>
                  <a:gd name="connsiteX38" fmla="*/ 1097811 w 1537011"/>
                  <a:gd name="connsiteY38" fmla="*/ 2276131 h 2475850"/>
                  <a:gd name="connsiteX39" fmla="*/ 443001 w 1537011"/>
                  <a:gd name="connsiteY39" fmla="*/ 2256828 h 2475850"/>
                  <a:gd name="connsiteX40" fmla="*/ 338320 w 1537011"/>
                  <a:gd name="connsiteY40" fmla="*/ 2126163 h 2475850"/>
                  <a:gd name="connsiteX41" fmla="*/ 425926 w 1537011"/>
                  <a:gd name="connsiteY41" fmla="*/ 2063800 h 2475850"/>
                  <a:gd name="connsiteX42" fmla="*/ 446713 w 1537011"/>
                  <a:gd name="connsiteY42" fmla="*/ 1916802 h 2475850"/>
                  <a:gd name="connsiteX43" fmla="*/ 390289 w 1537011"/>
                  <a:gd name="connsiteY43" fmla="*/ 1927939 h 2475850"/>
                  <a:gd name="connsiteX44" fmla="*/ 388062 w 1537011"/>
                  <a:gd name="connsiteY44" fmla="*/ 1982877 h 2475850"/>
                  <a:gd name="connsiteX45" fmla="*/ 440773 w 1537011"/>
                  <a:gd name="connsiteY45" fmla="*/ 1996983 h 2475850"/>
                  <a:gd name="connsiteX46" fmla="*/ 1098555 w 1537011"/>
                  <a:gd name="connsiteY46" fmla="*/ 2018513 h 2475850"/>
                  <a:gd name="connsiteX47" fmla="*/ 1149038 w 1537011"/>
                  <a:gd name="connsiteY47" fmla="*/ 2008119 h 2475850"/>
                  <a:gd name="connsiteX48" fmla="*/ 1151266 w 1537011"/>
                  <a:gd name="connsiteY48" fmla="*/ 1952438 h 2475850"/>
                  <a:gd name="connsiteX49" fmla="*/ 1098555 w 1537011"/>
                  <a:gd name="connsiteY49" fmla="*/ 1937590 h 2475850"/>
                  <a:gd name="connsiteX50" fmla="*/ 446713 w 1537011"/>
                  <a:gd name="connsiteY50" fmla="*/ 1916802 h 2475850"/>
                  <a:gd name="connsiteX51" fmla="*/ 523923 w 1537011"/>
                  <a:gd name="connsiteY51" fmla="*/ 192914 h 2475850"/>
                  <a:gd name="connsiteX52" fmla="*/ 408107 w 1537011"/>
                  <a:gd name="connsiteY52" fmla="*/ 273095 h 2475850"/>
                  <a:gd name="connsiteX53" fmla="*/ 183898 w 1537011"/>
                  <a:gd name="connsiteY53" fmla="*/ 552985 h 2475850"/>
                  <a:gd name="connsiteX54" fmla="*/ 150488 w 1537011"/>
                  <a:gd name="connsiteY54" fmla="*/ 820997 h 2475850"/>
                  <a:gd name="connsiteX55" fmla="*/ 244033 w 1537011"/>
                  <a:gd name="connsiteY55" fmla="*/ 1149145 h 2475850"/>
                  <a:gd name="connsiteX56" fmla="*/ 242548 w 1537011"/>
                  <a:gd name="connsiteY56" fmla="*/ 1156569 h 2475850"/>
                  <a:gd name="connsiteX57" fmla="*/ 154200 w 1537011"/>
                  <a:gd name="connsiteY57" fmla="*/ 950920 h 2475850"/>
                  <a:gd name="connsiteX58" fmla="*/ 131186 w 1537011"/>
                  <a:gd name="connsiteY58" fmla="*/ 648757 h 2475850"/>
                  <a:gd name="connsiteX59" fmla="*/ 215821 w 1537011"/>
                  <a:gd name="connsiteY59" fmla="*/ 443851 h 2475850"/>
                  <a:gd name="connsiteX60" fmla="*/ 500165 w 1537011"/>
                  <a:gd name="connsiteY60" fmla="*/ 201081 h 2475850"/>
                  <a:gd name="connsiteX61" fmla="*/ 523923 w 1537011"/>
                  <a:gd name="connsiteY61" fmla="*/ 192914 h 2475850"/>
                  <a:gd name="connsiteX62" fmla="*/ 800630 w 1537011"/>
                  <a:gd name="connsiteY62" fmla="*/ 46764 h 2475850"/>
                  <a:gd name="connsiteX63" fmla="*/ 713588 w 1537011"/>
                  <a:gd name="connsiteY63" fmla="*/ 47343 h 2475850"/>
                  <a:gd name="connsiteX64" fmla="*/ 595938 w 1537011"/>
                  <a:gd name="connsiteY64" fmla="*/ 67446 h 2475850"/>
                  <a:gd name="connsiteX65" fmla="*/ 175732 w 1537011"/>
                  <a:gd name="connsiteY65" fmla="*/ 344366 h 2475850"/>
                  <a:gd name="connsiteX66" fmla="*/ 49521 w 1537011"/>
                  <a:gd name="connsiteY66" fmla="*/ 655438 h 2475850"/>
                  <a:gd name="connsiteX67" fmla="*/ 137126 w 1537011"/>
                  <a:gd name="connsiteY67" fmla="*/ 1109796 h 2475850"/>
                  <a:gd name="connsiteX68" fmla="*/ 310109 w 1537011"/>
                  <a:gd name="connsiteY68" fmla="*/ 1387460 h 2475850"/>
                  <a:gd name="connsiteX69" fmla="*/ 440773 w 1537011"/>
                  <a:gd name="connsiteY69" fmla="*/ 1695562 h 2475850"/>
                  <a:gd name="connsiteX70" fmla="*/ 460819 w 1537011"/>
                  <a:gd name="connsiteY70" fmla="*/ 1792076 h 2475850"/>
                  <a:gd name="connsiteX71" fmla="*/ 492743 w 1537011"/>
                  <a:gd name="connsiteY71" fmla="*/ 1817318 h 2475850"/>
                  <a:gd name="connsiteX72" fmla="*/ 1065146 w 1537011"/>
                  <a:gd name="connsiteY72" fmla="*/ 1836621 h 2475850"/>
                  <a:gd name="connsiteX73" fmla="*/ 1089645 w 1537011"/>
                  <a:gd name="connsiteY73" fmla="*/ 1818803 h 2475850"/>
                  <a:gd name="connsiteX74" fmla="*/ 1116372 w 1537011"/>
                  <a:gd name="connsiteY74" fmla="*/ 1688138 h 2475850"/>
                  <a:gd name="connsiteX75" fmla="*/ 1268567 w 1537011"/>
                  <a:gd name="connsiteY75" fmla="*/ 1319900 h 2475850"/>
                  <a:gd name="connsiteX76" fmla="*/ 1376960 w 1537011"/>
                  <a:gd name="connsiteY76" fmla="*/ 1166220 h 2475850"/>
                  <a:gd name="connsiteX77" fmla="*/ 1468276 w 1537011"/>
                  <a:gd name="connsiteY77" fmla="*/ 916026 h 2475850"/>
                  <a:gd name="connsiteX78" fmla="*/ 1468276 w 1537011"/>
                  <a:gd name="connsiteY78" fmla="*/ 599015 h 2475850"/>
                  <a:gd name="connsiteX79" fmla="*/ 1056236 w 1537011"/>
                  <a:gd name="connsiteY79" fmla="*/ 110506 h 2475850"/>
                  <a:gd name="connsiteX80" fmla="*/ 800630 w 1537011"/>
                  <a:gd name="connsiteY80" fmla="*/ 46764 h 2475850"/>
                  <a:gd name="connsiteX81" fmla="*/ 794163 w 1537011"/>
                  <a:gd name="connsiteY81" fmla="*/ 814 h 2475850"/>
                  <a:gd name="connsiteX82" fmla="*/ 1036191 w 1537011"/>
                  <a:gd name="connsiteY82" fmla="*/ 52598 h 2475850"/>
                  <a:gd name="connsiteX83" fmla="*/ 1503912 w 1537011"/>
                  <a:gd name="connsiteY83" fmla="*/ 551500 h 2475850"/>
                  <a:gd name="connsiteX84" fmla="*/ 1518761 w 1537011"/>
                  <a:gd name="connsiteY84" fmla="*/ 910830 h 2475850"/>
                  <a:gd name="connsiteX85" fmla="*/ 1377702 w 1537011"/>
                  <a:gd name="connsiteY85" fmla="*/ 1250855 h 2475850"/>
                  <a:gd name="connsiteX86" fmla="*/ 1264855 w 1537011"/>
                  <a:gd name="connsiteY86" fmla="*/ 1406020 h 2475850"/>
                  <a:gd name="connsiteX87" fmla="*/ 1163144 w 1537011"/>
                  <a:gd name="connsiteY87" fmla="*/ 1694078 h 2475850"/>
                  <a:gd name="connsiteX88" fmla="*/ 1115630 w 1537011"/>
                  <a:gd name="connsiteY88" fmla="*/ 1876711 h 2475850"/>
                  <a:gd name="connsiteX89" fmla="*/ 1149781 w 1537011"/>
                  <a:gd name="connsiteY89" fmla="*/ 1887848 h 2475850"/>
                  <a:gd name="connsiteX90" fmla="*/ 1229961 w 1537011"/>
                  <a:gd name="connsiteY90" fmla="*/ 1991044 h 2475850"/>
                  <a:gd name="connsiteX91" fmla="*/ 1126023 w 1537011"/>
                  <a:gd name="connsiteY91" fmla="*/ 2077164 h 2475850"/>
                  <a:gd name="connsiteX92" fmla="*/ 1100038 w 1537011"/>
                  <a:gd name="connsiteY92" fmla="*/ 2077906 h 2475850"/>
                  <a:gd name="connsiteX93" fmla="*/ 423698 w 1537011"/>
                  <a:gd name="connsiteY93" fmla="*/ 2054891 h 2475850"/>
                  <a:gd name="connsiteX94" fmla="*/ 368017 w 1537011"/>
                  <a:gd name="connsiteY94" fmla="*/ 2039300 h 2475850"/>
                  <a:gd name="connsiteX95" fmla="*/ 311594 w 1537011"/>
                  <a:gd name="connsiteY95" fmla="*/ 1951695 h 2475850"/>
                  <a:gd name="connsiteX96" fmla="*/ 382123 w 1537011"/>
                  <a:gd name="connsiteY96" fmla="*/ 1867803 h 2475850"/>
                  <a:gd name="connsiteX97" fmla="*/ 434092 w 1537011"/>
                  <a:gd name="connsiteY97" fmla="*/ 1854439 h 2475850"/>
                  <a:gd name="connsiteX98" fmla="*/ 387320 w 1537011"/>
                  <a:gd name="connsiteY98" fmla="*/ 1655472 h 2475850"/>
                  <a:gd name="connsiteX99" fmla="*/ 301199 w 1537011"/>
                  <a:gd name="connsiteY99" fmla="*/ 1459474 h 2475850"/>
                  <a:gd name="connsiteX100" fmla="*/ 137869 w 1537011"/>
                  <a:gd name="connsiteY100" fmla="*/ 1212992 h 2475850"/>
                  <a:gd name="connsiteX101" fmla="*/ 2748 w 1537011"/>
                  <a:gd name="connsiteY101" fmla="*/ 664348 h 2475850"/>
                  <a:gd name="connsiteX102" fmla="*/ 145292 w 1537011"/>
                  <a:gd name="connsiteY102" fmla="*/ 308730 h 2475850"/>
                  <a:gd name="connsiteX103" fmla="*/ 549909 w 1537011"/>
                  <a:gd name="connsiteY103" fmla="*/ 32552 h 2475850"/>
                  <a:gd name="connsiteX104" fmla="*/ 794163 w 1537011"/>
                  <a:gd name="connsiteY104"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500911 w 1537011"/>
                  <a:gd name="connsiteY13" fmla="*/ 2459508 h 2475850"/>
                  <a:gd name="connsiteX14" fmla="*/ 447457 w 1537011"/>
                  <a:gd name="connsiteY14" fmla="*/ 2446887 h 2475850"/>
                  <a:gd name="connsiteX15" fmla="*/ 391775 w 1537011"/>
                  <a:gd name="connsiteY15" fmla="*/ 2352600 h 2475850"/>
                  <a:gd name="connsiteX16" fmla="*/ 470472 w 1537011"/>
                  <a:gd name="connsiteY16" fmla="*/ 2270192 h 2475850"/>
                  <a:gd name="connsiteX17" fmla="*/ 460819 w 1537011"/>
                  <a:gd name="connsiteY17" fmla="*/ 2117997 h 2475850"/>
                  <a:gd name="connsiteX18" fmla="*/ 417759 w 1537011"/>
                  <a:gd name="connsiteY18" fmla="*/ 2125420 h 2475850"/>
                  <a:gd name="connsiteX19" fmla="*/ 390290 w 1537011"/>
                  <a:gd name="connsiteY19" fmla="*/ 2156602 h 2475850"/>
                  <a:gd name="connsiteX20" fmla="*/ 414047 w 1537011"/>
                  <a:gd name="connsiteY20" fmla="*/ 2190753 h 2475850"/>
                  <a:gd name="connsiteX21" fmla="*/ 458592 w 1537011"/>
                  <a:gd name="connsiteY21" fmla="*/ 2201147 h 2475850"/>
                  <a:gd name="connsiteX22" fmla="*/ 763724 w 1537011"/>
                  <a:gd name="connsiteY22" fmla="*/ 2210798 h 2475850"/>
                  <a:gd name="connsiteX23" fmla="*/ 1054751 w 1537011"/>
                  <a:gd name="connsiteY23" fmla="*/ 2220450 h 2475850"/>
                  <a:gd name="connsiteX24" fmla="*/ 1106721 w 1537011"/>
                  <a:gd name="connsiteY24" fmla="*/ 2215253 h 2475850"/>
                  <a:gd name="connsiteX25" fmla="*/ 1136417 w 1537011"/>
                  <a:gd name="connsiteY25" fmla="*/ 2182586 h 2475850"/>
                  <a:gd name="connsiteX26" fmla="*/ 1110433 w 1537011"/>
                  <a:gd name="connsiteY26" fmla="*/ 2146950 h 2475850"/>
                  <a:gd name="connsiteX27" fmla="*/ 1045100 w 1537011"/>
                  <a:gd name="connsiteY27" fmla="*/ 2136557 h 2475850"/>
                  <a:gd name="connsiteX28" fmla="*/ 460819 w 1537011"/>
                  <a:gd name="connsiteY28" fmla="*/ 2117997 h 2475850"/>
                  <a:gd name="connsiteX29" fmla="*/ 425926 w 1537011"/>
                  <a:gd name="connsiteY29" fmla="*/ 2063800 h 2475850"/>
                  <a:gd name="connsiteX30" fmla="*/ 465274 w 1537011"/>
                  <a:gd name="connsiteY30" fmla="*/ 2065285 h 2475850"/>
                  <a:gd name="connsiteX31" fmla="*/ 506849 w 1537011"/>
                  <a:gd name="connsiteY31" fmla="*/ 2066770 h 2475850"/>
                  <a:gd name="connsiteX32" fmla="*/ 526151 w 1537011"/>
                  <a:gd name="connsiteY32" fmla="*/ 2066770 h 2475850"/>
                  <a:gd name="connsiteX33" fmla="*/ 1096326 w 1537011"/>
                  <a:gd name="connsiteY33" fmla="*/ 2083845 h 2475850"/>
                  <a:gd name="connsiteX34" fmla="*/ 1137159 w 1537011"/>
                  <a:gd name="connsiteY34" fmla="*/ 2097209 h 2475850"/>
                  <a:gd name="connsiteX35" fmla="*/ 1192840 w 1537011"/>
                  <a:gd name="connsiteY35" fmla="*/ 2187041 h 2475850"/>
                  <a:gd name="connsiteX36" fmla="*/ 1128251 w 1537011"/>
                  <a:gd name="connsiteY36" fmla="*/ 2267964 h 2475850"/>
                  <a:gd name="connsiteX37" fmla="*/ 1097811 w 1537011"/>
                  <a:gd name="connsiteY37" fmla="*/ 2276131 h 2475850"/>
                  <a:gd name="connsiteX38" fmla="*/ 443001 w 1537011"/>
                  <a:gd name="connsiteY38" fmla="*/ 2256828 h 2475850"/>
                  <a:gd name="connsiteX39" fmla="*/ 338320 w 1537011"/>
                  <a:gd name="connsiteY39" fmla="*/ 2126163 h 2475850"/>
                  <a:gd name="connsiteX40" fmla="*/ 425926 w 1537011"/>
                  <a:gd name="connsiteY40" fmla="*/ 2063800 h 2475850"/>
                  <a:gd name="connsiteX41" fmla="*/ 446713 w 1537011"/>
                  <a:gd name="connsiteY41" fmla="*/ 1916802 h 2475850"/>
                  <a:gd name="connsiteX42" fmla="*/ 390289 w 1537011"/>
                  <a:gd name="connsiteY42" fmla="*/ 1927939 h 2475850"/>
                  <a:gd name="connsiteX43" fmla="*/ 388062 w 1537011"/>
                  <a:gd name="connsiteY43" fmla="*/ 1982877 h 2475850"/>
                  <a:gd name="connsiteX44" fmla="*/ 440773 w 1537011"/>
                  <a:gd name="connsiteY44" fmla="*/ 1996983 h 2475850"/>
                  <a:gd name="connsiteX45" fmla="*/ 1098555 w 1537011"/>
                  <a:gd name="connsiteY45" fmla="*/ 2018513 h 2475850"/>
                  <a:gd name="connsiteX46" fmla="*/ 1149038 w 1537011"/>
                  <a:gd name="connsiteY46" fmla="*/ 2008119 h 2475850"/>
                  <a:gd name="connsiteX47" fmla="*/ 1151266 w 1537011"/>
                  <a:gd name="connsiteY47" fmla="*/ 1952438 h 2475850"/>
                  <a:gd name="connsiteX48" fmla="*/ 1098555 w 1537011"/>
                  <a:gd name="connsiteY48" fmla="*/ 1937590 h 2475850"/>
                  <a:gd name="connsiteX49" fmla="*/ 446713 w 1537011"/>
                  <a:gd name="connsiteY49" fmla="*/ 1916802 h 2475850"/>
                  <a:gd name="connsiteX50" fmla="*/ 523923 w 1537011"/>
                  <a:gd name="connsiteY50" fmla="*/ 192914 h 2475850"/>
                  <a:gd name="connsiteX51" fmla="*/ 408107 w 1537011"/>
                  <a:gd name="connsiteY51" fmla="*/ 273095 h 2475850"/>
                  <a:gd name="connsiteX52" fmla="*/ 183898 w 1537011"/>
                  <a:gd name="connsiteY52" fmla="*/ 552985 h 2475850"/>
                  <a:gd name="connsiteX53" fmla="*/ 150488 w 1537011"/>
                  <a:gd name="connsiteY53" fmla="*/ 820997 h 2475850"/>
                  <a:gd name="connsiteX54" fmla="*/ 244033 w 1537011"/>
                  <a:gd name="connsiteY54" fmla="*/ 1149145 h 2475850"/>
                  <a:gd name="connsiteX55" fmla="*/ 242548 w 1537011"/>
                  <a:gd name="connsiteY55" fmla="*/ 1156569 h 2475850"/>
                  <a:gd name="connsiteX56" fmla="*/ 154200 w 1537011"/>
                  <a:gd name="connsiteY56" fmla="*/ 950920 h 2475850"/>
                  <a:gd name="connsiteX57" fmla="*/ 131186 w 1537011"/>
                  <a:gd name="connsiteY57" fmla="*/ 648757 h 2475850"/>
                  <a:gd name="connsiteX58" fmla="*/ 215821 w 1537011"/>
                  <a:gd name="connsiteY58" fmla="*/ 443851 h 2475850"/>
                  <a:gd name="connsiteX59" fmla="*/ 500165 w 1537011"/>
                  <a:gd name="connsiteY59" fmla="*/ 201081 h 2475850"/>
                  <a:gd name="connsiteX60" fmla="*/ 523923 w 1537011"/>
                  <a:gd name="connsiteY60" fmla="*/ 192914 h 2475850"/>
                  <a:gd name="connsiteX61" fmla="*/ 800630 w 1537011"/>
                  <a:gd name="connsiteY61" fmla="*/ 46764 h 2475850"/>
                  <a:gd name="connsiteX62" fmla="*/ 713588 w 1537011"/>
                  <a:gd name="connsiteY62" fmla="*/ 47343 h 2475850"/>
                  <a:gd name="connsiteX63" fmla="*/ 595938 w 1537011"/>
                  <a:gd name="connsiteY63" fmla="*/ 67446 h 2475850"/>
                  <a:gd name="connsiteX64" fmla="*/ 175732 w 1537011"/>
                  <a:gd name="connsiteY64" fmla="*/ 344366 h 2475850"/>
                  <a:gd name="connsiteX65" fmla="*/ 49521 w 1537011"/>
                  <a:gd name="connsiteY65" fmla="*/ 655438 h 2475850"/>
                  <a:gd name="connsiteX66" fmla="*/ 137126 w 1537011"/>
                  <a:gd name="connsiteY66" fmla="*/ 1109796 h 2475850"/>
                  <a:gd name="connsiteX67" fmla="*/ 310109 w 1537011"/>
                  <a:gd name="connsiteY67" fmla="*/ 1387460 h 2475850"/>
                  <a:gd name="connsiteX68" fmla="*/ 440773 w 1537011"/>
                  <a:gd name="connsiteY68" fmla="*/ 1695562 h 2475850"/>
                  <a:gd name="connsiteX69" fmla="*/ 460819 w 1537011"/>
                  <a:gd name="connsiteY69" fmla="*/ 1792076 h 2475850"/>
                  <a:gd name="connsiteX70" fmla="*/ 492743 w 1537011"/>
                  <a:gd name="connsiteY70" fmla="*/ 1817318 h 2475850"/>
                  <a:gd name="connsiteX71" fmla="*/ 1065146 w 1537011"/>
                  <a:gd name="connsiteY71" fmla="*/ 1836621 h 2475850"/>
                  <a:gd name="connsiteX72" fmla="*/ 1089645 w 1537011"/>
                  <a:gd name="connsiteY72" fmla="*/ 1818803 h 2475850"/>
                  <a:gd name="connsiteX73" fmla="*/ 1116372 w 1537011"/>
                  <a:gd name="connsiteY73" fmla="*/ 1688138 h 2475850"/>
                  <a:gd name="connsiteX74" fmla="*/ 1268567 w 1537011"/>
                  <a:gd name="connsiteY74" fmla="*/ 1319900 h 2475850"/>
                  <a:gd name="connsiteX75" fmla="*/ 1376960 w 1537011"/>
                  <a:gd name="connsiteY75" fmla="*/ 1166220 h 2475850"/>
                  <a:gd name="connsiteX76" fmla="*/ 1468276 w 1537011"/>
                  <a:gd name="connsiteY76" fmla="*/ 916026 h 2475850"/>
                  <a:gd name="connsiteX77" fmla="*/ 1468276 w 1537011"/>
                  <a:gd name="connsiteY77" fmla="*/ 599015 h 2475850"/>
                  <a:gd name="connsiteX78" fmla="*/ 1056236 w 1537011"/>
                  <a:gd name="connsiteY78" fmla="*/ 110506 h 2475850"/>
                  <a:gd name="connsiteX79" fmla="*/ 800630 w 1537011"/>
                  <a:gd name="connsiteY79" fmla="*/ 46764 h 2475850"/>
                  <a:gd name="connsiteX80" fmla="*/ 794163 w 1537011"/>
                  <a:gd name="connsiteY80" fmla="*/ 814 h 2475850"/>
                  <a:gd name="connsiteX81" fmla="*/ 1036191 w 1537011"/>
                  <a:gd name="connsiteY81" fmla="*/ 52598 h 2475850"/>
                  <a:gd name="connsiteX82" fmla="*/ 1503912 w 1537011"/>
                  <a:gd name="connsiteY82" fmla="*/ 551500 h 2475850"/>
                  <a:gd name="connsiteX83" fmla="*/ 1518761 w 1537011"/>
                  <a:gd name="connsiteY83" fmla="*/ 910830 h 2475850"/>
                  <a:gd name="connsiteX84" fmla="*/ 1377702 w 1537011"/>
                  <a:gd name="connsiteY84" fmla="*/ 1250855 h 2475850"/>
                  <a:gd name="connsiteX85" fmla="*/ 1264855 w 1537011"/>
                  <a:gd name="connsiteY85" fmla="*/ 1406020 h 2475850"/>
                  <a:gd name="connsiteX86" fmla="*/ 1163144 w 1537011"/>
                  <a:gd name="connsiteY86" fmla="*/ 1694078 h 2475850"/>
                  <a:gd name="connsiteX87" fmla="*/ 1115630 w 1537011"/>
                  <a:gd name="connsiteY87" fmla="*/ 1876711 h 2475850"/>
                  <a:gd name="connsiteX88" fmla="*/ 1149781 w 1537011"/>
                  <a:gd name="connsiteY88" fmla="*/ 1887848 h 2475850"/>
                  <a:gd name="connsiteX89" fmla="*/ 1229961 w 1537011"/>
                  <a:gd name="connsiteY89" fmla="*/ 1991044 h 2475850"/>
                  <a:gd name="connsiteX90" fmla="*/ 1126023 w 1537011"/>
                  <a:gd name="connsiteY90" fmla="*/ 2077164 h 2475850"/>
                  <a:gd name="connsiteX91" fmla="*/ 1100038 w 1537011"/>
                  <a:gd name="connsiteY91" fmla="*/ 2077906 h 2475850"/>
                  <a:gd name="connsiteX92" fmla="*/ 423698 w 1537011"/>
                  <a:gd name="connsiteY92" fmla="*/ 2054891 h 2475850"/>
                  <a:gd name="connsiteX93" fmla="*/ 368017 w 1537011"/>
                  <a:gd name="connsiteY93" fmla="*/ 2039300 h 2475850"/>
                  <a:gd name="connsiteX94" fmla="*/ 311594 w 1537011"/>
                  <a:gd name="connsiteY94" fmla="*/ 1951695 h 2475850"/>
                  <a:gd name="connsiteX95" fmla="*/ 382123 w 1537011"/>
                  <a:gd name="connsiteY95" fmla="*/ 1867803 h 2475850"/>
                  <a:gd name="connsiteX96" fmla="*/ 434092 w 1537011"/>
                  <a:gd name="connsiteY96" fmla="*/ 1854439 h 2475850"/>
                  <a:gd name="connsiteX97" fmla="*/ 387320 w 1537011"/>
                  <a:gd name="connsiteY97" fmla="*/ 1655472 h 2475850"/>
                  <a:gd name="connsiteX98" fmla="*/ 301199 w 1537011"/>
                  <a:gd name="connsiteY98" fmla="*/ 1459474 h 2475850"/>
                  <a:gd name="connsiteX99" fmla="*/ 137869 w 1537011"/>
                  <a:gd name="connsiteY99" fmla="*/ 1212992 h 2475850"/>
                  <a:gd name="connsiteX100" fmla="*/ 2748 w 1537011"/>
                  <a:gd name="connsiteY100" fmla="*/ 664348 h 2475850"/>
                  <a:gd name="connsiteX101" fmla="*/ 145292 w 1537011"/>
                  <a:gd name="connsiteY101" fmla="*/ 308730 h 2475850"/>
                  <a:gd name="connsiteX102" fmla="*/ 549909 w 1537011"/>
                  <a:gd name="connsiteY102" fmla="*/ 32552 h 2475850"/>
                  <a:gd name="connsiteX103" fmla="*/ 794163 w 1537011"/>
                  <a:gd name="connsiteY103"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500911 w 1537011"/>
                  <a:gd name="connsiteY12" fmla="*/ 2459508 h 2475850"/>
                  <a:gd name="connsiteX13" fmla="*/ 447457 w 1537011"/>
                  <a:gd name="connsiteY13" fmla="*/ 2446887 h 2475850"/>
                  <a:gd name="connsiteX14" fmla="*/ 391775 w 1537011"/>
                  <a:gd name="connsiteY14" fmla="*/ 2352600 h 2475850"/>
                  <a:gd name="connsiteX15" fmla="*/ 470472 w 1537011"/>
                  <a:gd name="connsiteY15" fmla="*/ 2270192 h 2475850"/>
                  <a:gd name="connsiteX16" fmla="*/ 460819 w 1537011"/>
                  <a:gd name="connsiteY16" fmla="*/ 2117997 h 2475850"/>
                  <a:gd name="connsiteX17" fmla="*/ 417759 w 1537011"/>
                  <a:gd name="connsiteY17" fmla="*/ 2125420 h 2475850"/>
                  <a:gd name="connsiteX18" fmla="*/ 390290 w 1537011"/>
                  <a:gd name="connsiteY18" fmla="*/ 2156602 h 2475850"/>
                  <a:gd name="connsiteX19" fmla="*/ 414047 w 1537011"/>
                  <a:gd name="connsiteY19" fmla="*/ 2190753 h 2475850"/>
                  <a:gd name="connsiteX20" fmla="*/ 458592 w 1537011"/>
                  <a:gd name="connsiteY20" fmla="*/ 2201147 h 2475850"/>
                  <a:gd name="connsiteX21" fmla="*/ 763724 w 1537011"/>
                  <a:gd name="connsiteY21" fmla="*/ 2210798 h 2475850"/>
                  <a:gd name="connsiteX22" fmla="*/ 1054751 w 1537011"/>
                  <a:gd name="connsiteY22" fmla="*/ 2220450 h 2475850"/>
                  <a:gd name="connsiteX23" fmla="*/ 1106721 w 1537011"/>
                  <a:gd name="connsiteY23" fmla="*/ 2215253 h 2475850"/>
                  <a:gd name="connsiteX24" fmla="*/ 1136417 w 1537011"/>
                  <a:gd name="connsiteY24" fmla="*/ 2182586 h 2475850"/>
                  <a:gd name="connsiteX25" fmla="*/ 1110433 w 1537011"/>
                  <a:gd name="connsiteY25" fmla="*/ 2146950 h 2475850"/>
                  <a:gd name="connsiteX26" fmla="*/ 1045100 w 1537011"/>
                  <a:gd name="connsiteY26" fmla="*/ 2136557 h 2475850"/>
                  <a:gd name="connsiteX27" fmla="*/ 460819 w 1537011"/>
                  <a:gd name="connsiteY27" fmla="*/ 2117997 h 2475850"/>
                  <a:gd name="connsiteX28" fmla="*/ 425926 w 1537011"/>
                  <a:gd name="connsiteY28" fmla="*/ 2063800 h 2475850"/>
                  <a:gd name="connsiteX29" fmla="*/ 465274 w 1537011"/>
                  <a:gd name="connsiteY29" fmla="*/ 2065285 h 2475850"/>
                  <a:gd name="connsiteX30" fmla="*/ 506849 w 1537011"/>
                  <a:gd name="connsiteY30" fmla="*/ 2066770 h 2475850"/>
                  <a:gd name="connsiteX31" fmla="*/ 526151 w 1537011"/>
                  <a:gd name="connsiteY31" fmla="*/ 2066770 h 2475850"/>
                  <a:gd name="connsiteX32" fmla="*/ 1096326 w 1537011"/>
                  <a:gd name="connsiteY32" fmla="*/ 2083845 h 2475850"/>
                  <a:gd name="connsiteX33" fmla="*/ 1137159 w 1537011"/>
                  <a:gd name="connsiteY33" fmla="*/ 2097209 h 2475850"/>
                  <a:gd name="connsiteX34" fmla="*/ 1192840 w 1537011"/>
                  <a:gd name="connsiteY34" fmla="*/ 2187041 h 2475850"/>
                  <a:gd name="connsiteX35" fmla="*/ 1128251 w 1537011"/>
                  <a:gd name="connsiteY35" fmla="*/ 2267964 h 2475850"/>
                  <a:gd name="connsiteX36" fmla="*/ 1097811 w 1537011"/>
                  <a:gd name="connsiteY36" fmla="*/ 2276131 h 2475850"/>
                  <a:gd name="connsiteX37" fmla="*/ 443001 w 1537011"/>
                  <a:gd name="connsiteY37" fmla="*/ 2256828 h 2475850"/>
                  <a:gd name="connsiteX38" fmla="*/ 338320 w 1537011"/>
                  <a:gd name="connsiteY38" fmla="*/ 2126163 h 2475850"/>
                  <a:gd name="connsiteX39" fmla="*/ 425926 w 1537011"/>
                  <a:gd name="connsiteY39" fmla="*/ 2063800 h 2475850"/>
                  <a:gd name="connsiteX40" fmla="*/ 446713 w 1537011"/>
                  <a:gd name="connsiteY40" fmla="*/ 1916802 h 2475850"/>
                  <a:gd name="connsiteX41" fmla="*/ 390289 w 1537011"/>
                  <a:gd name="connsiteY41" fmla="*/ 1927939 h 2475850"/>
                  <a:gd name="connsiteX42" fmla="*/ 388062 w 1537011"/>
                  <a:gd name="connsiteY42" fmla="*/ 1982877 h 2475850"/>
                  <a:gd name="connsiteX43" fmla="*/ 440773 w 1537011"/>
                  <a:gd name="connsiteY43" fmla="*/ 1996983 h 2475850"/>
                  <a:gd name="connsiteX44" fmla="*/ 1098555 w 1537011"/>
                  <a:gd name="connsiteY44" fmla="*/ 2018513 h 2475850"/>
                  <a:gd name="connsiteX45" fmla="*/ 1149038 w 1537011"/>
                  <a:gd name="connsiteY45" fmla="*/ 2008119 h 2475850"/>
                  <a:gd name="connsiteX46" fmla="*/ 1151266 w 1537011"/>
                  <a:gd name="connsiteY46" fmla="*/ 1952438 h 2475850"/>
                  <a:gd name="connsiteX47" fmla="*/ 1098555 w 1537011"/>
                  <a:gd name="connsiteY47" fmla="*/ 1937590 h 2475850"/>
                  <a:gd name="connsiteX48" fmla="*/ 446713 w 1537011"/>
                  <a:gd name="connsiteY48" fmla="*/ 1916802 h 2475850"/>
                  <a:gd name="connsiteX49" fmla="*/ 523923 w 1537011"/>
                  <a:gd name="connsiteY49" fmla="*/ 192914 h 2475850"/>
                  <a:gd name="connsiteX50" fmla="*/ 408107 w 1537011"/>
                  <a:gd name="connsiteY50" fmla="*/ 273095 h 2475850"/>
                  <a:gd name="connsiteX51" fmla="*/ 183898 w 1537011"/>
                  <a:gd name="connsiteY51" fmla="*/ 552985 h 2475850"/>
                  <a:gd name="connsiteX52" fmla="*/ 150488 w 1537011"/>
                  <a:gd name="connsiteY52" fmla="*/ 820997 h 2475850"/>
                  <a:gd name="connsiteX53" fmla="*/ 244033 w 1537011"/>
                  <a:gd name="connsiteY53" fmla="*/ 1149145 h 2475850"/>
                  <a:gd name="connsiteX54" fmla="*/ 242548 w 1537011"/>
                  <a:gd name="connsiteY54" fmla="*/ 1156569 h 2475850"/>
                  <a:gd name="connsiteX55" fmla="*/ 154200 w 1537011"/>
                  <a:gd name="connsiteY55" fmla="*/ 950920 h 2475850"/>
                  <a:gd name="connsiteX56" fmla="*/ 131186 w 1537011"/>
                  <a:gd name="connsiteY56" fmla="*/ 648757 h 2475850"/>
                  <a:gd name="connsiteX57" fmla="*/ 215821 w 1537011"/>
                  <a:gd name="connsiteY57" fmla="*/ 443851 h 2475850"/>
                  <a:gd name="connsiteX58" fmla="*/ 500165 w 1537011"/>
                  <a:gd name="connsiteY58" fmla="*/ 201081 h 2475850"/>
                  <a:gd name="connsiteX59" fmla="*/ 523923 w 1537011"/>
                  <a:gd name="connsiteY59" fmla="*/ 192914 h 2475850"/>
                  <a:gd name="connsiteX60" fmla="*/ 800630 w 1537011"/>
                  <a:gd name="connsiteY60" fmla="*/ 46764 h 2475850"/>
                  <a:gd name="connsiteX61" fmla="*/ 713588 w 1537011"/>
                  <a:gd name="connsiteY61" fmla="*/ 47343 h 2475850"/>
                  <a:gd name="connsiteX62" fmla="*/ 595938 w 1537011"/>
                  <a:gd name="connsiteY62" fmla="*/ 67446 h 2475850"/>
                  <a:gd name="connsiteX63" fmla="*/ 175732 w 1537011"/>
                  <a:gd name="connsiteY63" fmla="*/ 344366 h 2475850"/>
                  <a:gd name="connsiteX64" fmla="*/ 49521 w 1537011"/>
                  <a:gd name="connsiteY64" fmla="*/ 655438 h 2475850"/>
                  <a:gd name="connsiteX65" fmla="*/ 137126 w 1537011"/>
                  <a:gd name="connsiteY65" fmla="*/ 1109796 h 2475850"/>
                  <a:gd name="connsiteX66" fmla="*/ 310109 w 1537011"/>
                  <a:gd name="connsiteY66" fmla="*/ 1387460 h 2475850"/>
                  <a:gd name="connsiteX67" fmla="*/ 440773 w 1537011"/>
                  <a:gd name="connsiteY67" fmla="*/ 1695562 h 2475850"/>
                  <a:gd name="connsiteX68" fmla="*/ 460819 w 1537011"/>
                  <a:gd name="connsiteY68" fmla="*/ 1792076 h 2475850"/>
                  <a:gd name="connsiteX69" fmla="*/ 492743 w 1537011"/>
                  <a:gd name="connsiteY69" fmla="*/ 1817318 h 2475850"/>
                  <a:gd name="connsiteX70" fmla="*/ 1065146 w 1537011"/>
                  <a:gd name="connsiteY70" fmla="*/ 1836621 h 2475850"/>
                  <a:gd name="connsiteX71" fmla="*/ 1089645 w 1537011"/>
                  <a:gd name="connsiteY71" fmla="*/ 1818803 h 2475850"/>
                  <a:gd name="connsiteX72" fmla="*/ 1116372 w 1537011"/>
                  <a:gd name="connsiteY72" fmla="*/ 1688138 h 2475850"/>
                  <a:gd name="connsiteX73" fmla="*/ 1268567 w 1537011"/>
                  <a:gd name="connsiteY73" fmla="*/ 1319900 h 2475850"/>
                  <a:gd name="connsiteX74" fmla="*/ 1376960 w 1537011"/>
                  <a:gd name="connsiteY74" fmla="*/ 1166220 h 2475850"/>
                  <a:gd name="connsiteX75" fmla="*/ 1468276 w 1537011"/>
                  <a:gd name="connsiteY75" fmla="*/ 916026 h 2475850"/>
                  <a:gd name="connsiteX76" fmla="*/ 1468276 w 1537011"/>
                  <a:gd name="connsiteY76" fmla="*/ 599015 h 2475850"/>
                  <a:gd name="connsiteX77" fmla="*/ 1056236 w 1537011"/>
                  <a:gd name="connsiteY77" fmla="*/ 110506 h 2475850"/>
                  <a:gd name="connsiteX78" fmla="*/ 800630 w 1537011"/>
                  <a:gd name="connsiteY78" fmla="*/ 46764 h 2475850"/>
                  <a:gd name="connsiteX79" fmla="*/ 794163 w 1537011"/>
                  <a:gd name="connsiteY79" fmla="*/ 814 h 2475850"/>
                  <a:gd name="connsiteX80" fmla="*/ 1036191 w 1537011"/>
                  <a:gd name="connsiteY80" fmla="*/ 52598 h 2475850"/>
                  <a:gd name="connsiteX81" fmla="*/ 1503912 w 1537011"/>
                  <a:gd name="connsiteY81" fmla="*/ 551500 h 2475850"/>
                  <a:gd name="connsiteX82" fmla="*/ 1518761 w 1537011"/>
                  <a:gd name="connsiteY82" fmla="*/ 910830 h 2475850"/>
                  <a:gd name="connsiteX83" fmla="*/ 1377702 w 1537011"/>
                  <a:gd name="connsiteY83" fmla="*/ 1250855 h 2475850"/>
                  <a:gd name="connsiteX84" fmla="*/ 1264855 w 1537011"/>
                  <a:gd name="connsiteY84" fmla="*/ 1406020 h 2475850"/>
                  <a:gd name="connsiteX85" fmla="*/ 1163144 w 1537011"/>
                  <a:gd name="connsiteY85" fmla="*/ 1694078 h 2475850"/>
                  <a:gd name="connsiteX86" fmla="*/ 1115630 w 1537011"/>
                  <a:gd name="connsiteY86" fmla="*/ 1876711 h 2475850"/>
                  <a:gd name="connsiteX87" fmla="*/ 1149781 w 1537011"/>
                  <a:gd name="connsiteY87" fmla="*/ 1887848 h 2475850"/>
                  <a:gd name="connsiteX88" fmla="*/ 1229961 w 1537011"/>
                  <a:gd name="connsiteY88" fmla="*/ 1991044 h 2475850"/>
                  <a:gd name="connsiteX89" fmla="*/ 1126023 w 1537011"/>
                  <a:gd name="connsiteY89" fmla="*/ 2077164 h 2475850"/>
                  <a:gd name="connsiteX90" fmla="*/ 1100038 w 1537011"/>
                  <a:gd name="connsiteY90" fmla="*/ 2077906 h 2475850"/>
                  <a:gd name="connsiteX91" fmla="*/ 423698 w 1537011"/>
                  <a:gd name="connsiteY91" fmla="*/ 2054891 h 2475850"/>
                  <a:gd name="connsiteX92" fmla="*/ 368017 w 1537011"/>
                  <a:gd name="connsiteY92" fmla="*/ 2039300 h 2475850"/>
                  <a:gd name="connsiteX93" fmla="*/ 311594 w 1537011"/>
                  <a:gd name="connsiteY93" fmla="*/ 1951695 h 2475850"/>
                  <a:gd name="connsiteX94" fmla="*/ 382123 w 1537011"/>
                  <a:gd name="connsiteY94" fmla="*/ 1867803 h 2475850"/>
                  <a:gd name="connsiteX95" fmla="*/ 434092 w 1537011"/>
                  <a:gd name="connsiteY95" fmla="*/ 1854439 h 2475850"/>
                  <a:gd name="connsiteX96" fmla="*/ 387320 w 1537011"/>
                  <a:gd name="connsiteY96" fmla="*/ 1655472 h 2475850"/>
                  <a:gd name="connsiteX97" fmla="*/ 301199 w 1537011"/>
                  <a:gd name="connsiteY97" fmla="*/ 1459474 h 2475850"/>
                  <a:gd name="connsiteX98" fmla="*/ 137869 w 1537011"/>
                  <a:gd name="connsiteY98" fmla="*/ 1212992 h 2475850"/>
                  <a:gd name="connsiteX99" fmla="*/ 2748 w 1537011"/>
                  <a:gd name="connsiteY99" fmla="*/ 664348 h 2475850"/>
                  <a:gd name="connsiteX100" fmla="*/ 145292 w 1537011"/>
                  <a:gd name="connsiteY100" fmla="*/ 308730 h 2475850"/>
                  <a:gd name="connsiteX101" fmla="*/ 549909 w 1537011"/>
                  <a:gd name="connsiteY101" fmla="*/ 32552 h 2475850"/>
                  <a:gd name="connsiteX102" fmla="*/ 794163 w 1537011"/>
                  <a:gd name="connsiteY102" fmla="*/ 814 h 247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37011" h="2475850">
                    <a:moveTo>
                      <a:pt x="503138" y="2319191"/>
                    </a:moveTo>
                    <a:cubicBezTo>
                      <a:pt x="466017" y="2317706"/>
                      <a:pt x="444487" y="2334039"/>
                      <a:pt x="443744" y="2360024"/>
                    </a:cubicBezTo>
                    <a:cubicBezTo>
                      <a:pt x="443744" y="2385266"/>
                      <a:pt x="466017" y="2402342"/>
                      <a:pt x="501653" y="2403827"/>
                    </a:cubicBezTo>
                    <a:lnTo>
                      <a:pt x="1051782" y="2420160"/>
                    </a:lnTo>
                    <a:cubicBezTo>
                      <a:pt x="1074055" y="2418675"/>
                      <a:pt x="1094100" y="2407539"/>
                      <a:pt x="1097070" y="2383040"/>
                    </a:cubicBezTo>
                    <a:cubicBezTo>
                      <a:pt x="1099297" y="2357797"/>
                      <a:pt x="1080737" y="2345176"/>
                      <a:pt x="1058465" y="2339237"/>
                    </a:cubicBezTo>
                    <a:cubicBezTo>
                      <a:pt x="1047329" y="2336267"/>
                      <a:pt x="618212" y="2322161"/>
                      <a:pt x="503138" y="2319191"/>
                    </a:cubicBezTo>
                    <a:close/>
                    <a:moveTo>
                      <a:pt x="470472" y="2270192"/>
                    </a:moveTo>
                    <a:cubicBezTo>
                      <a:pt x="489032" y="2270192"/>
                      <a:pt x="506850" y="2269450"/>
                      <a:pt x="525411" y="2270192"/>
                    </a:cubicBezTo>
                    <a:lnTo>
                      <a:pt x="1067374" y="2287268"/>
                    </a:lnTo>
                    <a:cubicBezTo>
                      <a:pt x="1120828" y="2297661"/>
                      <a:pt x="1155721" y="2339237"/>
                      <a:pt x="1152751" y="2388236"/>
                    </a:cubicBezTo>
                    <a:cubicBezTo>
                      <a:pt x="1149782" y="2435751"/>
                      <a:pt x="1106721" y="2476583"/>
                      <a:pt x="1054010" y="2475841"/>
                    </a:cubicBezTo>
                    <a:lnTo>
                      <a:pt x="500911" y="2459508"/>
                    </a:lnTo>
                    <a:cubicBezTo>
                      <a:pt x="468245" y="2456662"/>
                      <a:pt x="464532" y="2455053"/>
                      <a:pt x="447457" y="2446887"/>
                    </a:cubicBezTo>
                    <a:cubicBezTo>
                      <a:pt x="410336" y="2428327"/>
                      <a:pt x="385837" y="2388978"/>
                      <a:pt x="391775" y="2352600"/>
                    </a:cubicBezTo>
                    <a:cubicBezTo>
                      <a:pt x="398457" y="2308055"/>
                      <a:pt x="425926" y="2280586"/>
                      <a:pt x="470472" y="2270192"/>
                    </a:cubicBezTo>
                    <a:close/>
                    <a:moveTo>
                      <a:pt x="460819" y="2117997"/>
                    </a:moveTo>
                    <a:cubicBezTo>
                      <a:pt x="445229" y="2117997"/>
                      <a:pt x="431123" y="2119481"/>
                      <a:pt x="417759" y="2125420"/>
                    </a:cubicBezTo>
                    <a:cubicBezTo>
                      <a:pt x="404395" y="2131360"/>
                      <a:pt x="391774" y="2140269"/>
                      <a:pt x="390290" y="2156602"/>
                    </a:cubicBezTo>
                    <a:cubicBezTo>
                      <a:pt x="388805" y="2173678"/>
                      <a:pt x="401425" y="2183329"/>
                      <a:pt x="414047" y="2190753"/>
                    </a:cubicBezTo>
                    <a:cubicBezTo>
                      <a:pt x="427411" y="2198919"/>
                      <a:pt x="443001" y="2201147"/>
                      <a:pt x="458592" y="2201147"/>
                    </a:cubicBezTo>
                    <a:lnTo>
                      <a:pt x="763724" y="2210798"/>
                    </a:lnTo>
                    <a:lnTo>
                      <a:pt x="1054751" y="2220450"/>
                    </a:lnTo>
                    <a:cubicBezTo>
                      <a:pt x="1072569" y="2221192"/>
                      <a:pt x="1090387" y="2221935"/>
                      <a:pt x="1106721" y="2215253"/>
                    </a:cubicBezTo>
                    <a:cubicBezTo>
                      <a:pt x="1121569" y="2209314"/>
                      <a:pt x="1134932" y="2201147"/>
                      <a:pt x="1136417" y="2182586"/>
                    </a:cubicBezTo>
                    <a:cubicBezTo>
                      <a:pt x="1137159" y="2163283"/>
                      <a:pt x="1124538" y="2154375"/>
                      <a:pt x="1110433" y="2146950"/>
                    </a:cubicBezTo>
                    <a:cubicBezTo>
                      <a:pt x="1090387" y="2136557"/>
                      <a:pt x="1067372" y="2137299"/>
                      <a:pt x="1045100" y="2136557"/>
                    </a:cubicBezTo>
                    <a:lnTo>
                      <a:pt x="460819" y="2117997"/>
                    </a:lnTo>
                    <a:close/>
                    <a:moveTo>
                      <a:pt x="425926" y="2063800"/>
                    </a:moveTo>
                    <a:cubicBezTo>
                      <a:pt x="438546" y="2064543"/>
                      <a:pt x="451910" y="2064543"/>
                      <a:pt x="465274" y="2065285"/>
                    </a:cubicBezTo>
                    <a:cubicBezTo>
                      <a:pt x="479379" y="2066770"/>
                      <a:pt x="493485" y="2066770"/>
                      <a:pt x="506849" y="2066770"/>
                    </a:cubicBezTo>
                    <a:lnTo>
                      <a:pt x="526151" y="2066770"/>
                    </a:lnTo>
                    <a:lnTo>
                      <a:pt x="1096326" y="2083845"/>
                    </a:lnTo>
                    <a:cubicBezTo>
                      <a:pt x="1109690" y="2090528"/>
                      <a:pt x="1123796" y="2089785"/>
                      <a:pt x="1137159" y="2097209"/>
                    </a:cubicBezTo>
                    <a:cubicBezTo>
                      <a:pt x="1172795" y="2117254"/>
                      <a:pt x="1195810" y="2143981"/>
                      <a:pt x="1192840" y="2187041"/>
                    </a:cubicBezTo>
                    <a:cubicBezTo>
                      <a:pt x="1190613" y="2229358"/>
                      <a:pt x="1164628" y="2253116"/>
                      <a:pt x="1128251" y="2267964"/>
                    </a:cubicBezTo>
                    <a:cubicBezTo>
                      <a:pt x="1118599" y="2272419"/>
                      <a:pt x="1108205" y="2273904"/>
                      <a:pt x="1097811" y="2276131"/>
                    </a:cubicBezTo>
                    <a:cubicBezTo>
                      <a:pt x="1078508" y="2276131"/>
                      <a:pt x="492000" y="2253116"/>
                      <a:pt x="443001" y="2256828"/>
                    </a:cubicBezTo>
                    <a:cubicBezTo>
                      <a:pt x="366532" y="2253858"/>
                      <a:pt x="313078" y="2187784"/>
                      <a:pt x="338320" y="2126163"/>
                    </a:cubicBezTo>
                    <a:cubicBezTo>
                      <a:pt x="353911" y="2088299"/>
                      <a:pt x="386577" y="2070482"/>
                      <a:pt x="425926" y="2063800"/>
                    </a:cubicBezTo>
                    <a:close/>
                    <a:moveTo>
                      <a:pt x="446713" y="1916802"/>
                    </a:moveTo>
                    <a:cubicBezTo>
                      <a:pt x="426668" y="1916059"/>
                      <a:pt x="407365" y="1919029"/>
                      <a:pt x="390289" y="1927939"/>
                    </a:cubicBezTo>
                    <a:cubicBezTo>
                      <a:pt x="364305" y="1941302"/>
                      <a:pt x="363563" y="1966543"/>
                      <a:pt x="388062" y="1982877"/>
                    </a:cubicBezTo>
                    <a:cubicBezTo>
                      <a:pt x="404395" y="1992528"/>
                      <a:pt x="421471" y="1996241"/>
                      <a:pt x="440773" y="1996983"/>
                    </a:cubicBezTo>
                    <a:lnTo>
                      <a:pt x="1098555" y="2018513"/>
                    </a:lnTo>
                    <a:cubicBezTo>
                      <a:pt x="1116372" y="2019255"/>
                      <a:pt x="1133448" y="2017029"/>
                      <a:pt x="1149038" y="2008119"/>
                    </a:cubicBezTo>
                    <a:cubicBezTo>
                      <a:pt x="1176507" y="1993271"/>
                      <a:pt x="1177992" y="1969513"/>
                      <a:pt x="1151266" y="1952438"/>
                    </a:cubicBezTo>
                    <a:cubicBezTo>
                      <a:pt x="1135674" y="1942787"/>
                      <a:pt x="1117115" y="1938332"/>
                      <a:pt x="1098555" y="1937590"/>
                    </a:cubicBezTo>
                    <a:lnTo>
                      <a:pt x="446713" y="1916802"/>
                    </a:lnTo>
                    <a:close/>
                    <a:moveTo>
                      <a:pt x="523923" y="192914"/>
                    </a:moveTo>
                    <a:cubicBezTo>
                      <a:pt x="480864" y="222610"/>
                      <a:pt x="443743" y="246368"/>
                      <a:pt x="408107" y="273095"/>
                    </a:cubicBezTo>
                    <a:cubicBezTo>
                      <a:pt x="311592" y="348079"/>
                      <a:pt x="229927" y="436426"/>
                      <a:pt x="183898" y="552985"/>
                    </a:cubicBezTo>
                    <a:cubicBezTo>
                      <a:pt x="149004" y="639105"/>
                      <a:pt x="140095" y="728938"/>
                      <a:pt x="150488" y="820997"/>
                    </a:cubicBezTo>
                    <a:cubicBezTo>
                      <a:pt x="163110" y="935329"/>
                      <a:pt x="194291" y="1044464"/>
                      <a:pt x="244033" y="1149145"/>
                    </a:cubicBezTo>
                    <a:cubicBezTo>
                      <a:pt x="244775" y="1149887"/>
                      <a:pt x="243290" y="1152114"/>
                      <a:pt x="242548" y="1156569"/>
                    </a:cubicBezTo>
                    <a:cubicBezTo>
                      <a:pt x="201715" y="1091237"/>
                      <a:pt x="174988" y="1022191"/>
                      <a:pt x="154200" y="950920"/>
                    </a:cubicBezTo>
                    <a:cubicBezTo>
                      <a:pt x="125989" y="852179"/>
                      <a:pt x="115595" y="751210"/>
                      <a:pt x="131186" y="648757"/>
                    </a:cubicBezTo>
                    <a:cubicBezTo>
                      <a:pt x="142322" y="573773"/>
                      <a:pt x="173503" y="506213"/>
                      <a:pt x="215821" y="443851"/>
                    </a:cubicBezTo>
                    <a:cubicBezTo>
                      <a:pt x="288578" y="336943"/>
                      <a:pt x="387319" y="260474"/>
                      <a:pt x="500165" y="201081"/>
                    </a:cubicBezTo>
                    <a:cubicBezTo>
                      <a:pt x="505363" y="198111"/>
                      <a:pt x="510560" y="197369"/>
                      <a:pt x="523923" y="192914"/>
                    </a:cubicBezTo>
                    <a:close/>
                    <a:moveTo>
                      <a:pt x="800630" y="46764"/>
                    </a:moveTo>
                    <a:cubicBezTo>
                      <a:pt x="771780" y="44996"/>
                      <a:pt x="742769" y="45142"/>
                      <a:pt x="713588" y="47343"/>
                    </a:cubicBezTo>
                    <a:cubicBezTo>
                      <a:pt x="674681" y="50278"/>
                      <a:pt x="635472" y="56866"/>
                      <a:pt x="595938" y="67446"/>
                    </a:cubicBezTo>
                    <a:cubicBezTo>
                      <a:pt x="425183" y="112734"/>
                      <a:pt x="287836" y="210732"/>
                      <a:pt x="175732" y="344366"/>
                    </a:cubicBezTo>
                    <a:cubicBezTo>
                      <a:pt x="100748" y="434199"/>
                      <a:pt x="62142" y="540364"/>
                      <a:pt x="49521" y="655438"/>
                    </a:cubicBezTo>
                    <a:cubicBezTo>
                      <a:pt x="32446" y="815058"/>
                      <a:pt x="71793" y="965026"/>
                      <a:pt x="137126" y="1109796"/>
                    </a:cubicBezTo>
                    <a:cubicBezTo>
                      <a:pt x="182413" y="1210023"/>
                      <a:pt x="249230" y="1296886"/>
                      <a:pt x="310109" y="1387460"/>
                    </a:cubicBezTo>
                    <a:cubicBezTo>
                      <a:pt x="373956" y="1482489"/>
                      <a:pt x="427410" y="1581972"/>
                      <a:pt x="440773" y="1695562"/>
                    </a:cubicBezTo>
                    <a:cubicBezTo>
                      <a:pt x="445228" y="1727486"/>
                      <a:pt x="454138" y="1759410"/>
                      <a:pt x="460819" y="1792076"/>
                    </a:cubicBezTo>
                    <a:cubicBezTo>
                      <a:pt x="464531" y="1810636"/>
                      <a:pt x="462764" y="1817754"/>
                      <a:pt x="492743" y="1817318"/>
                    </a:cubicBezTo>
                    <a:cubicBezTo>
                      <a:pt x="593727" y="1815849"/>
                      <a:pt x="965662" y="1836373"/>
                      <a:pt x="1065146" y="1836621"/>
                    </a:cubicBezTo>
                    <a:cubicBezTo>
                      <a:pt x="1079251" y="1838106"/>
                      <a:pt x="1085190" y="1832167"/>
                      <a:pt x="1089645" y="1818803"/>
                    </a:cubicBezTo>
                    <a:cubicBezTo>
                      <a:pt x="1103008" y="1776485"/>
                      <a:pt x="1111175" y="1731941"/>
                      <a:pt x="1116372" y="1688138"/>
                    </a:cubicBezTo>
                    <a:cubicBezTo>
                      <a:pt x="1132705" y="1550791"/>
                      <a:pt x="1179477" y="1427550"/>
                      <a:pt x="1268567" y="1319900"/>
                    </a:cubicBezTo>
                    <a:cubicBezTo>
                      <a:pt x="1307915" y="1271643"/>
                      <a:pt x="1343551" y="1219674"/>
                      <a:pt x="1376960" y="1166220"/>
                    </a:cubicBezTo>
                    <a:cubicBezTo>
                      <a:pt x="1425217" y="1089752"/>
                      <a:pt x="1448232" y="1002889"/>
                      <a:pt x="1468276" y="916026"/>
                    </a:cubicBezTo>
                    <a:cubicBezTo>
                      <a:pt x="1493519" y="809861"/>
                      <a:pt x="1500201" y="703696"/>
                      <a:pt x="1468276" y="599015"/>
                    </a:cubicBezTo>
                    <a:cubicBezTo>
                      <a:pt x="1401459" y="377775"/>
                      <a:pt x="1275248" y="204792"/>
                      <a:pt x="1056236" y="110506"/>
                    </a:cubicBezTo>
                    <a:cubicBezTo>
                      <a:pt x="972297" y="74592"/>
                      <a:pt x="887183" y="52067"/>
                      <a:pt x="800630" y="46764"/>
                    </a:cubicBezTo>
                    <a:close/>
                    <a:moveTo>
                      <a:pt x="794163" y="814"/>
                    </a:moveTo>
                    <a:cubicBezTo>
                      <a:pt x="875086" y="4712"/>
                      <a:pt x="955638" y="22530"/>
                      <a:pt x="1036191" y="52598"/>
                    </a:cubicBezTo>
                    <a:cubicBezTo>
                      <a:pt x="1275248" y="140945"/>
                      <a:pt x="1421504" y="317640"/>
                      <a:pt x="1503912" y="551500"/>
                    </a:cubicBezTo>
                    <a:cubicBezTo>
                      <a:pt x="1544745" y="668802"/>
                      <a:pt x="1545488" y="789816"/>
                      <a:pt x="1518761" y="910830"/>
                    </a:cubicBezTo>
                    <a:cubicBezTo>
                      <a:pt x="1492034" y="1032586"/>
                      <a:pt x="1457140" y="1149887"/>
                      <a:pt x="1377702" y="1250855"/>
                    </a:cubicBezTo>
                    <a:cubicBezTo>
                      <a:pt x="1337612" y="1300597"/>
                      <a:pt x="1301233" y="1354051"/>
                      <a:pt x="1264855" y="1406020"/>
                    </a:cubicBezTo>
                    <a:cubicBezTo>
                      <a:pt x="1203977" y="1492140"/>
                      <a:pt x="1177250" y="1590882"/>
                      <a:pt x="1163144" y="1694078"/>
                    </a:cubicBezTo>
                    <a:cubicBezTo>
                      <a:pt x="1154235" y="1756440"/>
                      <a:pt x="1146811" y="1819546"/>
                      <a:pt x="1115630" y="1876711"/>
                    </a:cubicBezTo>
                    <a:cubicBezTo>
                      <a:pt x="1125281" y="1884878"/>
                      <a:pt x="1138644" y="1884136"/>
                      <a:pt x="1149781" y="1887848"/>
                    </a:cubicBezTo>
                    <a:cubicBezTo>
                      <a:pt x="1203235" y="1904923"/>
                      <a:pt x="1235158" y="1945757"/>
                      <a:pt x="1229961" y="1991044"/>
                    </a:cubicBezTo>
                    <a:cubicBezTo>
                      <a:pt x="1224022" y="2034846"/>
                      <a:pt x="1177992" y="2073451"/>
                      <a:pt x="1126023" y="2077164"/>
                    </a:cubicBezTo>
                    <a:cubicBezTo>
                      <a:pt x="1117857" y="2077906"/>
                      <a:pt x="1108948" y="2077906"/>
                      <a:pt x="1100038" y="2077906"/>
                    </a:cubicBezTo>
                    <a:cubicBezTo>
                      <a:pt x="1038418" y="2074936"/>
                      <a:pt x="496455" y="2056376"/>
                      <a:pt x="423698" y="2054891"/>
                    </a:cubicBezTo>
                    <a:cubicBezTo>
                      <a:pt x="403653" y="2055633"/>
                      <a:pt x="385093" y="2048210"/>
                      <a:pt x="368017" y="2039300"/>
                    </a:cubicBezTo>
                    <a:cubicBezTo>
                      <a:pt x="333866" y="2020740"/>
                      <a:pt x="309366" y="1994013"/>
                      <a:pt x="311594" y="1951695"/>
                    </a:cubicBezTo>
                    <a:cubicBezTo>
                      <a:pt x="314565" y="1907151"/>
                      <a:pt x="344260" y="1882651"/>
                      <a:pt x="382123" y="1867803"/>
                    </a:cubicBezTo>
                    <a:cubicBezTo>
                      <a:pt x="397714" y="1861121"/>
                      <a:pt x="415532" y="1858893"/>
                      <a:pt x="434092" y="1854439"/>
                    </a:cubicBezTo>
                    <a:cubicBezTo>
                      <a:pt x="408107" y="1790591"/>
                      <a:pt x="400684" y="1722289"/>
                      <a:pt x="387320" y="1655472"/>
                    </a:cubicBezTo>
                    <a:cubicBezTo>
                      <a:pt x="372471" y="1584200"/>
                      <a:pt x="337578" y="1521837"/>
                      <a:pt x="301199" y="1459474"/>
                    </a:cubicBezTo>
                    <a:cubicBezTo>
                      <a:pt x="251458" y="1374096"/>
                      <a:pt x="185383" y="1299855"/>
                      <a:pt x="137869" y="1212992"/>
                    </a:cubicBezTo>
                    <a:cubicBezTo>
                      <a:pt x="44324" y="1041494"/>
                      <a:pt x="-13585" y="861830"/>
                      <a:pt x="2748" y="664348"/>
                    </a:cubicBezTo>
                    <a:cubicBezTo>
                      <a:pt x="13885" y="531456"/>
                      <a:pt x="57687" y="409699"/>
                      <a:pt x="145292" y="308730"/>
                    </a:cubicBezTo>
                    <a:cubicBezTo>
                      <a:pt x="254428" y="180293"/>
                      <a:pt x="387320" y="83779"/>
                      <a:pt x="549909" y="32552"/>
                    </a:cubicBezTo>
                    <a:cubicBezTo>
                      <a:pt x="631946" y="6939"/>
                      <a:pt x="713240" y="-3084"/>
                      <a:pt x="794163" y="814"/>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sp>
            <p:nvSpPr>
              <p:cNvPr id="21" name="Freeform: Shape 20">
                <a:extLst>
                  <a:ext uri="{FF2B5EF4-FFF2-40B4-BE49-F238E27FC236}">
                    <a16:creationId xmlns:a16="http://schemas.microsoft.com/office/drawing/2014/main" xmlns="" id="{2055AE3E-1E2C-54E2-2133-8F0419BED34D}"/>
                  </a:ext>
                </a:extLst>
              </p:cNvPr>
              <p:cNvSpPr/>
              <p:nvPr/>
            </p:nvSpPr>
            <p:spPr>
              <a:xfrm rot="628173">
                <a:off x="7558838" y="2427102"/>
                <a:ext cx="937061" cy="1282256"/>
              </a:xfrm>
              <a:custGeom>
                <a:avLst/>
                <a:gdLst>
                  <a:gd name="connsiteX0" fmla="*/ 72231 w 937061"/>
                  <a:gd name="connsiteY0" fmla="*/ 508194 h 1282256"/>
                  <a:gd name="connsiteX1" fmla="*/ 139689 w 937061"/>
                  <a:gd name="connsiteY1" fmla="*/ 559080 h 1282256"/>
                  <a:gd name="connsiteX2" fmla="*/ 137581 w 937061"/>
                  <a:gd name="connsiteY2" fmla="*/ 579636 h 1282256"/>
                  <a:gd name="connsiteX3" fmla="*/ 173595 w 937061"/>
                  <a:gd name="connsiteY3" fmla="*/ 561778 h 1282256"/>
                  <a:gd name="connsiteX4" fmla="*/ 235622 w 937061"/>
                  <a:gd name="connsiteY4" fmla="*/ 562333 h 1282256"/>
                  <a:gd name="connsiteX5" fmla="*/ 265212 w 937061"/>
                  <a:gd name="connsiteY5" fmla="*/ 596791 h 1282256"/>
                  <a:gd name="connsiteX6" fmla="*/ 264188 w 937061"/>
                  <a:gd name="connsiteY6" fmla="*/ 602277 h 1282256"/>
                  <a:gd name="connsiteX7" fmla="*/ 251467 w 937061"/>
                  <a:gd name="connsiteY7" fmla="*/ 657997 h 1282256"/>
                  <a:gd name="connsiteX8" fmla="*/ 248802 w 937061"/>
                  <a:gd name="connsiteY8" fmla="*/ 665620 h 1282256"/>
                  <a:gd name="connsiteX9" fmla="*/ 226702 w 937061"/>
                  <a:gd name="connsiteY9" fmla="*/ 731221 h 1282256"/>
                  <a:gd name="connsiteX10" fmla="*/ 292287 w 937061"/>
                  <a:gd name="connsiteY10" fmla="*/ 797322 h 1282256"/>
                  <a:gd name="connsiteX11" fmla="*/ 318540 w 937061"/>
                  <a:gd name="connsiteY11" fmla="*/ 799397 h 1282256"/>
                  <a:gd name="connsiteX12" fmla="*/ 386587 w 937061"/>
                  <a:gd name="connsiteY12" fmla="*/ 855674 h 1282256"/>
                  <a:gd name="connsiteX13" fmla="*/ 391213 w 937061"/>
                  <a:gd name="connsiteY13" fmla="*/ 832209 h 1282256"/>
                  <a:gd name="connsiteX14" fmla="*/ 339010 w 937061"/>
                  <a:gd name="connsiteY14" fmla="*/ 777893 h 1282256"/>
                  <a:gd name="connsiteX15" fmla="*/ 374294 w 937061"/>
                  <a:gd name="connsiteY15" fmla="*/ 724114 h 1282256"/>
                  <a:gd name="connsiteX16" fmla="*/ 365526 w 937061"/>
                  <a:gd name="connsiteY16" fmla="*/ 703124 h 1282256"/>
                  <a:gd name="connsiteX17" fmla="*/ 314275 w 937061"/>
                  <a:gd name="connsiteY17" fmla="*/ 774111 h 1282256"/>
                  <a:gd name="connsiteX18" fmla="*/ 255752 w 937061"/>
                  <a:gd name="connsiteY18" fmla="*/ 746224 h 1282256"/>
                  <a:gd name="connsiteX19" fmla="*/ 257804 w 937061"/>
                  <a:gd name="connsiteY19" fmla="*/ 700011 h 1282256"/>
                  <a:gd name="connsiteX20" fmla="*/ 281358 w 937061"/>
                  <a:gd name="connsiteY20" fmla="*/ 666529 h 1282256"/>
                  <a:gd name="connsiteX21" fmla="*/ 276069 w 937061"/>
                  <a:gd name="connsiteY21" fmla="*/ 646729 h 1282256"/>
                  <a:gd name="connsiteX22" fmla="*/ 315725 w 937061"/>
                  <a:gd name="connsiteY22" fmla="*/ 605586 h 1282256"/>
                  <a:gd name="connsiteX23" fmla="*/ 348811 w 937061"/>
                  <a:gd name="connsiteY23" fmla="*/ 615972 h 1282256"/>
                  <a:gd name="connsiteX24" fmla="*/ 355707 w 937061"/>
                  <a:gd name="connsiteY24" fmla="*/ 609198 h 1282256"/>
                  <a:gd name="connsiteX25" fmla="*/ 423989 w 937061"/>
                  <a:gd name="connsiteY25" fmla="*/ 603914 h 1282256"/>
                  <a:gd name="connsiteX26" fmla="*/ 462978 w 937061"/>
                  <a:gd name="connsiteY26" fmla="*/ 667189 h 1282256"/>
                  <a:gd name="connsiteX27" fmla="*/ 447498 w 937061"/>
                  <a:gd name="connsiteY27" fmla="*/ 742160 h 1282256"/>
                  <a:gd name="connsiteX28" fmla="*/ 444272 w 937061"/>
                  <a:gd name="connsiteY28" fmla="*/ 747849 h 1282256"/>
                  <a:gd name="connsiteX29" fmla="*/ 468977 w 937061"/>
                  <a:gd name="connsiteY29" fmla="*/ 772413 h 1282256"/>
                  <a:gd name="connsiteX30" fmla="*/ 495847 w 937061"/>
                  <a:gd name="connsiteY30" fmla="*/ 863799 h 1282256"/>
                  <a:gd name="connsiteX31" fmla="*/ 444271 w 937061"/>
                  <a:gd name="connsiteY31" fmla="*/ 922014 h 1282256"/>
                  <a:gd name="connsiteX32" fmla="*/ 431747 w 937061"/>
                  <a:gd name="connsiteY32" fmla="*/ 921551 h 1282256"/>
                  <a:gd name="connsiteX33" fmla="*/ 442410 w 937061"/>
                  <a:gd name="connsiteY33" fmla="*/ 937592 h 1282256"/>
                  <a:gd name="connsiteX34" fmla="*/ 543619 w 937061"/>
                  <a:gd name="connsiteY34" fmla="*/ 1186492 h 1282256"/>
                  <a:gd name="connsiteX35" fmla="*/ 566594 w 937061"/>
                  <a:gd name="connsiteY35" fmla="*/ 1273228 h 1282256"/>
                  <a:gd name="connsiteX36" fmla="*/ 531195 w 937061"/>
                  <a:gd name="connsiteY36" fmla="*/ 1282256 h 1282256"/>
                  <a:gd name="connsiteX37" fmla="*/ 510987 w 937061"/>
                  <a:gd name="connsiteY37" fmla="*/ 1183176 h 1282256"/>
                  <a:gd name="connsiteX38" fmla="*/ 419465 w 937061"/>
                  <a:gd name="connsiteY38" fmla="*/ 965735 h 1282256"/>
                  <a:gd name="connsiteX39" fmla="*/ 380666 w 937061"/>
                  <a:gd name="connsiteY39" fmla="*/ 911088 h 1282256"/>
                  <a:gd name="connsiteX40" fmla="*/ 370913 w 937061"/>
                  <a:gd name="connsiteY40" fmla="*/ 906441 h 1282256"/>
                  <a:gd name="connsiteX41" fmla="*/ 360466 w 937061"/>
                  <a:gd name="connsiteY41" fmla="*/ 906130 h 1282256"/>
                  <a:gd name="connsiteX42" fmla="*/ 314518 w 937061"/>
                  <a:gd name="connsiteY42" fmla="*/ 920936 h 1282256"/>
                  <a:gd name="connsiteX43" fmla="*/ 256927 w 937061"/>
                  <a:gd name="connsiteY43" fmla="*/ 880449 h 1282256"/>
                  <a:gd name="connsiteX44" fmla="*/ 248732 w 937061"/>
                  <a:gd name="connsiteY44" fmla="*/ 847130 h 1282256"/>
                  <a:gd name="connsiteX45" fmla="*/ 247889 w 937061"/>
                  <a:gd name="connsiteY45" fmla="*/ 840361 h 1282256"/>
                  <a:gd name="connsiteX46" fmla="*/ 220304 w 937061"/>
                  <a:gd name="connsiteY46" fmla="*/ 848717 h 1282256"/>
                  <a:gd name="connsiteX47" fmla="*/ 136302 w 937061"/>
                  <a:gd name="connsiteY47" fmla="*/ 795389 h 1282256"/>
                  <a:gd name="connsiteX48" fmla="*/ 132240 w 937061"/>
                  <a:gd name="connsiteY48" fmla="*/ 772306 h 1282256"/>
                  <a:gd name="connsiteX49" fmla="*/ 132030 w 937061"/>
                  <a:gd name="connsiteY49" fmla="*/ 749123 h 1282256"/>
                  <a:gd name="connsiteX50" fmla="*/ 118944 w 937061"/>
                  <a:gd name="connsiteY50" fmla="*/ 746653 h 1282256"/>
                  <a:gd name="connsiteX51" fmla="*/ 28110 w 937061"/>
                  <a:gd name="connsiteY51" fmla="*/ 666272 h 1282256"/>
                  <a:gd name="connsiteX52" fmla="*/ 18430 w 937061"/>
                  <a:gd name="connsiteY52" fmla="*/ 570895 h 1282256"/>
                  <a:gd name="connsiteX53" fmla="*/ 72231 w 937061"/>
                  <a:gd name="connsiteY53" fmla="*/ 508194 h 1282256"/>
                  <a:gd name="connsiteX54" fmla="*/ 828778 w 937061"/>
                  <a:gd name="connsiteY54" fmla="*/ 368188 h 1282256"/>
                  <a:gd name="connsiteX55" fmla="*/ 903402 w 937061"/>
                  <a:gd name="connsiteY55" fmla="*/ 393916 h 1282256"/>
                  <a:gd name="connsiteX56" fmla="*/ 921670 w 937061"/>
                  <a:gd name="connsiteY56" fmla="*/ 560021 h 1282256"/>
                  <a:gd name="connsiteX57" fmla="*/ 873673 w 937061"/>
                  <a:gd name="connsiteY57" fmla="*/ 610037 h 1282256"/>
                  <a:gd name="connsiteX58" fmla="*/ 870382 w 937061"/>
                  <a:gd name="connsiteY58" fmla="*/ 612071 h 1282256"/>
                  <a:gd name="connsiteX59" fmla="*/ 881183 w 937061"/>
                  <a:gd name="connsiteY59" fmla="*/ 655093 h 1282256"/>
                  <a:gd name="connsiteX60" fmla="*/ 811085 w 937061"/>
                  <a:gd name="connsiteY60" fmla="*/ 738732 h 1282256"/>
                  <a:gd name="connsiteX61" fmla="*/ 793636 w 937061"/>
                  <a:gd name="connsiteY61" fmla="*/ 739105 h 1282256"/>
                  <a:gd name="connsiteX62" fmla="*/ 799023 w 937061"/>
                  <a:gd name="connsiteY62" fmla="*/ 768256 h 1282256"/>
                  <a:gd name="connsiteX63" fmla="*/ 794668 w 937061"/>
                  <a:gd name="connsiteY63" fmla="*/ 805320 h 1282256"/>
                  <a:gd name="connsiteX64" fmla="*/ 736637 w 937061"/>
                  <a:gd name="connsiteY64" fmla="*/ 842933 h 1282256"/>
                  <a:gd name="connsiteX65" fmla="*/ 711441 w 937061"/>
                  <a:gd name="connsiteY65" fmla="*/ 841070 h 1282256"/>
                  <a:gd name="connsiteX66" fmla="*/ 702708 w 937061"/>
                  <a:gd name="connsiteY66" fmla="*/ 844516 h 1282256"/>
                  <a:gd name="connsiteX67" fmla="*/ 683025 w 937061"/>
                  <a:gd name="connsiteY67" fmla="*/ 866563 h 1282256"/>
                  <a:gd name="connsiteX68" fmla="*/ 657843 w 937061"/>
                  <a:gd name="connsiteY68" fmla="*/ 881435 h 1282256"/>
                  <a:gd name="connsiteX69" fmla="*/ 694319 w 937061"/>
                  <a:gd name="connsiteY69" fmla="*/ 1016214 h 1282256"/>
                  <a:gd name="connsiteX70" fmla="*/ 713201 w 937061"/>
                  <a:gd name="connsiteY70" fmla="*/ 1156998 h 1282256"/>
                  <a:gd name="connsiteX71" fmla="*/ 720960 w 937061"/>
                  <a:gd name="connsiteY71" fmla="*/ 1258622 h 1282256"/>
                  <a:gd name="connsiteX72" fmla="*/ 679557 w 937061"/>
                  <a:gd name="connsiteY72" fmla="*/ 1261399 h 1282256"/>
                  <a:gd name="connsiteX73" fmla="*/ 677437 w 937061"/>
                  <a:gd name="connsiteY73" fmla="*/ 1146560 h 1282256"/>
                  <a:gd name="connsiteX74" fmla="*/ 658812 w 937061"/>
                  <a:gd name="connsiteY74" fmla="*/ 1013559 h 1282256"/>
                  <a:gd name="connsiteX75" fmla="*/ 620096 w 937061"/>
                  <a:gd name="connsiteY75" fmla="*/ 884815 h 1282256"/>
                  <a:gd name="connsiteX76" fmla="*/ 617487 w 937061"/>
                  <a:gd name="connsiteY76" fmla="*/ 885041 h 1282256"/>
                  <a:gd name="connsiteX77" fmla="*/ 582656 w 937061"/>
                  <a:gd name="connsiteY77" fmla="*/ 865072 h 1282256"/>
                  <a:gd name="connsiteX78" fmla="*/ 558217 w 937061"/>
                  <a:gd name="connsiteY78" fmla="*/ 771403 h 1282256"/>
                  <a:gd name="connsiteX79" fmla="*/ 575867 w 937061"/>
                  <a:gd name="connsiteY79" fmla="*/ 722513 h 1282256"/>
                  <a:gd name="connsiteX80" fmla="*/ 560670 w 937061"/>
                  <a:gd name="connsiteY80" fmla="*/ 708618 h 1282256"/>
                  <a:gd name="connsiteX81" fmla="*/ 534291 w 937061"/>
                  <a:gd name="connsiteY81" fmla="*/ 600031 h 1282256"/>
                  <a:gd name="connsiteX82" fmla="*/ 572231 w 937061"/>
                  <a:gd name="connsiteY82" fmla="*/ 560631 h 1282256"/>
                  <a:gd name="connsiteX83" fmla="*/ 603475 w 937061"/>
                  <a:gd name="connsiteY83" fmla="*/ 559950 h 1282256"/>
                  <a:gd name="connsiteX84" fmla="*/ 618559 w 937061"/>
                  <a:gd name="connsiteY84" fmla="*/ 565514 h 1282256"/>
                  <a:gd name="connsiteX85" fmla="*/ 649454 w 937061"/>
                  <a:gd name="connsiteY85" fmla="*/ 543101 h 1282256"/>
                  <a:gd name="connsiteX86" fmla="*/ 697970 w 937061"/>
                  <a:gd name="connsiteY86" fmla="*/ 567543 h 1282256"/>
                  <a:gd name="connsiteX87" fmla="*/ 700456 w 937061"/>
                  <a:gd name="connsiteY87" fmla="*/ 590917 h 1282256"/>
                  <a:gd name="connsiteX88" fmla="*/ 720550 w 937061"/>
                  <a:gd name="connsiteY88" fmla="*/ 600445 h 1282256"/>
                  <a:gd name="connsiteX89" fmla="*/ 751604 w 937061"/>
                  <a:gd name="connsiteY89" fmla="*/ 639520 h 1282256"/>
                  <a:gd name="connsiteX90" fmla="*/ 738347 w 937061"/>
                  <a:gd name="connsiteY90" fmla="*/ 683525 h 1282256"/>
                  <a:gd name="connsiteX91" fmla="*/ 707956 w 937061"/>
                  <a:gd name="connsiteY91" fmla="*/ 700956 h 1282256"/>
                  <a:gd name="connsiteX92" fmla="*/ 634896 w 937061"/>
                  <a:gd name="connsiteY92" fmla="*/ 651717 h 1282256"/>
                  <a:gd name="connsiteX93" fmla="*/ 633997 w 937061"/>
                  <a:gd name="connsiteY93" fmla="*/ 675512 h 1282256"/>
                  <a:gd name="connsiteX94" fmla="*/ 687058 w 937061"/>
                  <a:gd name="connsiteY94" fmla="*/ 716835 h 1282256"/>
                  <a:gd name="connsiteX95" fmla="*/ 656986 w 937061"/>
                  <a:gd name="connsiteY95" fmla="*/ 782282 h 1282256"/>
                  <a:gd name="connsiteX96" fmla="*/ 669532 w 937061"/>
                  <a:gd name="connsiteY96" fmla="*/ 802778 h 1282256"/>
                  <a:gd name="connsiteX97" fmla="*/ 712109 w 937061"/>
                  <a:gd name="connsiteY97" fmla="*/ 736651 h 1282256"/>
                  <a:gd name="connsiteX98" fmla="*/ 723692 w 937061"/>
                  <a:gd name="connsiteY98" fmla="*/ 721066 h 1282256"/>
                  <a:gd name="connsiteX99" fmla="*/ 776459 w 937061"/>
                  <a:gd name="connsiteY99" fmla="*/ 653872 h 1282256"/>
                  <a:gd name="connsiteX100" fmla="*/ 733368 w 937061"/>
                  <a:gd name="connsiteY100" fmla="*/ 578317 h 1282256"/>
                  <a:gd name="connsiteX101" fmla="*/ 723890 w 937061"/>
                  <a:gd name="connsiteY101" fmla="*/ 565605 h 1282256"/>
                  <a:gd name="connsiteX102" fmla="*/ 694098 w 937061"/>
                  <a:gd name="connsiteY102" fmla="*/ 523444 h 1282256"/>
                  <a:gd name="connsiteX103" fmla="*/ 690243 w 937061"/>
                  <a:gd name="connsiteY103" fmla="*/ 515805 h 1282256"/>
                  <a:gd name="connsiteX104" fmla="*/ 698774 w 937061"/>
                  <a:gd name="connsiteY104" fmla="*/ 485914 h 1282256"/>
                  <a:gd name="connsiteX105" fmla="*/ 755797 w 937061"/>
                  <a:gd name="connsiteY105" fmla="*/ 452765 h 1282256"/>
                  <a:gd name="connsiteX106" fmla="*/ 802978 w 937061"/>
                  <a:gd name="connsiteY106" fmla="*/ 455658 h 1282256"/>
                  <a:gd name="connsiteX107" fmla="*/ 792796 w 937061"/>
                  <a:gd name="connsiteY107" fmla="*/ 434725 h 1282256"/>
                  <a:gd name="connsiteX108" fmla="*/ 828778 w 937061"/>
                  <a:gd name="connsiteY108" fmla="*/ 368188 h 1282256"/>
                  <a:gd name="connsiteX109" fmla="*/ 80732 w 937061"/>
                  <a:gd name="connsiteY109" fmla="*/ 236718 h 1282256"/>
                  <a:gd name="connsiteX110" fmla="*/ 85733 w 937061"/>
                  <a:gd name="connsiteY110" fmla="*/ 243941 h 1282256"/>
                  <a:gd name="connsiteX111" fmla="*/ 165483 w 937061"/>
                  <a:gd name="connsiteY111" fmla="*/ 295204 h 1282256"/>
                  <a:gd name="connsiteX112" fmla="*/ 199590 w 937061"/>
                  <a:gd name="connsiteY112" fmla="*/ 324345 h 1282256"/>
                  <a:gd name="connsiteX113" fmla="*/ 183395 w 937061"/>
                  <a:gd name="connsiteY113" fmla="*/ 381115 h 1282256"/>
                  <a:gd name="connsiteX114" fmla="*/ 167577 w 937061"/>
                  <a:gd name="connsiteY114" fmla="*/ 388113 h 1282256"/>
                  <a:gd name="connsiteX115" fmla="*/ 179565 w 937061"/>
                  <a:gd name="connsiteY115" fmla="*/ 401175 h 1282256"/>
                  <a:gd name="connsiteX116" fmla="*/ 179992 w 937061"/>
                  <a:gd name="connsiteY116" fmla="*/ 449781 h 1282256"/>
                  <a:gd name="connsiteX117" fmla="*/ 108044 w 937061"/>
                  <a:gd name="connsiteY117" fmla="*/ 482632 h 1282256"/>
                  <a:gd name="connsiteX118" fmla="*/ 27201 w 937061"/>
                  <a:gd name="connsiteY118" fmla="*/ 505923 h 1282256"/>
                  <a:gd name="connsiteX119" fmla="*/ 570 w 937061"/>
                  <a:gd name="connsiteY119" fmla="*/ 441177 h 1282256"/>
                  <a:gd name="connsiteX120" fmla="*/ 70413 w 937061"/>
                  <a:gd name="connsiteY120" fmla="*/ 361661 h 1282256"/>
                  <a:gd name="connsiteX121" fmla="*/ 65724 w 937061"/>
                  <a:gd name="connsiteY121" fmla="*/ 357231 h 1282256"/>
                  <a:gd name="connsiteX122" fmla="*/ 36050 w 937061"/>
                  <a:gd name="connsiteY122" fmla="*/ 293659 h 1282256"/>
                  <a:gd name="connsiteX123" fmla="*/ 80732 w 937061"/>
                  <a:gd name="connsiteY123" fmla="*/ 236718 h 1282256"/>
                  <a:gd name="connsiteX124" fmla="*/ 734063 w 937061"/>
                  <a:gd name="connsiteY124" fmla="*/ 115786 h 1282256"/>
                  <a:gd name="connsiteX125" fmla="*/ 800039 w 937061"/>
                  <a:gd name="connsiteY125" fmla="*/ 168575 h 1282256"/>
                  <a:gd name="connsiteX126" fmla="*/ 790133 w 937061"/>
                  <a:gd name="connsiteY126" fmla="*/ 225202 h 1282256"/>
                  <a:gd name="connsiteX127" fmla="*/ 788636 w 937061"/>
                  <a:gd name="connsiteY127" fmla="*/ 228126 h 1282256"/>
                  <a:gd name="connsiteX128" fmla="*/ 788782 w 937061"/>
                  <a:gd name="connsiteY128" fmla="*/ 228914 h 1282256"/>
                  <a:gd name="connsiteX129" fmla="*/ 879477 w 937061"/>
                  <a:gd name="connsiteY129" fmla="*/ 273265 h 1282256"/>
                  <a:gd name="connsiteX130" fmla="*/ 880462 w 937061"/>
                  <a:gd name="connsiteY130" fmla="*/ 348046 h 1282256"/>
                  <a:gd name="connsiteX131" fmla="*/ 875371 w 937061"/>
                  <a:gd name="connsiteY131" fmla="*/ 346949 h 1282256"/>
                  <a:gd name="connsiteX132" fmla="*/ 802289 w 937061"/>
                  <a:gd name="connsiteY132" fmla="*/ 352714 h 1282256"/>
                  <a:gd name="connsiteX133" fmla="*/ 731227 w 937061"/>
                  <a:gd name="connsiteY133" fmla="*/ 357290 h 1282256"/>
                  <a:gd name="connsiteX134" fmla="*/ 699035 w 937061"/>
                  <a:gd name="connsiteY134" fmla="*/ 320868 h 1282256"/>
                  <a:gd name="connsiteX135" fmla="*/ 705546 w 937061"/>
                  <a:gd name="connsiteY135" fmla="*/ 292165 h 1282256"/>
                  <a:gd name="connsiteX136" fmla="*/ 707611 w 937061"/>
                  <a:gd name="connsiteY136" fmla="*/ 287913 h 1282256"/>
                  <a:gd name="connsiteX137" fmla="*/ 691898 w 937061"/>
                  <a:gd name="connsiteY137" fmla="*/ 287761 h 1282256"/>
                  <a:gd name="connsiteX138" fmla="*/ 656836 w 937061"/>
                  <a:gd name="connsiteY138" fmla="*/ 256759 h 1282256"/>
                  <a:gd name="connsiteX139" fmla="*/ 657076 w 937061"/>
                  <a:gd name="connsiteY139" fmla="*/ 221678 h 1282256"/>
                  <a:gd name="connsiteX140" fmla="*/ 672162 w 937061"/>
                  <a:gd name="connsiteY140" fmla="*/ 203002 h 1282256"/>
                  <a:gd name="connsiteX141" fmla="*/ 732996 w 937061"/>
                  <a:gd name="connsiteY141" fmla="*/ 118834 h 1282256"/>
                  <a:gd name="connsiteX142" fmla="*/ 734063 w 937061"/>
                  <a:gd name="connsiteY142" fmla="*/ 115786 h 1282256"/>
                  <a:gd name="connsiteX143" fmla="*/ 234805 w 937061"/>
                  <a:gd name="connsiteY143" fmla="*/ 54681 h 1282256"/>
                  <a:gd name="connsiteX144" fmla="*/ 265378 w 937061"/>
                  <a:gd name="connsiteY144" fmla="*/ 49820 h 1282256"/>
                  <a:gd name="connsiteX145" fmla="*/ 314937 w 937061"/>
                  <a:gd name="connsiteY145" fmla="*/ 75496 h 1282256"/>
                  <a:gd name="connsiteX146" fmla="*/ 345601 w 937061"/>
                  <a:gd name="connsiteY146" fmla="*/ 197347 h 1282256"/>
                  <a:gd name="connsiteX147" fmla="*/ 334083 w 937061"/>
                  <a:gd name="connsiteY147" fmla="*/ 235327 h 1282256"/>
                  <a:gd name="connsiteX148" fmla="*/ 353353 w 937061"/>
                  <a:gd name="connsiteY148" fmla="*/ 413468 h 1282256"/>
                  <a:gd name="connsiteX149" fmla="*/ 418223 w 937061"/>
                  <a:gd name="connsiteY149" fmla="*/ 498850 h 1282256"/>
                  <a:gd name="connsiteX150" fmla="*/ 414075 w 937061"/>
                  <a:gd name="connsiteY150" fmla="*/ 570097 h 1282256"/>
                  <a:gd name="connsiteX151" fmla="*/ 374791 w 937061"/>
                  <a:gd name="connsiteY151" fmla="*/ 572468 h 1282256"/>
                  <a:gd name="connsiteX152" fmla="*/ 347212 w 937061"/>
                  <a:gd name="connsiteY152" fmla="*/ 583064 h 1282256"/>
                  <a:gd name="connsiteX153" fmla="*/ 340945 w 937061"/>
                  <a:gd name="connsiteY153" fmla="*/ 584425 h 1282256"/>
                  <a:gd name="connsiteX154" fmla="*/ 286621 w 937061"/>
                  <a:gd name="connsiteY154" fmla="*/ 583668 h 1282256"/>
                  <a:gd name="connsiteX155" fmla="*/ 233948 w 937061"/>
                  <a:gd name="connsiteY155" fmla="*/ 534531 h 1282256"/>
                  <a:gd name="connsiteX156" fmla="*/ 162779 w 937061"/>
                  <a:gd name="connsiteY156" fmla="*/ 538517 h 1282256"/>
                  <a:gd name="connsiteX157" fmla="*/ 146371 w 937061"/>
                  <a:gd name="connsiteY157" fmla="*/ 502641 h 1282256"/>
                  <a:gd name="connsiteX158" fmla="*/ 196829 w 937061"/>
                  <a:gd name="connsiteY158" fmla="*/ 467040 h 1282256"/>
                  <a:gd name="connsiteX159" fmla="*/ 291634 w 937061"/>
                  <a:gd name="connsiteY159" fmla="*/ 464187 h 1282256"/>
                  <a:gd name="connsiteX160" fmla="*/ 339848 w 937061"/>
                  <a:gd name="connsiteY160" fmla="*/ 495814 h 1282256"/>
                  <a:gd name="connsiteX161" fmla="*/ 344709 w 937061"/>
                  <a:gd name="connsiteY161" fmla="*/ 472509 h 1282256"/>
                  <a:gd name="connsiteX162" fmla="*/ 302160 w 937061"/>
                  <a:gd name="connsiteY162" fmla="*/ 429650 h 1282256"/>
                  <a:gd name="connsiteX163" fmla="*/ 317151 w 937061"/>
                  <a:gd name="connsiteY163" fmla="*/ 371880 h 1282256"/>
                  <a:gd name="connsiteX164" fmla="*/ 300153 w 937061"/>
                  <a:gd name="connsiteY164" fmla="*/ 354855 h 1282256"/>
                  <a:gd name="connsiteX165" fmla="*/ 275979 w 937061"/>
                  <a:gd name="connsiteY165" fmla="*/ 409229 h 1282256"/>
                  <a:gd name="connsiteX166" fmla="*/ 278835 w 937061"/>
                  <a:gd name="connsiteY166" fmla="*/ 436812 h 1282256"/>
                  <a:gd name="connsiteX167" fmla="*/ 277330 w 937061"/>
                  <a:gd name="connsiteY167" fmla="*/ 442997 h 1282256"/>
                  <a:gd name="connsiteX168" fmla="*/ 211427 w 937061"/>
                  <a:gd name="connsiteY168" fmla="*/ 446824 h 1282256"/>
                  <a:gd name="connsiteX169" fmla="*/ 209401 w 937061"/>
                  <a:gd name="connsiteY169" fmla="*/ 440273 h 1282256"/>
                  <a:gd name="connsiteX170" fmla="*/ 206434 w 937061"/>
                  <a:gd name="connsiteY170" fmla="*/ 398858 h 1282256"/>
                  <a:gd name="connsiteX171" fmla="*/ 207223 w 937061"/>
                  <a:gd name="connsiteY171" fmla="*/ 393213 h 1282256"/>
                  <a:gd name="connsiteX172" fmla="*/ 213263 w 937061"/>
                  <a:gd name="connsiteY172" fmla="*/ 300227 h 1282256"/>
                  <a:gd name="connsiteX173" fmla="*/ 210849 w 937061"/>
                  <a:gd name="connsiteY173" fmla="*/ 295987 h 1282256"/>
                  <a:gd name="connsiteX174" fmla="*/ 230359 w 937061"/>
                  <a:gd name="connsiteY174" fmla="*/ 289124 h 1282256"/>
                  <a:gd name="connsiteX175" fmla="*/ 278448 w 937061"/>
                  <a:gd name="connsiteY175" fmla="*/ 208737 h 1282256"/>
                  <a:gd name="connsiteX176" fmla="*/ 283559 w 937061"/>
                  <a:gd name="connsiteY176" fmla="*/ 197812 h 1282256"/>
                  <a:gd name="connsiteX177" fmla="*/ 314933 w 937061"/>
                  <a:gd name="connsiteY177" fmla="*/ 142718 h 1282256"/>
                  <a:gd name="connsiteX178" fmla="*/ 291729 w 937061"/>
                  <a:gd name="connsiteY178" fmla="*/ 141710 h 1282256"/>
                  <a:gd name="connsiteX179" fmla="*/ 204653 w 937061"/>
                  <a:gd name="connsiteY179" fmla="*/ 172059 h 1282256"/>
                  <a:gd name="connsiteX180" fmla="*/ 190282 w 937061"/>
                  <a:gd name="connsiteY180" fmla="*/ 190196 h 1282256"/>
                  <a:gd name="connsiteX181" fmla="*/ 254302 w 937061"/>
                  <a:gd name="connsiteY181" fmla="*/ 210348 h 1282256"/>
                  <a:gd name="connsiteX182" fmla="*/ 206445 w 937061"/>
                  <a:gd name="connsiteY182" fmla="*/ 272154 h 1282256"/>
                  <a:gd name="connsiteX183" fmla="*/ 114462 w 937061"/>
                  <a:gd name="connsiteY183" fmla="*/ 240670 h 1282256"/>
                  <a:gd name="connsiteX184" fmla="*/ 120246 w 937061"/>
                  <a:gd name="connsiteY184" fmla="*/ 146306 h 1282256"/>
                  <a:gd name="connsiteX185" fmla="*/ 159117 w 937061"/>
                  <a:gd name="connsiteY185" fmla="*/ 137290 h 1282256"/>
                  <a:gd name="connsiteX186" fmla="*/ 166880 w 937061"/>
                  <a:gd name="connsiteY186" fmla="*/ 133004 h 1282256"/>
                  <a:gd name="connsiteX187" fmla="*/ 208914 w 937061"/>
                  <a:gd name="connsiteY187" fmla="*/ 71662 h 1282256"/>
                  <a:gd name="connsiteX188" fmla="*/ 234805 w 937061"/>
                  <a:gd name="connsiteY188" fmla="*/ 54681 h 1282256"/>
                  <a:gd name="connsiteX189" fmla="*/ 518054 w 937061"/>
                  <a:gd name="connsiteY189" fmla="*/ 685 h 1282256"/>
                  <a:gd name="connsiteX190" fmla="*/ 567481 w 937061"/>
                  <a:gd name="connsiteY190" fmla="*/ 11310 h 1282256"/>
                  <a:gd name="connsiteX191" fmla="*/ 617166 w 937061"/>
                  <a:gd name="connsiteY191" fmla="*/ 49796 h 1282256"/>
                  <a:gd name="connsiteX192" fmla="*/ 624803 w 937061"/>
                  <a:gd name="connsiteY192" fmla="*/ 51439 h 1282256"/>
                  <a:gd name="connsiteX193" fmla="*/ 685335 w 937061"/>
                  <a:gd name="connsiteY193" fmla="*/ 54921 h 1282256"/>
                  <a:gd name="connsiteX194" fmla="*/ 709531 w 937061"/>
                  <a:gd name="connsiteY194" fmla="*/ 114208 h 1282256"/>
                  <a:gd name="connsiteX195" fmla="*/ 661812 w 937061"/>
                  <a:gd name="connsiteY195" fmla="*/ 180063 h 1282256"/>
                  <a:gd name="connsiteX196" fmla="*/ 610202 w 937061"/>
                  <a:gd name="connsiteY196" fmla="*/ 195099 h 1282256"/>
                  <a:gd name="connsiteX197" fmla="*/ 562692 w 937061"/>
                  <a:gd name="connsiteY197" fmla="*/ 152954 h 1282256"/>
                  <a:gd name="connsiteX198" fmla="*/ 615624 w 937061"/>
                  <a:gd name="connsiteY198" fmla="*/ 112005 h 1282256"/>
                  <a:gd name="connsiteX199" fmla="*/ 594985 w 937061"/>
                  <a:gd name="connsiteY199" fmla="*/ 99523 h 1282256"/>
                  <a:gd name="connsiteX200" fmla="*/ 549403 w 937061"/>
                  <a:gd name="connsiteY200" fmla="*/ 129539 h 1282256"/>
                  <a:gd name="connsiteX201" fmla="*/ 503638 w 937061"/>
                  <a:gd name="connsiteY201" fmla="*/ 102348 h 1282256"/>
                  <a:gd name="connsiteX202" fmla="*/ 481968 w 937061"/>
                  <a:gd name="connsiteY202" fmla="*/ 111852 h 1282256"/>
                  <a:gd name="connsiteX203" fmla="*/ 529275 w 937061"/>
                  <a:gd name="connsiteY203" fmla="*/ 151795 h 1282256"/>
                  <a:gd name="connsiteX204" fmla="*/ 540380 w 937061"/>
                  <a:gd name="connsiteY204" fmla="*/ 163391 h 1282256"/>
                  <a:gd name="connsiteX205" fmla="*/ 586552 w 937061"/>
                  <a:gd name="connsiteY205" fmla="*/ 213729 h 1282256"/>
                  <a:gd name="connsiteX206" fmla="*/ 633128 w 937061"/>
                  <a:gd name="connsiteY206" fmla="*/ 217751 h 1282256"/>
                  <a:gd name="connsiteX207" fmla="*/ 631375 w 937061"/>
                  <a:gd name="connsiteY207" fmla="*/ 243538 h 1282256"/>
                  <a:gd name="connsiteX208" fmla="*/ 670400 w 937061"/>
                  <a:gd name="connsiteY208" fmla="*/ 307011 h 1282256"/>
                  <a:gd name="connsiteX209" fmla="*/ 674359 w 937061"/>
                  <a:gd name="connsiteY209" fmla="*/ 313002 h 1282256"/>
                  <a:gd name="connsiteX210" fmla="*/ 686366 w 937061"/>
                  <a:gd name="connsiteY210" fmla="*/ 351523 h 1282256"/>
                  <a:gd name="connsiteX211" fmla="*/ 686786 w 937061"/>
                  <a:gd name="connsiteY211" fmla="*/ 360408 h 1282256"/>
                  <a:gd name="connsiteX212" fmla="*/ 624276 w 937061"/>
                  <a:gd name="connsiteY212" fmla="*/ 379293 h 1282256"/>
                  <a:gd name="connsiteX213" fmla="*/ 620186 w 937061"/>
                  <a:gd name="connsiteY213" fmla="*/ 371494 h 1282256"/>
                  <a:gd name="connsiteX214" fmla="*/ 577039 w 937061"/>
                  <a:gd name="connsiteY214" fmla="*/ 307763 h 1282256"/>
                  <a:gd name="connsiteX215" fmla="*/ 571263 w 937061"/>
                  <a:gd name="connsiteY215" fmla="*/ 305164 h 1282256"/>
                  <a:gd name="connsiteX216" fmla="*/ 561472 w 937061"/>
                  <a:gd name="connsiteY216" fmla="*/ 327139 h 1282256"/>
                  <a:gd name="connsiteX217" fmla="*/ 596193 w 937061"/>
                  <a:gd name="connsiteY217" fmla="*/ 376131 h 1282256"/>
                  <a:gd name="connsiteX218" fmla="*/ 571697 w 937061"/>
                  <a:gd name="connsiteY218" fmla="*/ 430972 h 1282256"/>
                  <a:gd name="connsiteX219" fmla="*/ 584565 w 937061"/>
                  <a:gd name="connsiteY219" fmla="*/ 451001 h 1282256"/>
                  <a:gd name="connsiteX220" fmla="*/ 618292 w 937061"/>
                  <a:gd name="connsiteY220" fmla="*/ 404232 h 1282256"/>
                  <a:gd name="connsiteX221" fmla="*/ 707017 w 937061"/>
                  <a:gd name="connsiteY221" fmla="*/ 373985 h 1282256"/>
                  <a:gd name="connsiteX222" fmla="*/ 737381 w 937061"/>
                  <a:gd name="connsiteY222" fmla="*/ 385077 h 1282256"/>
                  <a:gd name="connsiteX223" fmla="*/ 767814 w 937061"/>
                  <a:gd name="connsiteY223" fmla="*/ 388823 h 1282256"/>
                  <a:gd name="connsiteX224" fmla="*/ 765487 w 937061"/>
                  <a:gd name="connsiteY224" fmla="*/ 426939 h 1282256"/>
                  <a:gd name="connsiteX225" fmla="*/ 665711 w 937061"/>
                  <a:gd name="connsiteY225" fmla="*/ 514227 h 1282256"/>
                  <a:gd name="connsiteX226" fmla="*/ 615799 w 937061"/>
                  <a:gd name="connsiteY226" fmla="*/ 534043 h 1282256"/>
                  <a:gd name="connsiteX227" fmla="*/ 611378 w 937061"/>
                  <a:gd name="connsiteY227" fmla="*/ 535471 h 1282256"/>
                  <a:gd name="connsiteX228" fmla="*/ 545354 w 937061"/>
                  <a:gd name="connsiteY228" fmla="*/ 547467 h 1282256"/>
                  <a:gd name="connsiteX229" fmla="*/ 543618 w 937061"/>
                  <a:gd name="connsiteY229" fmla="*/ 547992 h 1282256"/>
                  <a:gd name="connsiteX230" fmla="*/ 543114 w 937061"/>
                  <a:gd name="connsiteY230" fmla="*/ 378809 h 1282256"/>
                  <a:gd name="connsiteX231" fmla="*/ 481297 w 937061"/>
                  <a:gd name="connsiteY231" fmla="*/ 302233 h 1282256"/>
                  <a:gd name="connsiteX232" fmla="*/ 497521 w 937061"/>
                  <a:gd name="connsiteY232" fmla="*/ 205940 h 1282256"/>
                  <a:gd name="connsiteX233" fmla="*/ 471375 w 937061"/>
                  <a:gd name="connsiteY233" fmla="*/ 172476 h 1282256"/>
                  <a:gd name="connsiteX234" fmla="*/ 460261 w 937061"/>
                  <a:gd name="connsiteY234" fmla="*/ 46197 h 1282256"/>
                  <a:gd name="connsiteX235" fmla="*/ 518054 w 937061"/>
                  <a:gd name="connsiteY235" fmla="*/ 685 h 128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937061" h="1282256">
                    <a:moveTo>
                      <a:pt x="72231" y="508194"/>
                    </a:moveTo>
                    <a:cubicBezTo>
                      <a:pt x="110176" y="495275"/>
                      <a:pt x="141455" y="519031"/>
                      <a:pt x="139689" y="559080"/>
                    </a:cubicBezTo>
                    <a:cubicBezTo>
                      <a:pt x="139351" y="566068"/>
                      <a:pt x="138225" y="573202"/>
                      <a:pt x="137581" y="579636"/>
                    </a:cubicBezTo>
                    <a:cubicBezTo>
                      <a:pt x="149335" y="573797"/>
                      <a:pt x="161104" y="566938"/>
                      <a:pt x="173595" y="561778"/>
                    </a:cubicBezTo>
                    <a:cubicBezTo>
                      <a:pt x="194067" y="553512"/>
                      <a:pt x="215165" y="550836"/>
                      <a:pt x="235622" y="562333"/>
                    </a:cubicBezTo>
                    <a:cubicBezTo>
                      <a:pt x="249692" y="570123"/>
                      <a:pt x="258507" y="582549"/>
                      <a:pt x="265212" y="596791"/>
                    </a:cubicBezTo>
                    <a:cubicBezTo>
                      <a:pt x="265897" y="598294"/>
                      <a:pt x="265188" y="601073"/>
                      <a:pt x="264188" y="602277"/>
                    </a:cubicBezTo>
                    <a:cubicBezTo>
                      <a:pt x="251373" y="618904"/>
                      <a:pt x="247251" y="637387"/>
                      <a:pt x="251467" y="657997"/>
                    </a:cubicBezTo>
                    <a:cubicBezTo>
                      <a:pt x="251904" y="660360"/>
                      <a:pt x="250479" y="663679"/>
                      <a:pt x="248802" y="665620"/>
                    </a:cubicBezTo>
                    <a:cubicBezTo>
                      <a:pt x="232301" y="684354"/>
                      <a:pt x="223028" y="705826"/>
                      <a:pt x="226702" y="731221"/>
                    </a:cubicBezTo>
                    <a:cubicBezTo>
                      <a:pt x="231605" y="766574"/>
                      <a:pt x="256814" y="791656"/>
                      <a:pt x="292287" y="797322"/>
                    </a:cubicBezTo>
                    <a:cubicBezTo>
                      <a:pt x="300478" y="798661"/>
                      <a:pt x="309043" y="798708"/>
                      <a:pt x="318540" y="799397"/>
                    </a:cubicBezTo>
                    <a:cubicBezTo>
                      <a:pt x="330434" y="829589"/>
                      <a:pt x="353581" y="847922"/>
                      <a:pt x="386587" y="855674"/>
                    </a:cubicBezTo>
                    <a:cubicBezTo>
                      <a:pt x="388158" y="847643"/>
                      <a:pt x="389605" y="840043"/>
                      <a:pt x="391213" y="832209"/>
                    </a:cubicBezTo>
                    <a:cubicBezTo>
                      <a:pt x="363044" y="824173"/>
                      <a:pt x="342646" y="808591"/>
                      <a:pt x="339010" y="777893"/>
                    </a:cubicBezTo>
                    <a:cubicBezTo>
                      <a:pt x="336531" y="756758"/>
                      <a:pt x="346844" y="742020"/>
                      <a:pt x="374294" y="724114"/>
                    </a:cubicBezTo>
                    <a:cubicBezTo>
                      <a:pt x="371371" y="717117"/>
                      <a:pt x="368449" y="710120"/>
                      <a:pt x="365526" y="703124"/>
                    </a:cubicBezTo>
                    <a:cubicBezTo>
                      <a:pt x="339298" y="710007"/>
                      <a:pt x="321614" y="734460"/>
                      <a:pt x="314275" y="774111"/>
                    </a:cubicBezTo>
                    <a:cubicBezTo>
                      <a:pt x="290368" y="778122"/>
                      <a:pt x="265358" y="766244"/>
                      <a:pt x="255752" y="746224"/>
                    </a:cubicBezTo>
                    <a:cubicBezTo>
                      <a:pt x="248361" y="730477"/>
                      <a:pt x="249498" y="714583"/>
                      <a:pt x="257804" y="700011"/>
                    </a:cubicBezTo>
                    <a:cubicBezTo>
                      <a:pt x="263879" y="687685"/>
                      <a:pt x="272863" y="677876"/>
                      <a:pt x="281358" y="666529"/>
                    </a:cubicBezTo>
                    <a:cubicBezTo>
                      <a:pt x="279908" y="660889"/>
                      <a:pt x="277416" y="654017"/>
                      <a:pt x="276069" y="646729"/>
                    </a:cubicBezTo>
                    <a:cubicBezTo>
                      <a:pt x="271404" y="619276"/>
                      <a:pt x="288248" y="601294"/>
                      <a:pt x="315725" y="605586"/>
                    </a:cubicBezTo>
                    <a:cubicBezTo>
                      <a:pt x="326623" y="607240"/>
                      <a:pt x="337119" y="612225"/>
                      <a:pt x="348811" y="615972"/>
                    </a:cubicBezTo>
                    <a:cubicBezTo>
                      <a:pt x="350168" y="614499"/>
                      <a:pt x="352920" y="611750"/>
                      <a:pt x="355707" y="609198"/>
                    </a:cubicBezTo>
                    <a:cubicBezTo>
                      <a:pt x="375418" y="591297"/>
                      <a:pt x="401497" y="589125"/>
                      <a:pt x="423989" y="603914"/>
                    </a:cubicBezTo>
                    <a:cubicBezTo>
                      <a:pt x="446911" y="618826"/>
                      <a:pt x="458728" y="640883"/>
                      <a:pt x="462978" y="667189"/>
                    </a:cubicBezTo>
                    <a:cubicBezTo>
                      <a:pt x="467140" y="694123"/>
                      <a:pt x="460690" y="718741"/>
                      <a:pt x="447498" y="742160"/>
                    </a:cubicBezTo>
                    <a:cubicBezTo>
                      <a:pt x="446251" y="744224"/>
                      <a:pt x="445200" y="746252"/>
                      <a:pt x="444272" y="747849"/>
                    </a:cubicBezTo>
                    <a:cubicBezTo>
                      <a:pt x="452753" y="756263"/>
                      <a:pt x="461679" y="763780"/>
                      <a:pt x="468977" y="772413"/>
                    </a:cubicBezTo>
                    <a:cubicBezTo>
                      <a:pt x="491574" y="798793"/>
                      <a:pt x="503038" y="828859"/>
                      <a:pt x="495847" y="863799"/>
                    </a:cubicBezTo>
                    <a:cubicBezTo>
                      <a:pt x="489963" y="892589"/>
                      <a:pt x="473198" y="913206"/>
                      <a:pt x="444271" y="922014"/>
                    </a:cubicBezTo>
                    <a:lnTo>
                      <a:pt x="431747" y="921551"/>
                    </a:lnTo>
                    <a:lnTo>
                      <a:pt x="442410" y="937592"/>
                    </a:lnTo>
                    <a:cubicBezTo>
                      <a:pt x="487480" y="1016676"/>
                      <a:pt x="529845" y="1122313"/>
                      <a:pt x="543619" y="1186492"/>
                    </a:cubicBezTo>
                    <a:cubicBezTo>
                      <a:pt x="550598" y="1215224"/>
                      <a:pt x="555819" y="1248481"/>
                      <a:pt x="566594" y="1273228"/>
                    </a:cubicBezTo>
                    <a:lnTo>
                      <a:pt x="531195" y="1282256"/>
                    </a:lnTo>
                    <a:cubicBezTo>
                      <a:pt x="524459" y="1249229"/>
                      <a:pt x="517723" y="1216203"/>
                      <a:pt x="510987" y="1183176"/>
                    </a:cubicBezTo>
                    <a:cubicBezTo>
                      <a:pt x="491057" y="1106410"/>
                      <a:pt x="461690" y="1033323"/>
                      <a:pt x="419465" y="965735"/>
                    </a:cubicBezTo>
                    <a:lnTo>
                      <a:pt x="380666" y="911088"/>
                    </a:lnTo>
                    <a:lnTo>
                      <a:pt x="370913" y="906441"/>
                    </a:lnTo>
                    <a:cubicBezTo>
                      <a:pt x="367054" y="904302"/>
                      <a:pt x="364509" y="903754"/>
                      <a:pt x="360466" y="906130"/>
                    </a:cubicBezTo>
                    <a:cubicBezTo>
                      <a:pt x="346392" y="914842"/>
                      <a:pt x="331143" y="920512"/>
                      <a:pt x="314518" y="920936"/>
                    </a:cubicBezTo>
                    <a:cubicBezTo>
                      <a:pt x="287950" y="921567"/>
                      <a:pt x="267107" y="906882"/>
                      <a:pt x="256927" y="880449"/>
                    </a:cubicBezTo>
                    <a:cubicBezTo>
                      <a:pt x="252918" y="869783"/>
                      <a:pt x="251397" y="858249"/>
                      <a:pt x="248732" y="847130"/>
                    </a:cubicBezTo>
                    <a:cubicBezTo>
                      <a:pt x="248098" y="844804"/>
                      <a:pt x="248092" y="842563"/>
                      <a:pt x="247889" y="840361"/>
                    </a:cubicBezTo>
                    <a:cubicBezTo>
                      <a:pt x="238455" y="843325"/>
                      <a:pt x="229525" y="846809"/>
                      <a:pt x="220304" y="848717"/>
                    </a:cubicBezTo>
                    <a:cubicBezTo>
                      <a:pt x="180981" y="856390"/>
                      <a:pt x="146339" y="834274"/>
                      <a:pt x="136302" y="795389"/>
                    </a:cubicBezTo>
                    <a:cubicBezTo>
                      <a:pt x="134291" y="787816"/>
                      <a:pt x="132872" y="780134"/>
                      <a:pt x="132240" y="772306"/>
                    </a:cubicBezTo>
                    <a:cubicBezTo>
                      <a:pt x="131484" y="764909"/>
                      <a:pt x="131910" y="757293"/>
                      <a:pt x="132030" y="749123"/>
                    </a:cubicBezTo>
                    <a:cubicBezTo>
                      <a:pt x="127799" y="748275"/>
                      <a:pt x="123408" y="747660"/>
                      <a:pt x="118944" y="746653"/>
                    </a:cubicBezTo>
                    <a:cubicBezTo>
                      <a:pt x="74070" y="736407"/>
                      <a:pt x="44624" y="708238"/>
                      <a:pt x="28110" y="666272"/>
                    </a:cubicBezTo>
                    <a:cubicBezTo>
                      <a:pt x="15910" y="635527"/>
                      <a:pt x="10210" y="603580"/>
                      <a:pt x="18430" y="570895"/>
                    </a:cubicBezTo>
                    <a:cubicBezTo>
                      <a:pt x="25779" y="541222"/>
                      <a:pt x="42144" y="518440"/>
                      <a:pt x="72231" y="508194"/>
                    </a:cubicBezTo>
                    <a:close/>
                    <a:moveTo>
                      <a:pt x="828778" y="368188"/>
                    </a:moveTo>
                    <a:cubicBezTo>
                      <a:pt x="858645" y="362262"/>
                      <a:pt x="883627" y="370681"/>
                      <a:pt x="903402" y="393916"/>
                    </a:cubicBezTo>
                    <a:cubicBezTo>
                      <a:pt x="939823" y="436686"/>
                      <a:pt x="947900" y="510155"/>
                      <a:pt x="921670" y="560021"/>
                    </a:cubicBezTo>
                    <a:cubicBezTo>
                      <a:pt x="910516" y="581230"/>
                      <a:pt x="894205" y="597688"/>
                      <a:pt x="873673" y="610037"/>
                    </a:cubicBezTo>
                    <a:cubicBezTo>
                      <a:pt x="872564" y="610650"/>
                      <a:pt x="871455" y="611263"/>
                      <a:pt x="870382" y="612071"/>
                    </a:cubicBezTo>
                    <a:cubicBezTo>
                      <a:pt x="874134" y="626859"/>
                      <a:pt x="879155" y="640802"/>
                      <a:pt x="881183" y="655093"/>
                    </a:cubicBezTo>
                    <a:cubicBezTo>
                      <a:pt x="888104" y="700259"/>
                      <a:pt x="856642" y="737240"/>
                      <a:pt x="811085" y="738732"/>
                    </a:cubicBezTo>
                    <a:cubicBezTo>
                      <a:pt x="805423" y="738963"/>
                      <a:pt x="799923" y="738961"/>
                      <a:pt x="793636" y="739105"/>
                    </a:cubicBezTo>
                    <a:cubicBezTo>
                      <a:pt x="795456" y="748953"/>
                      <a:pt x="797633" y="758532"/>
                      <a:pt x="799023" y="768256"/>
                    </a:cubicBezTo>
                    <a:cubicBezTo>
                      <a:pt x="800761" y="780973"/>
                      <a:pt x="799166" y="793286"/>
                      <a:pt x="794668" y="805320"/>
                    </a:cubicBezTo>
                    <a:cubicBezTo>
                      <a:pt x="785846" y="828135"/>
                      <a:pt x="763672" y="842622"/>
                      <a:pt x="736637" y="842933"/>
                    </a:cubicBezTo>
                    <a:cubicBezTo>
                      <a:pt x="728307" y="843046"/>
                      <a:pt x="719830" y="842371"/>
                      <a:pt x="711441" y="841070"/>
                    </a:cubicBezTo>
                    <a:cubicBezTo>
                      <a:pt x="707480" y="840580"/>
                      <a:pt x="705153" y="841213"/>
                      <a:pt x="702708" y="844516"/>
                    </a:cubicBezTo>
                    <a:cubicBezTo>
                      <a:pt x="696891" y="852721"/>
                      <a:pt x="690436" y="860229"/>
                      <a:pt x="683025" y="866563"/>
                    </a:cubicBezTo>
                    <a:lnTo>
                      <a:pt x="657843" y="881435"/>
                    </a:lnTo>
                    <a:lnTo>
                      <a:pt x="694319" y="1016214"/>
                    </a:lnTo>
                    <a:cubicBezTo>
                      <a:pt x="705217" y="1069419"/>
                      <a:pt x="712131" y="1119734"/>
                      <a:pt x="713201" y="1156998"/>
                    </a:cubicBezTo>
                    <a:cubicBezTo>
                      <a:pt x="715065" y="1190532"/>
                      <a:pt x="714032" y="1228757"/>
                      <a:pt x="720960" y="1258622"/>
                    </a:cubicBezTo>
                    <a:lnTo>
                      <a:pt x="679557" y="1261399"/>
                    </a:lnTo>
                    <a:cubicBezTo>
                      <a:pt x="678850" y="1223119"/>
                      <a:pt x="678143" y="1184840"/>
                      <a:pt x="677437" y="1146560"/>
                    </a:cubicBezTo>
                    <a:cubicBezTo>
                      <a:pt x="674228" y="1101631"/>
                      <a:pt x="668194" y="1057242"/>
                      <a:pt x="658812" y="1013559"/>
                    </a:cubicBezTo>
                    <a:lnTo>
                      <a:pt x="620096" y="884815"/>
                    </a:lnTo>
                    <a:lnTo>
                      <a:pt x="617487" y="885041"/>
                    </a:lnTo>
                    <a:cubicBezTo>
                      <a:pt x="604917" y="882194"/>
                      <a:pt x="593230" y="875442"/>
                      <a:pt x="582656" y="865072"/>
                    </a:cubicBezTo>
                    <a:cubicBezTo>
                      <a:pt x="556244" y="838990"/>
                      <a:pt x="550041" y="806525"/>
                      <a:pt x="558217" y="771403"/>
                    </a:cubicBezTo>
                    <a:cubicBezTo>
                      <a:pt x="562112" y="754999"/>
                      <a:pt x="569609" y="739354"/>
                      <a:pt x="575867" y="722513"/>
                    </a:cubicBezTo>
                    <a:cubicBezTo>
                      <a:pt x="571718" y="718798"/>
                      <a:pt x="565774" y="714192"/>
                      <a:pt x="560670" y="708618"/>
                    </a:cubicBezTo>
                    <a:cubicBezTo>
                      <a:pt x="531466" y="677348"/>
                      <a:pt x="519772" y="641620"/>
                      <a:pt x="534291" y="600031"/>
                    </a:cubicBezTo>
                    <a:cubicBezTo>
                      <a:pt x="540848" y="581504"/>
                      <a:pt x="552919" y="567458"/>
                      <a:pt x="572231" y="560631"/>
                    </a:cubicBezTo>
                    <a:cubicBezTo>
                      <a:pt x="582540" y="556892"/>
                      <a:pt x="593183" y="557167"/>
                      <a:pt x="603475" y="559950"/>
                    </a:cubicBezTo>
                    <a:cubicBezTo>
                      <a:pt x="609267" y="561527"/>
                      <a:pt x="614846" y="564164"/>
                      <a:pt x="618559" y="565514"/>
                    </a:cubicBezTo>
                    <a:cubicBezTo>
                      <a:pt x="629322" y="557618"/>
                      <a:pt x="638415" y="548400"/>
                      <a:pt x="649454" y="543101"/>
                    </a:cubicBezTo>
                    <a:cubicBezTo>
                      <a:pt x="672605" y="531694"/>
                      <a:pt x="692487" y="542279"/>
                      <a:pt x="697970" y="567543"/>
                    </a:cubicBezTo>
                    <a:cubicBezTo>
                      <a:pt x="699586" y="575189"/>
                      <a:pt x="699788" y="582892"/>
                      <a:pt x="700456" y="590917"/>
                    </a:cubicBezTo>
                    <a:cubicBezTo>
                      <a:pt x="706933" y="593998"/>
                      <a:pt x="713927" y="596576"/>
                      <a:pt x="720550" y="600445"/>
                    </a:cubicBezTo>
                    <a:cubicBezTo>
                      <a:pt x="735858" y="609431"/>
                      <a:pt x="747467" y="621545"/>
                      <a:pt x="751604" y="639520"/>
                    </a:cubicBezTo>
                    <a:cubicBezTo>
                      <a:pt x="755595" y="656708"/>
                      <a:pt x="750549" y="671289"/>
                      <a:pt x="738347" y="683525"/>
                    </a:cubicBezTo>
                    <a:cubicBezTo>
                      <a:pt x="729932" y="692006"/>
                      <a:pt x="719754" y="697554"/>
                      <a:pt x="707956" y="700956"/>
                    </a:cubicBezTo>
                    <a:cubicBezTo>
                      <a:pt x="693641" y="669787"/>
                      <a:pt x="669443" y="653481"/>
                      <a:pt x="634896" y="651717"/>
                    </a:cubicBezTo>
                    <a:cubicBezTo>
                      <a:pt x="634543" y="659726"/>
                      <a:pt x="634350" y="667503"/>
                      <a:pt x="633997" y="675512"/>
                    </a:cubicBezTo>
                    <a:cubicBezTo>
                      <a:pt x="660271" y="678805"/>
                      <a:pt x="681371" y="689369"/>
                      <a:pt x="687058" y="716835"/>
                    </a:cubicBezTo>
                    <a:cubicBezTo>
                      <a:pt x="692854" y="744894"/>
                      <a:pt x="679387" y="765716"/>
                      <a:pt x="656986" y="782282"/>
                    </a:cubicBezTo>
                    <a:cubicBezTo>
                      <a:pt x="661091" y="789060"/>
                      <a:pt x="665158" y="795641"/>
                      <a:pt x="669532" y="802778"/>
                    </a:cubicBezTo>
                    <a:cubicBezTo>
                      <a:pt x="693852" y="786673"/>
                      <a:pt x="709290" y="765487"/>
                      <a:pt x="712109" y="736651"/>
                    </a:cubicBezTo>
                    <a:cubicBezTo>
                      <a:pt x="712907" y="727745"/>
                      <a:pt x="715710" y="724171"/>
                      <a:pt x="723692" y="721066"/>
                    </a:cubicBezTo>
                    <a:cubicBezTo>
                      <a:pt x="753809" y="708779"/>
                      <a:pt x="773689" y="687383"/>
                      <a:pt x="776459" y="653872"/>
                    </a:cubicBezTo>
                    <a:cubicBezTo>
                      <a:pt x="779084" y="619572"/>
                      <a:pt x="762709" y="594895"/>
                      <a:pt x="733368" y="578317"/>
                    </a:cubicBezTo>
                    <a:cubicBezTo>
                      <a:pt x="727912" y="575252"/>
                      <a:pt x="725127" y="572303"/>
                      <a:pt x="723890" y="565605"/>
                    </a:cubicBezTo>
                    <a:cubicBezTo>
                      <a:pt x="720505" y="547287"/>
                      <a:pt x="710304" y="532876"/>
                      <a:pt x="694098" y="523444"/>
                    </a:cubicBezTo>
                    <a:cubicBezTo>
                      <a:pt x="690671" y="521430"/>
                      <a:pt x="689446" y="519211"/>
                      <a:pt x="690243" y="515805"/>
                    </a:cubicBezTo>
                    <a:cubicBezTo>
                      <a:pt x="692866" y="505747"/>
                      <a:pt x="694394" y="495279"/>
                      <a:pt x="698774" y="485914"/>
                    </a:cubicBezTo>
                    <a:cubicBezTo>
                      <a:pt x="710120" y="462428"/>
                      <a:pt x="731075" y="453464"/>
                      <a:pt x="755797" y="452765"/>
                    </a:cubicBezTo>
                    <a:cubicBezTo>
                      <a:pt x="771597" y="452290"/>
                      <a:pt x="787712" y="454610"/>
                      <a:pt x="802978" y="455658"/>
                    </a:cubicBezTo>
                    <a:cubicBezTo>
                      <a:pt x="800042" y="449682"/>
                      <a:pt x="795827" y="442313"/>
                      <a:pt x="792796" y="434725"/>
                    </a:cubicBezTo>
                    <a:cubicBezTo>
                      <a:pt x="780108" y="402441"/>
                      <a:pt x="795007" y="375039"/>
                      <a:pt x="828778" y="368188"/>
                    </a:cubicBezTo>
                    <a:close/>
                    <a:moveTo>
                      <a:pt x="80732" y="236718"/>
                    </a:moveTo>
                    <a:cubicBezTo>
                      <a:pt x="82386" y="239060"/>
                      <a:pt x="84041" y="241402"/>
                      <a:pt x="85733" y="243941"/>
                    </a:cubicBezTo>
                    <a:cubicBezTo>
                      <a:pt x="105038" y="272355"/>
                      <a:pt x="132213" y="289334"/>
                      <a:pt x="165483" y="295204"/>
                    </a:cubicBezTo>
                    <a:cubicBezTo>
                      <a:pt x="183391" y="298413"/>
                      <a:pt x="193256" y="308813"/>
                      <a:pt x="199590" y="324345"/>
                    </a:cubicBezTo>
                    <a:cubicBezTo>
                      <a:pt x="208088" y="344979"/>
                      <a:pt x="200922" y="370136"/>
                      <a:pt x="183395" y="381115"/>
                    </a:cubicBezTo>
                    <a:cubicBezTo>
                      <a:pt x="178799" y="383798"/>
                      <a:pt x="173231" y="385642"/>
                      <a:pt x="167577" y="388113"/>
                    </a:cubicBezTo>
                    <a:cubicBezTo>
                      <a:pt x="171406" y="392294"/>
                      <a:pt x="175861" y="396564"/>
                      <a:pt x="179565" y="401175"/>
                    </a:cubicBezTo>
                    <a:cubicBezTo>
                      <a:pt x="191398" y="416711"/>
                      <a:pt x="191808" y="434357"/>
                      <a:pt x="179992" y="449781"/>
                    </a:cubicBezTo>
                    <a:cubicBezTo>
                      <a:pt x="161928" y="473286"/>
                      <a:pt x="138040" y="484014"/>
                      <a:pt x="108044" y="482632"/>
                    </a:cubicBezTo>
                    <a:cubicBezTo>
                      <a:pt x="70199" y="480662"/>
                      <a:pt x="58475" y="484458"/>
                      <a:pt x="27201" y="505923"/>
                    </a:cubicBezTo>
                    <a:cubicBezTo>
                      <a:pt x="7335" y="488816"/>
                      <a:pt x="-2562" y="467219"/>
                      <a:pt x="570" y="441177"/>
                    </a:cubicBezTo>
                    <a:cubicBezTo>
                      <a:pt x="5466" y="399329"/>
                      <a:pt x="29111" y="372959"/>
                      <a:pt x="70413" y="361661"/>
                    </a:cubicBezTo>
                    <a:cubicBezTo>
                      <a:pt x="68706" y="360143"/>
                      <a:pt x="67197" y="358588"/>
                      <a:pt x="65724" y="357231"/>
                    </a:cubicBezTo>
                    <a:cubicBezTo>
                      <a:pt x="47471" y="340029"/>
                      <a:pt x="37055" y="318936"/>
                      <a:pt x="36050" y="293659"/>
                    </a:cubicBezTo>
                    <a:cubicBezTo>
                      <a:pt x="35113" y="266537"/>
                      <a:pt x="51607" y="245563"/>
                      <a:pt x="80732" y="236718"/>
                    </a:cubicBezTo>
                    <a:close/>
                    <a:moveTo>
                      <a:pt x="734063" y="115786"/>
                    </a:moveTo>
                    <a:cubicBezTo>
                      <a:pt x="769312" y="112531"/>
                      <a:pt x="794903" y="133062"/>
                      <a:pt x="800039" y="168575"/>
                    </a:cubicBezTo>
                    <a:cubicBezTo>
                      <a:pt x="802927" y="188615"/>
                      <a:pt x="799667" y="207347"/>
                      <a:pt x="790133" y="225202"/>
                    </a:cubicBezTo>
                    <a:cubicBezTo>
                      <a:pt x="789688" y="226098"/>
                      <a:pt x="789279" y="227193"/>
                      <a:pt x="788636" y="228126"/>
                    </a:cubicBezTo>
                    <a:cubicBezTo>
                      <a:pt x="788673" y="228323"/>
                      <a:pt x="788709" y="228520"/>
                      <a:pt x="788782" y="228914"/>
                    </a:cubicBezTo>
                    <a:cubicBezTo>
                      <a:pt x="828453" y="224231"/>
                      <a:pt x="859115" y="239140"/>
                      <a:pt x="879477" y="273265"/>
                    </a:cubicBezTo>
                    <a:cubicBezTo>
                      <a:pt x="893897" y="297285"/>
                      <a:pt x="893683" y="322583"/>
                      <a:pt x="880462" y="348046"/>
                    </a:cubicBezTo>
                    <a:cubicBezTo>
                      <a:pt x="878741" y="347548"/>
                      <a:pt x="877093" y="347446"/>
                      <a:pt x="875371" y="346949"/>
                    </a:cubicBezTo>
                    <a:cubicBezTo>
                      <a:pt x="850156" y="338368"/>
                      <a:pt x="825797" y="341036"/>
                      <a:pt x="802289" y="352714"/>
                    </a:cubicBezTo>
                    <a:cubicBezTo>
                      <a:pt x="779174" y="364318"/>
                      <a:pt x="755458" y="366052"/>
                      <a:pt x="731227" y="357290"/>
                    </a:cubicBezTo>
                    <a:cubicBezTo>
                      <a:pt x="714189" y="351067"/>
                      <a:pt x="701420" y="340390"/>
                      <a:pt x="699035" y="320868"/>
                    </a:cubicBezTo>
                    <a:cubicBezTo>
                      <a:pt x="697732" y="310516"/>
                      <a:pt x="701091" y="301136"/>
                      <a:pt x="705546" y="292165"/>
                    </a:cubicBezTo>
                    <a:cubicBezTo>
                      <a:pt x="706115" y="290837"/>
                      <a:pt x="706882" y="289474"/>
                      <a:pt x="707611" y="287913"/>
                    </a:cubicBezTo>
                    <a:cubicBezTo>
                      <a:pt x="702111" y="287911"/>
                      <a:pt x="696917" y="288463"/>
                      <a:pt x="691898" y="287761"/>
                    </a:cubicBezTo>
                    <a:cubicBezTo>
                      <a:pt x="673669" y="285018"/>
                      <a:pt x="662761" y="273386"/>
                      <a:pt x="656836" y="256759"/>
                    </a:cubicBezTo>
                    <a:cubicBezTo>
                      <a:pt x="652880" y="245268"/>
                      <a:pt x="652504" y="233319"/>
                      <a:pt x="657076" y="221678"/>
                    </a:cubicBezTo>
                    <a:cubicBezTo>
                      <a:pt x="660099" y="213786"/>
                      <a:pt x="664631" y="207448"/>
                      <a:pt x="672162" y="203002"/>
                    </a:cubicBezTo>
                    <a:cubicBezTo>
                      <a:pt x="704464" y="183791"/>
                      <a:pt x="725615" y="156050"/>
                      <a:pt x="732996" y="118834"/>
                    </a:cubicBezTo>
                    <a:cubicBezTo>
                      <a:pt x="733405" y="117741"/>
                      <a:pt x="733851" y="116844"/>
                      <a:pt x="734063" y="115786"/>
                    </a:cubicBezTo>
                    <a:close/>
                    <a:moveTo>
                      <a:pt x="234805" y="54681"/>
                    </a:moveTo>
                    <a:cubicBezTo>
                      <a:pt x="244119" y="50796"/>
                      <a:pt x="254214" y="48930"/>
                      <a:pt x="265378" y="49820"/>
                    </a:cubicBezTo>
                    <a:cubicBezTo>
                      <a:pt x="285431" y="51412"/>
                      <a:pt x="301834" y="60807"/>
                      <a:pt x="314937" y="75496"/>
                    </a:cubicBezTo>
                    <a:cubicBezTo>
                      <a:pt x="346284" y="110647"/>
                      <a:pt x="354358" y="152137"/>
                      <a:pt x="345601" y="197347"/>
                    </a:cubicBezTo>
                    <a:cubicBezTo>
                      <a:pt x="343095" y="210236"/>
                      <a:pt x="338042" y="222577"/>
                      <a:pt x="334083" y="235327"/>
                    </a:cubicBezTo>
                    <a:cubicBezTo>
                      <a:pt x="396552" y="283468"/>
                      <a:pt x="397932" y="358175"/>
                      <a:pt x="353353" y="413468"/>
                    </a:cubicBezTo>
                    <a:cubicBezTo>
                      <a:pt x="386181" y="433475"/>
                      <a:pt x="408834" y="461271"/>
                      <a:pt x="418223" y="498850"/>
                    </a:cubicBezTo>
                    <a:cubicBezTo>
                      <a:pt x="424422" y="523575"/>
                      <a:pt x="422771" y="547713"/>
                      <a:pt x="414075" y="570097"/>
                    </a:cubicBezTo>
                    <a:cubicBezTo>
                      <a:pt x="400353" y="570800"/>
                      <a:pt x="387201" y="570175"/>
                      <a:pt x="374791" y="572468"/>
                    </a:cubicBezTo>
                    <a:cubicBezTo>
                      <a:pt x="365336" y="574215"/>
                      <a:pt x="356339" y="579545"/>
                      <a:pt x="347212" y="583064"/>
                    </a:cubicBezTo>
                    <a:cubicBezTo>
                      <a:pt x="345118" y="583858"/>
                      <a:pt x="342703" y="585119"/>
                      <a:pt x="340945" y="584425"/>
                    </a:cubicBezTo>
                    <a:cubicBezTo>
                      <a:pt x="320158" y="576656"/>
                      <a:pt x="306706" y="577716"/>
                      <a:pt x="286621" y="583668"/>
                    </a:cubicBezTo>
                    <a:cubicBezTo>
                      <a:pt x="275089" y="560947"/>
                      <a:pt x="258734" y="542988"/>
                      <a:pt x="233948" y="534531"/>
                    </a:cubicBezTo>
                    <a:cubicBezTo>
                      <a:pt x="209361" y="526039"/>
                      <a:pt x="185309" y="529261"/>
                      <a:pt x="162779" y="538517"/>
                    </a:cubicBezTo>
                    <a:cubicBezTo>
                      <a:pt x="157261" y="526295"/>
                      <a:pt x="151853" y="514665"/>
                      <a:pt x="146371" y="502641"/>
                    </a:cubicBezTo>
                    <a:cubicBezTo>
                      <a:pt x="166223" y="496529"/>
                      <a:pt x="183874" y="485119"/>
                      <a:pt x="196829" y="467040"/>
                    </a:cubicBezTo>
                    <a:cubicBezTo>
                      <a:pt x="227102" y="489760"/>
                      <a:pt x="261161" y="489985"/>
                      <a:pt x="291634" y="464187"/>
                    </a:cubicBezTo>
                    <a:cubicBezTo>
                      <a:pt x="303898" y="479847"/>
                      <a:pt x="319250" y="491269"/>
                      <a:pt x="339848" y="495814"/>
                    </a:cubicBezTo>
                    <a:cubicBezTo>
                      <a:pt x="341456" y="487981"/>
                      <a:pt x="343137" y="480540"/>
                      <a:pt x="344709" y="472509"/>
                    </a:cubicBezTo>
                    <a:cubicBezTo>
                      <a:pt x="322528" y="466016"/>
                      <a:pt x="308439" y="451508"/>
                      <a:pt x="302160" y="429650"/>
                    </a:cubicBezTo>
                    <a:cubicBezTo>
                      <a:pt x="295916" y="407989"/>
                      <a:pt x="301505" y="388623"/>
                      <a:pt x="317151" y="371880"/>
                    </a:cubicBezTo>
                    <a:cubicBezTo>
                      <a:pt x="311383" y="366020"/>
                      <a:pt x="305921" y="360715"/>
                      <a:pt x="300153" y="354855"/>
                    </a:cubicBezTo>
                    <a:cubicBezTo>
                      <a:pt x="284879" y="370308"/>
                      <a:pt x="276797" y="388301"/>
                      <a:pt x="275979" y="409229"/>
                    </a:cubicBezTo>
                    <a:cubicBezTo>
                      <a:pt x="275646" y="418457"/>
                      <a:pt x="277948" y="427606"/>
                      <a:pt x="278835" y="436812"/>
                    </a:cubicBezTo>
                    <a:cubicBezTo>
                      <a:pt x="279002" y="438818"/>
                      <a:pt x="278688" y="441524"/>
                      <a:pt x="277330" y="442997"/>
                    </a:cubicBezTo>
                    <a:cubicBezTo>
                      <a:pt x="260099" y="463292"/>
                      <a:pt x="230451" y="464901"/>
                      <a:pt x="211427" y="446824"/>
                    </a:cubicBezTo>
                    <a:cubicBezTo>
                      <a:pt x="209954" y="445467"/>
                      <a:pt x="208941" y="442191"/>
                      <a:pt x="209401" y="440273"/>
                    </a:cubicBezTo>
                    <a:cubicBezTo>
                      <a:pt x="212477" y="426056"/>
                      <a:pt x="211775" y="412334"/>
                      <a:pt x="206434" y="398858"/>
                    </a:cubicBezTo>
                    <a:cubicBezTo>
                      <a:pt x="205748" y="397356"/>
                      <a:pt x="205990" y="394255"/>
                      <a:pt x="207223" y="393213"/>
                    </a:cubicBezTo>
                    <a:cubicBezTo>
                      <a:pt x="231524" y="370389"/>
                      <a:pt x="232881" y="331435"/>
                      <a:pt x="213263" y="300227"/>
                    </a:cubicBezTo>
                    <a:cubicBezTo>
                      <a:pt x="212417" y="298958"/>
                      <a:pt x="211768" y="297651"/>
                      <a:pt x="210849" y="295987"/>
                    </a:cubicBezTo>
                    <a:cubicBezTo>
                      <a:pt x="217525" y="293531"/>
                      <a:pt x="224114" y="291704"/>
                      <a:pt x="230359" y="289124"/>
                    </a:cubicBezTo>
                    <a:cubicBezTo>
                      <a:pt x="263644" y="275232"/>
                      <a:pt x="282205" y="244506"/>
                      <a:pt x="278448" y="208737"/>
                    </a:cubicBezTo>
                    <a:cubicBezTo>
                      <a:pt x="277932" y="203741"/>
                      <a:pt x="278998" y="200692"/>
                      <a:pt x="283559" y="197812"/>
                    </a:cubicBezTo>
                    <a:cubicBezTo>
                      <a:pt x="302800" y="185089"/>
                      <a:pt x="313049" y="166696"/>
                      <a:pt x="314933" y="142718"/>
                    </a:cubicBezTo>
                    <a:cubicBezTo>
                      <a:pt x="306726" y="142401"/>
                      <a:pt x="299111" y="141975"/>
                      <a:pt x="291729" y="141710"/>
                    </a:cubicBezTo>
                    <a:cubicBezTo>
                      <a:pt x="288305" y="184917"/>
                      <a:pt x="240257" y="198277"/>
                      <a:pt x="204653" y="172059"/>
                    </a:cubicBezTo>
                    <a:cubicBezTo>
                      <a:pt x="199850" y="178039"/>
                      <a:pt x="195085" y="184217"/>
                      <a:pt x="190282" y="190196"/>
                    </a:cubicBezTo>
                    <a:cubicBezTo>
                      <a:pt x="203291" y="203274"/>
                      <a:pt x="223160" y="209381"/>
                      <a:pt x="254302" y="210348"/>
                    </a:cubicBezTo>
                    <a:cubicBezTo>
                      <a:pt x="258834" y="241492"/>
                      <a:pt x="238558" y="268460"/>
                      <a:pt x="206445" y="272154"/>
                    </a:cubicBezTo>
                    <a:cubicBezTo>
                      <a:pt x="171144" y="276232"/>
                      <a:pt x="139743" y="266146"/>
                      <a:pt x="114462" y="240670"/>
                    </a:cubicBezTo>
                    <a:cubicBezTo>
                      <a:pt x="86234" y="212479"/>
                      <a:pt x="89402" y="167894"/>
                      <a:pt x="120246" y="146306"/>
                    </a:cubicBezTo>
                    <a:cubicBezTo>
                      <a:pt x="131958" y="138030"/>
                      <a:pt x="145083" y="135198"/>
                      <a:pt x="159117" y="137290"/>
                    </a:cubicBezTo>
                    <a:cubicBezTo>
                      <a:pt x="163311" y="137940"/>
                      <a:pt x="165136" y="136789"/>
                      <a:pt x="166880" y="133004"/>
                    </a:cubicBezTo>
                    <a:cubicBezTo>
                      <a:pt x="177313" y="110095"/>
                      <a:pt x="189847" y="88630"/>
                      <a:pt x="208914" y="71662"/>
                    </a:cubicBezTo>
                    <a:cubicBezTo>
                      <a:pt x="216957" y="64472"/>
                      <a:pt x="225490" y="58567"/>
                      <a:pt x="234805" y="54681"/>
                    </a:cubicBezTo>
                    <a:close/>
                    <a:moveTo>
                      <a:pt x="518054" y="685"/>
                    </a:moveTo>
                    <a:cubicBezTo>
                      <a:pt x="535695" y="-1964"/>
                      <a:pt x="551960" y="3383"/>
                      <a:pt x="567481" y="11310"/>
                    </a:cubicBezTo>
                    <a:cubicBezTo>
                      <a:pt x="586392" y="21056"/>
                      <a:pt x="602181" y="34843"/>
                      <a:pt x="617166" y="49796"/>
                    </a:cubicBezTo>
                    <a:cubicBezTo>
                      <a:pt x="619412" y="52029"/>
                      <a:pt x="621119" y="53546"/>
                      <a:pt x="624803" y="51439"/>
                    </a:cubicBezTo>
                    <a:cubicBezTo>
                      <a:pt x="645553" y="40272"/>
                      <a:pt x="666213" y="40732"/>
                      <a:pt x="685335" y="54921"/>
                    </a:cubicBezTo>
                    <a:cubicBezTo>
                      <a:pt x="704960" y="69628"/>
                      <a:pt x="713618" y="90027"/>
                      <a:pt x="709531" y="114208"/>
                    </a:cubicBezTo>
                    <a:cubicBezTo>
                      <a:pt x="704617" y="143838"/>
                      <a:pt x="686008" y="164388"/>
                      <a:pt x="661812" y="180063"/>
                    </a:cubicBezTo>
                    <a:cubicBezTo>
                      <a:pt x="646343" y="190051"/>
                      <a:pt x="629358" y="196244"/>
                      <a:pt x="610202" y="195099"/>
                    </a:cubicBezTo>
                    <a:cubicBezTo>
                      <a:pt x="586961" y="193894"/>
                      <a:pt x="565244" y="174481"/>
                      <a:pt x="562692" y="152954"/>
                    </a:cubicBezTo>
                    <a:cubicBezTo>
                      <a:pt x="585571" y="146688"/>
                      <a:pt x="602749" y="132718"/>
                      <a:pt x="615624" y="112005"/>
                    </a:cubicBezTo>
                    <a:cubicBezTo>
                      <a:pt x="608733" y="107779"/>
                      <a:pt x="602074" y="103714"/>
                      <a:pt x="594985" y="99523"/>
                    </a:cubicBezTo>
                    <a:cubicBezTo>
                      <a:pt x="584014" y="116217"/>
                      <a:pt x="569428" y="127672"/>
                      <a:pt x="549403" y="129539"/>
                    </a:cubicBezTo>
                    <a:cubicBezTo>
                      <a:pt x="528196" y="131624"/>
                      <a:pt x="513136" y="121778"/>
                      <a:pt x="503638" y="102348"/>
                    </a:cubicBezTo>
                    <a:cubicBezTo>
                      <a:pt x="496480" y="105504"/>
                      <a:pt x="489322" y="108659"/>
                      <a:pt x="481968" y="111852"/>
                    </a:cubicBezTo>
                    <a:cubicBezTo>
                      <a:pt x="491757" y="132858"/>
                      <a:pt x="507348" y="146680"/>
                      <a:pt x="529275" y="151795"/>
                    </a:cubicBezTo>
                    <a:cubicBezTo>
                      <a:pt x="536517" y="153512"/>
                      <a:pt x="538661" y="157394"/>
                      <a:pt x="540380" y="163391"/>
                    </a:cubicBezTo>
                    <a:cubicBezTo>
                      <a:pt x="547848" y="187270"/>
                      <a:pt x="562876" y="204659"/>
                      <a:pt x="586552" y="213729"/>
                    </a:cubicBezTo>
                    <a:cubicBezTo>
                      <a:pt x="601672" y="219490"/>
                      <a:pt x="617458" y="220036"/>
                      <a:pt x="633128" y="217751"/>
                    </a:cubicBezTo>
                    <a:cubicBezTo>
                      <a:pt x="632490" y="226425"/>
                      <a:pt x="631028" y="235047"/>
                      <a:pt x="631375" y="243538"/>
                    </a:cubicBezTo>
                    <a:cubicBezTo>
                      <a:pt x="632531" y="271842"/>
                      <a:pt x="644151" y="293936"/>
                      <a:pt x="670400" y="307011"/>
                    </a:cubicBezTo>
                    <a:cubicBezTo>
                      <a:pt x="672391" y="307865"/>
                      <a:pt x="674389" y="310959"/>
                      <a:pt x="674359" y="313002"/>
                    </a:cubicBezTo>
                    <a:cubicBezTo>
                      <a:pt x="674507" y="327029"/>
                      <a:pt x="678128" y="340009"/>
                      <a:pt x="686366" y="351523"/>
                    </a:cubicBezTo>
                    <a:cubicBezTo>
                      <a:pt x="688597" y="354777"/>
                      <a:pt x="688444" y="357250"/>
                      <a:pt x="686786" y="360408"/>
                    </a:cubicBezTo>
                    <a:cubicBezTo>
                      <a:pt x="674346" y="383485"/>
                      <a:pt x="647586" y="391893"/>
                      <a:pt x="624276" y="379293"/>
                    </a:cubicBezTo>
                    <a:cubicBezTo>
                      <a:pt x="622212" y="378045"/>
                      <a:pt x="620696" y="374251"/>
                      <a:pt x="620186" y="371494"/>
                    </a:cubicBezTo>
                    <a:cubicBezTo>
                      <a:pt x="616003" y="343340"/>
                      <a:pt x="601859" y="321918"/>
                      <a:pt x="577039" y="307763"/>
                    </a:cubicBezTo>
                    <a:cubicBezTo>
                      <a:pt x="575443" y="306837"/>
                      <a:pt x="573488" y="306179"/>
                      <a:pt x="571263" y="305164"/>
                    </a:cubicBezTo>
                    <a:cubicBezTo>
                      <a:pt x="567934" y="312501"/>
                      <a:pt x="564766" y="319605"/>
                      <a:pt x="561472" y="327139"/>
                    </a:cubicBezTo>
                    <a:cubicBezTo>
                      <a:pt x="582070" y="337186"/>
                      <a:pt x="594443" y="353436"/>
                      <a:pt x="596193" y="376131"/>
                    </a:cubicBezTo>
                    <a:cubicBezTo>
                      <a:pt x="598066" y="398396"/>
                      <a:pt x="590093" y="416979"/>
                      <a:pt x="571697" y="430972"/>
                    </a:cubicBezTo>
                    <a:cubicBezTo>
                      <a:pt x="575998" y="437714"/>
                      <a:pt x="580263" y="444259"/>
                      <a:pt x="584565" y="451001"/>
                    </a:cubicBezTo>
                    <a:cubicBezTo>
                      <a:pt x="602215" y="439591"/>
                      <a:pt x="612471" y="423437"/>
                      <a:pt x="618292" y="404232"/>
                    </a:cubicBezTo>
                    <a:cubicBezTo>
                      <a:pt x="656636" y="417720"/>
                      <a:pt x="688185" y="404353"/>
                      <a:pt x="707017" y="373985"/>
                    </a:cubicBezTo>
                    <a:cubicBezTo>
                      <a:pt x="717097" y="377826"/>
                      <a:pt x="726965" y="382724"/>
                      <a:pt x="737381" y="385077"/>
                    </a:cubicBezTo>
                    <a:cubicBezTo>
                      <a:pt x="747600" y="387467"/>
                      <a:pt x="758243" y="387740"/>
                      <a:pt x="767814" y="388823"/>
                    </a:cubicBezTo>
                    <a:cubicBezTo>
                      <a:pt x="767007" y="400991"/>
                      <a:pt x="766309" y="413750"/>
                      <a:pt x="765487" y="426939"/>
                    </a:cubicBezTo>
                    <a:cubicBezTo>
                      <a:pt x="708784" y="427639"/>
                      <a:pt x="673764" y="455296"/>
                      <a:pt x="665711" y="514227"/>
                    </a:cubicBezTo>
                    <a:cubicBezTo>
                      <a:pt x="646576" y="514301"/>
                      <a:pt x="629861" y="520852"/>
                      <a:pt x="615799" y="534043"/>
                    </a:cubicBezTo>
                    <a:cubicBezTo>
                      <a:pt x="614762" y="535049"/>
                      <a:pt x="612633" y="535647"/>
                      <a:pt x="611378" y="535471"/>
                    </a:cubicBezTo>
                    <a:cubicBezTo>
                      <a:pt x="587569" y="530093"/>
                      <a:pt x="565924" y="535315"/>
                      <a:pt x="545354" y="547467"/>
                    </a:cubicBezTo>
                    <a:cubicBezTo>
                      <a:pt x="544800" y="547774"/>
                      <a:pt x="544172" y="547686"/>
                      <a:pt x="543618" y="547992"/>
                    </a:cubicBezTo>
                    <a:cubicBezTo>
                      <a:pt x="504751" y="508527"/>
                      <a:pt x="497966" y="435430"/>
                      <a:pt x="543114" y="378809"/>
                    </a:cubicBezTo>
                    <a:cubicBezTo>
                      <a:pt x="513284" y="360692"/>
                      <a:pt x="490336" y="336822"/>
                      <a:pt x="481297" y="302233"/>
                    </a:cubicBezTo>
                    <a:cubicBezTo>
                      <a:pt x="471988" y="267287"/>
                      <a:pt x="479922" y="235266"/>
                      <a:pt x="497521" y="205940"/>
                    </a:cubicBezTo>
                    <a:cubicBezTo>
                      <a:pt x="488494" y="194571"/>
                      <a:pt x="478826" y="184135"/>
                      <a:pt x="471375" y="172476"/>
                    </a:cubicBezTo>
                    <a:cubicBezTo>
                      <a:pt x="446267" y="132505"/>
                      <a:pt x="440053" y="90061"/>
                      <a:pt x="460261" y="46197"/>
                    </a:cubicBezTo>
                    <a:cubicBezTo>
                      <a:pt x="471621" y="21691"/>
                      <a:pt x="490099" y="4833"/>
                      <a:pt x="518054" y="685"/>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grpSp>
        <p:grpSp>
          <p:nvGrpSpPr>
            <p:cNvPr id="12" name="Group 11">
              <a:extLst>
                <a:ext uri="{FF2B5EF4-FFF2-40B4-BE49-F238E27FC236}">
                  <a16:creationId xmlns:a16="http://schemas.microsoft.com/office/drawing/2014/main" xmlns="" id="{BF5BFD28-98A6-5777-84CC-B3CF44CFF2F3}"/>
                </a:ext>
              </a:extLst>
            </p:cNvPr>
            <p:cNvGrpSpPr/>
            <p:nvPr/>
          </p:nvGrpSpPr>
          <p:grpSpPr>
            <a:xfrm>
              <a:off x="219453" y="2580615"/>
              <a:ext cx="2625263" cy="1036484"/>
              <a:chOff x="1525348" y="1579815"/>
              <a:chExt cx="6070988" cy="2761700"/>
            </a:xfrm>
          </p:grpSpPr>
          <p:sp>
            <p:nvSpPr>
              <p:cNvPr id="13" name="Rectangle 5">
                <a:extLst>
                  <a:ext uri="{FF2B5EF4-FFF2-40B4-BE49-F238E27FC236}">
                    <a16:creationId xmlns:a16="http://schemas.microsoft.com/office/drawing/2014/main" xmlns="" id="{C53514F5-3635-5BB2-C9D7-0CF9B253E4AB}"/>
                  </a:ext>
                </a:extLst>
              </p:cNvPr>
              <p:cNvSpPr/>
              <p:nvPr/>
            </p:nvSpPr>
            <p:spPr>
              <a:xfrm>
                <a:off x="3268739" y="2309740"/>
                <a:ext cx="2598977"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4" name="Rectangle 5">
                <a:extLst>
                  <a:ext uri="{FF2B5EF4-FFF2-40B4-BE49-F238E27FC236}">
                    <a16:creationId xmlns:a16="http://schemas.microsoft.com/office/drawing/2014/main" xmlns="" id="{0767EC94-8A44-C4C0-58AF-76EEB724BE76}"/>
                  </a:ext>
                </a:extLst>
              </p:cNvPr>
              <p:cNvSpPr/>
              <p:nvPr/>
            </p:nvSpPr>
            <p:spPr>
              <a:xfrm>
                <a:off x="3268739" y="2704966"/>
                <a:ext cx="2598977"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ysClr val="windowText" lastClr="000000">
                  <a:alpha val="2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5" name="Freeform 22">
                <a:extLst>
                  <a:ext uri="{FF2B5EF4-FFF2-40B4-BE49-F238E27FC236}">
                    <a16:creationId xmlns:a16="http://schemas.microsoft.com/office/drawing/2014/main" xmlns="" id="{C47DD3E0-AD69-03E1-8614-67A99561B628}"/>
                  </a:ext>
                </a:extLst>
              </p:cNvPr>
              <p:cNvSpPr/>
              <p:nvPr/>
            </p:nvSpPr>
            <p:spPr>
              <a:xfrm>
                <a:off x="1525348" y="1579815"/>
                <a:ext cx="6070988" cy="1788714"/>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cxnSp>
            <p:nvCxnSpPr>
              <p:cNvPr id="16" name="Straight Connector 15">
                <a:extLst>
                  <a:ext uri="{FF2B5EF4-FFF2-40B4-BE49-F238E27FC236}">
                    <a16:creationId xmlns:a16="http://schemas.microsoft.com/office/drawing/2014/main" xmlns="" id="{94375548-5E6B-9EB4-AEF1-6D3ACAC030DA}"/>
                  </a:ext>
                </a:extLst>
              </p:cNvPr>
              <p:cNvCxnSpPr/>
              <p:nvPr/>
            </p:nvCxnSpPr>
            <p:spPr>
              <a:xfrm>
                <a:off x="4662703" y="2187506"/>
                <a:ext cx="1586226" cy="614736"/>
              </a:xfrm>
              <a:prstGeom prst="line">
                <a:avLst/>
              </a:prstGeom>
              <a:solidFill>
                <a:srgbClr val="FF0000"/>
              </a:solidFill>
              <a:ln w="19050" cap="flat" cmpd="sng" algn="ctr">
                <a:solidFill>
                  <a:srgbClr val="FF0000"/>
                </a:solidFill>
                <a:prstDash val="solid"/>
                <a:miter lim="800000"/>
              </a:ln>
              <a:effectLst/>
            </p:spPr>
          </p:cxnSp>
          <p:cxnSp>
            <p:nvCxnSpPr>
              <p:cNvPr id="17" name="Straight Connector 16">
                <a:extLst>
                  <a:ext uri="{FF2B5EF4-FFF2-40B4-BE49-F238E27FC236}">
                    <a16:creationId xmlns:a16="http://schemas.microsoft.com/office/drawing/2014/main" xmlns="" id="{7BD69B1F-0000-D1F4-9EFB-76C5C53683E5}"/>
                  </a:ext>
                </a:extLst>
              </p:cNvPr>
              <p:cNvCxnSpPr/>
              <p:nvPr/>
            </p:nvCxnSpPr>
            <p:spPr>
              <a:xfrm>
                <a:off x="6248932" y="2802241"/>
                <a:ext cx="0" cy="1010602"/>
              </a:xfrm>
              <a:prstGeom prst="line">
                <a:avLst/>
              </a:prstGeom>
              <a:noFill/>
              <a:ln w="19050" cap="flat" cmpd="sng" algn="ctr">
                <a:solidFill>
                  <a:srgbClr val="FF0000"/>
                </a:solidFill>
                <a:prstDash val="solid"/>
                <a:miter lim="800000"/>
              </a:ln>
              <a:effectLst/>
            </p:spPr>
          </p:cxnSp>
          <p:sp>
            <p:nvSpPr>
              <p:cNvPr id="18" name="Isosceles Triangle 17">
                <a:extLst>
                  <a:ext uri="{FF2B5EF4-FFF2-40B4-BE49-F238E27FC236}">
                    <a16:creationId xmlns:a16="http://schemas.microsoft.com/office/drawing/2014/main" xmlns="" id="{F5A0E9B9-08A2-5A4B-3957-E52F8C367268}"/>
                  </a:ext>
                </a:extLst>
              </p:cNvPr>
              <p:cNvSpPr/>
              <p:nvPr/>
            </p:nvSpPr>
            <p:spPr>
              <a:xfrm>
                <a:off x="6018666" y="3406130"/>
                <a:ext cx="460523" cy="920944"/>
              </a:xfrm>
              <a:prstGeom prst="triangl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9" name="Oval 18">
                <a:extLst>
                  <a:ext uri="{FF2B5EF4-FFF2-40B4-BE49-F238E27FC236}">
                    <a16:creationId xmlns:a16="http://schemas.microsoft.com/office/drawing/2014/main" xmlns="" id="{E269F471-A76A-389F-F009-5C6E07F2908D}"/>
                  </a:ext>
                </a:extLst>
              </p:cNvPr>
              <p:cNvSpPr/>
              <p:nvPr/>
            </p:nvSpPr>
            <p:spPr>
              <a:xfrm>
                <a:off x="6122006" y="3356992"/>
                <a:ext cx="236067" cy="271996"/>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grpSp>
      </p:grpSp>
      <p:sp>
        <p:nvSpPr>
          <p:cNvPr id="59" name="Google Shape;25;p4">
            <a:hlinkClick r:id="rId3" action="ppaction://hlinksldjump"/>
            <a:extLst>
              <a:ext uri="{FF2B5EF4-FFF2-40B4-BE49-F238E27FC236}">
                <a16:creationId xmlns:a16="http://schemas.microsoft.com/office/drawing/2014/main" xmlns="" id="{C07B15E5-ADFA-65A0-B725-BFBA14469014}"/>
              </a:ext>
            </a:extLst>
          </p:cNvPr>
          <p:cNvSpPr/>
          <p:nvPr/>
        </p:nvSpPr>
        <p:spPr>
          <a:xfrm>
            <a:off x="9329510" y="1739454"/>
            <a:ext cx="1846336" cy="560099"/>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200" dirty="0">
                <a:solidFill>
                  <a:schemeClr val="bg1"/>
                </a:solidFill>
                <a:latin typeface="Lalezar" panose="00000500000000000000" pitchFamily="2" charset="-78"/>
                <a:cs typeface="B Titr" panose="00000700000000000000" pitchFamily="2" charset="-78"/>
              </a:rPr>
              <a:t>مقدمه و کلیات</a:t>
            </a:r>
            <a:endParaRPr sz="2200" dirty="0">
              <a:solidFill>
                <a:schemeClr val="bg1"/>
              </a:solidFill>
              <a:latin typeface="Lalezar" panose="00000500000000000000" pitchFamily="2" charset="-78"/>
              <a:cs typeface="B Titr" panose="00000700000000000000" pitchFamily="2" charset="-78"/>
            </a:endParaRPr>
          </a:p>
        </p:txBody>
      </p:sp>
      <p:sp>
        <p:nvSpPr>
          <p:cNvPr id="61" name="Google Shape;25;p4">
            <a:hlinkClick r:id="rId4" action="ppaction://hlinksldjump"/>
            <a:extLst>
              <a:ext uri="{FF2B5EF4-FFF2-40B4-BE49-F238E27FC236}">
                <a16:creationId xmlns:a16="http://schemas.microsoft.com/office/drawing/2014/main" xmlns="" id="{DB60FCDB-6266-BE53-3F10-665D62B4E642}"/>
              </a:ext>
            </a:extLst>
          </p:cNvPr>
          <p:cNvSpPr/>
          <p:nvPr/>
        </p:nvSpPr>
        <p:spPr>
          <a:xfrm>
            <a:off x="4014791" y="1627818"/>
            <a:ext cx="2574652" cy="56227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مبانی و پیشینه</a:t>
            </a:r>
            <a:endParaRPr sz="2400" dirty="0">
              <a:solidFill>
                <a:schemeClr val="tx1"/>
              </a:solidFill>
              <a:latin typeface="Lalezar" panose="00000500000000000000" pitchFamily="2" charset="-78"/>
              <a:cs typeface="B Titr" panose="00000700000000000000" pitchFamily="2" charset="-78"/>
            </a:endParaRPr>
          </a:p>
        </p:txBody>
      </p:sp>
      <p:sp>
        <p:nvSpPr>
          <p:cNvPr id="62" name="Google Shape;25;p4">
            <a:hlinkClick r:id="rId5" action="ppaction://hlinksldjump"/>
            <a:extLst>
              <a:ext uri="{FF2B5EF4-FFF2-40B4-BE49-F238E27FC236}">
                <a16:creationId xmlns:a16="http://schemas.microsoft.com/office/drawing/2014/main" xmlns="" id="{0D71F361-5055-AAAF-AE6A-0DBE961788BE}"/>
              </a:ext>
            </a:extLst>
          </p:cNvPr>
          <p:cNvSpPr/>
          <p:nvPr/>
        </p:nvSpPr>
        <p:spPr>
          <a:xfrm>
            <a:off x="4591635" y="3777946"/>
            <a:ext cx="1730945" cy="56227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روش شناسی</a:t>
            </a:r>
            <a:endParaRPr sz="2400" dirty="0">
              <a:solidFill>
                <a:schemeClr val="tx1"/>
              </a:solidFill>
              <a:latin typeface="Lalezar" panose="00000500000000000000" pitchFamily="2" charset="-78"/>
              <a:cs typeface="B Titr" panose="00000700000000000000" pitchFamily="2" charset="-78"/>
            </a:endParaRPr>
          </a:p>
        </p:txBody>
      </p:sp>
      <p:sp>
        <p:nvSpPr>
          <p:cNvPr id="63" name="Google Shape;25;p4">
            <a:hlinkClick r:id="rId5" action="ppaction://hlinksldjump"/>
            <a:extLst>
              <a:ext uri="{FF2B5EF4-FFF2-40B4-BE49-F238E27FC236}">
                <a16:creationId xmlns:a16="http://schemas.microsoft.com/office/drawing/2014/main" xmlns="" id="{35E9ED2E-A27C-1BC6-7075-410328E71F3D}"/>
              </a:ext>
            </a:extLst>
          </p:cNvPr>
          <p:cNvSpPr/>
          <p:nvPr/>
        </p:nvSpPr>
        <p:spPr>
          <a:xfrm>
            <a:off x="8138256" y="3773697"/>
            <a:ext cx="1606430" cy="56010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نتایج و بحث</a:t>
            </a:r>
            <a:endParaRPr sz="2400" dirty="0">
              <a:solidFill>
                <a:schemeClr val="tx1"/>
              </a:solidFill>
              <a:latin typeface="Lalezar" panose="00000500000000000000" pitchFamily="2" charset="-78"/>
              <a:cs typeface="B Titr" panose="00000700000000000000" pitchFamily="2" charset="-78"/>
            </a:endParaRPr>
          </a:p>
        </p:txBody>
      </p:sp>
      <p:sp>
        <p:nvSpPr>
          <p:cNvPr id="9" name="Diamond 8">
            <a:extLst>
              <a:ext uri="{FF2B5EF4-FFF2-40B4-BE49-F238E27FC236}">
                <a16:creationId xmlns:a16="http://schemas.microsoft.com/office/drawing/2014/main" xmlns="" id="{C3DFF4AD-7692-150F-FE81-A8849913E24B}"/>
              </a:ext>
            </a:extLst>
          </p:cNvPr>
          <p:cNvSpPr/>
          <p:nvPr/>
        </p:nvSpPr>
        <p:spPr>
          <a:xfrm flipH="1">
            <a:off x="10110172" y="1012382"/>
            <a:ext cx="543069" cy="590907"/>
          </a:xfrm>
          <a:prstGeom prst="diamond">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1</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8" name="Diamond 27">
            <a:extLst>
              <a:ext uri="{FF2B5EF4-FFF2-40B4-BE49-F238E27FC236}">
                <a16:creationId xmlns:a16="http://schemas.microsoft.com/office/drawing/2014/main" xmlns="" id="{8A5D386F-3383-FF0A-1AEE-8223E1654E1C}"/>
              </a:ext>
            </a:extLst>
          </p:cNvPr>
          <p:cNvSpPr/>
          <p:nvPr/>
        </p:nvSpPr>
        <p:spPr>
          <a:xfrm flipH="1">
            <a:off x="5057571" y="1014536"/>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2</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9" name="Diamond 28">
            <a:extLst>
              <a:ext uri="{FF2B5EF4-FFF2-40B4-BE49-F238E27FC236}">
                <a16:creationId xmlns:a16="http://schemas.microsoft.com/office/drawing/2014/main" xmlns="" id="{DF341C2D-E2E5-570F-4D9A-5330E1BDE30F}"/>
              </a:ext>
            </a:extLst>
          </p:cNvPr>
          <p:cNvSpPr/>
          <p:nvPr/>
        </p:nvSpPr>
        <p:spPr>
          <a:xfrm flipH="1">
            <a:off x="8738258" y="3147727"/>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4</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30" name="Diamond 29">
            <a:extLst>
              <a:ext uri="{FF2B5EF4-FFF2-40B4-BE49-F238E27FC236}">
                <a16:creationId xmlns:a16="http://schemas.microsoft.com/office/drawing/2014/main" xmlns="" id="{C842A1E1-8FB2-FE91-2FBA-4227E04BC3D5}"/>
              </a:ext>
            </a:extLst>
          </p:cNvPr>
          <p:cNvSpPr/>
          <p:nvPr/>
        </p:nvSpPr>
        <p:spPr>
          <a:xfrm flipH="1">
            <a:off x="5246237" y="3156968"/>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3</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51" name="Diamond 50">
            <a:extLst>
              <a:ext uri="{FF2B5EF4-FFF2-40B4-BE49-F238E27FC236}">
                <a16:creationId xmlns:a16="http://schemas.microsoft.com/office/drawing/2014/main" xmlns="" id="{7FF5FD2A-9162-1F35-F7F5-F79FBEEACCB5}"/>
              </a:ext>
            </a:extLst>
          </p:cNvPr>
          <p:cNvSpPr/>
          <p:nvPr/>
        </p:nvSpPr>
        <p:spPr>
          <a:xfrm flipH="1">
            <a:off x="3243118" y="5308713"/>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5</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grpSp>
        <p:nvGrpSpPr>
          <p:cNvPr id="66" name="Group 65">
            <a:extLst>
              <a:ext uri="{FF2B5EF4-FFF2-40B4-BE49-F238E27FC236}">
                <a16:creationId xmlns:a16="http://schemas.microsoft.com/office/drawing/2014/main" xmlns="" id="{FBB980E8-C95C-DFEF-5589-61AD7AA0728F}"/>
              </a:ext>
            </a:extLst>
          </p:cNvPr>
          <p:cNvGrpSpPr/>
          <p:nvPr/>
        </p:nvGrpSpPr>
        <p:grpSpPr>
          <a:xfrm>
            <a:off x="0" y="6734895"/>
            <a:ext cx="12192003" cy="123093"/>
            <a:chOff x="2879947" y="5044093"/>
            <a:chExt cx="6264054" cy="101614"/>
          </a:xfrm>
        </p:grpSpPr>
        <p:sp>
          <p:nvSpPr>
            <p:cNvPr id="67" name="sm 17">
              <a:extLst>
                <a:ext uri="{FF2B5EF4-FFF2-40B4-BE49-F238E27FC236}">
                  <a16:creationId xmlns:a16="http://schemas.microsoft.com/office/drawing/2014/main" xmlns="" id="{DAF19E38-6050-F2E6-EE37-B8862528ADAE}"/>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68" name="sm 17">
              <a:extLst>
                <a:ext uri="{FF2B5EF4-FFF2-40B4-BE49-F238E27FC236}">
                  <a16:creationId xmlns:a16="http://schemas.microsoft.com/office/drawing/2014/main" xmlns="" id="{D4C9E0E5-D536-2290-08A5-996667830087}"/>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22" name="Google Shape;25;p4">
            <a:hlinkClick r:id="rId6" action="ppaction://hlinksldjump"/>
            <a:extLst>
              <a:ext uri="{FF2B5EF4-FFF2-40B4-BE49-F238E27FC236}">
                <a16:creationId xmlns:a16="http://schemas.microsoft.com/office/drawing/2014/main" xmlns="" id="{AF1B458A-8162-0C87-8DA9-A345EBA57429}"/>
              </a:ext>
            </a:extLst>
          </p:cNvPr>
          <p:cNvSpPr/>
          <p:nvPr/>
        </p:nvSpPr>
        <p:spPr>
          <a:xfrm>
            <a:off x="2117611" y="4723532"/>
            <a:ext cx="2935341" cy="562270"/>
          </a:xfrm>
          <a:prstGeom prst="rect">
            <a:avLst/>
          </a:prstGeom>
          <a:noFill/>
          <a:ln>
            <a:noFill/>
          </a:ln>
          <a:effectLst/>
        </p:spPr>
        <p:txBody>
          <a:bodyPr spcFirstLastPara="1" wrap="square" lIns="121900" tIns="121900" rIns="121900" bIns="121900" anchor="ctr" anchorCtr="0">
            <a:noAutofit/>
          </a:bodyPr>
          <a:lstStyle/>
          <a:p>
            <a:pPr algn="ctr" rtl="1"/>
            <a:r>
              <a:rPr lang="fa-IR" sz="2200" dirty="0">
                <a:solidFill>
                  <a:schemeClr val="tx1"/>
                </a:solidFill>
                <a:latin typeface="Lalezar" panose="00000500000000000000" pitchFamily="2" charset="-78"/>
                <a:cs typeface="B Titr" panose="00000700000000000000" pitchFamily="2" charset="-78"/>
              </a:rPr>
              <a:t>نتیجه گیری و پیشنهادات</a:t>
            </a:r>
          </a:p>
        </p:txBody>
      </p:sp>
      <p:sp>
        <p:nvSpPr>
          <p:cNvPr id="34" name="Isosceles Triangle 33"/>
          <p:cNvSpPr/>
          <p:nvPr/>
        </p:nvSpPr>
        <p:spPr>
          <a:xfrm rot="16200000">
            <a:off x="7379422" y="1108685"/>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p:cNvSpPr/>
          <p:nvPr/>
        </p:nvSpPr>
        <p:spPr>
          <a:xfrm rot="5400000" flipH="1">
            <a:off x="3375156" y="3246406"/>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p:cNvSpPr/>
          <p:nvPr/>
        </p:nvSpPr>
        <p:spPr>
          <a:xfrm rot="16200000">
            <a:off x="7182648" y="5402608"/>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71687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102F1D-086B-AB2C-ABC6-B3B0E720F4ED}"/>
              </a:ext>
            </a:extLst>
          </p:cNvPr>
          <p:cNvSpPr>
            <a:spLocks noGrp="1"/>
          </p:cNvSpPr>
          <p:nvPr>
            <p:ph type="title"/>
          </p:nvPr>
        </p:nvSpPr>
        <p:spPr>
          <a:xfrm>
            <a:off x="221672" y="609600"/>
            <a:ext cx="11681857" cy="633487"/>
          </a:xfrm>
        </p:spPr>
        <p:txBody>
          <a:bodyPr/>
          <a:lstStyle/>
          <a:p>
            <a:r>
              <a:rPr lang="fa-IR" dirty="0"/>
              <a:t>مقدمه</a:t>
            </a:r>
            <a:endParaRPr lang="en-US" dirty="0"/>
          </a:p>
        </p:txBody>
      </p:sp>
      <p:sp>
        <p:nvSpPr>
          <p:cNvPr id="5" name="Rectangle 4"/>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a:t>
            </a:r>
            <a:endParaRPr lang="en-US" dirty="0">
              <a:cs typeface="B Titr" panose="00000700000000000000" pitchFamily="2" charset="-78"/>
            </a:endParaRPr>
          </a:p>
        </p:txBody>
      </p:sp>
      <p:sp>
        <p:nvSpPr>
          <p:cNvPr id="4" name="Rectangle 3"/>
          <p:cNvSpPr/>
          <p:nvPr/>
        </p:nvSpPr>
        <p:spPr>
          <a:xfrm>
            <a:off x="221672" y="1122218"/>
            <a:ext cx="11828813" cy="5170646"/>
          </a:xfrm>
          <a:prstGeom prst="rect">
            <a:avLst/>
          </a:prstGeom>
        </p:spPr>
        <p:txBody>
          <a:bodyPr wrap="square">
            <a:spAutoFit/>
          </a:bodyPr>
          <a:lstStyle/>
          <a:p>
            <a:pPr algn="just" rtl="1">
              <a:lnSpc>
                <a:spcPct val="150000"/>
              </a:lnSpc>
            </a:pPr>
            <a:r>
              <a:rPr lang="fa-IR" sz="2000" b="1" dirty="0">
                <a:cs typeface="B Lotus" panose="00000400000000000000" pitchFamily="2" charset="-78"/>
              </a:rPr>
              <a:t>جمعیت سالمندان در ایران با شتاب زیادی رو به افزایش است؛ به‌طوری‌که پیش‌بینی می‌شود تا سال ۲۰۵۰ حدود ۲۷.۹ درصد جمعیت کشور را افراد ۶۰ سال و بالاتر تشکیل دهند. این وضعیت، برنامه‌ریزی برای خدمات‌رسانی به سالمندان را از یک توصیه به ضرورتی فوری تبدیل کرده است. تغییرات اجتماعی مانند شهرنشینی و کاهش خانواده‌های چندنسلی، باعث شده بسیاری از سالمندان تنها یا فقط با همسرشان زندگی کنند که نتیجه آن کاهش حمایت‌های خانوادگی و اجتماعی است؛ در این میان، زنان سالمند به دلیل نرخ بالاتر بیوگی، بیش از مردان در معرض تنهایی قرار دارند.</a:t>
            </a:r>
          </a:p>
          <a:p>
            <a:pPr algn="just" rtl="1">
              <a:lnSpc>
                <a:spcPct val="150000"/>
              </a:lnSpc>
            </a:pPr>
            <a:r>
              <a:rPr lang="fa-IR" sz="2000" b="1" dirty="0">
                <a:cs typeface="B Lotus" panose="00000400000000000000" pitchFamily="2" charset="-78"/>
              </a:rPr>
              <a:t>علاوه بر این، شیوع بیماری‌های مزمن و کاهش توانایی‌های جسمی، سلامت روان و کیفیت زندگی سالمندان را به شدت تحت تأثیر قرار داده است. امروزه تعریف «سالمندی موفق» از صرفاً طول عمر و نبود بیماری، به سمت حفظ استقلال و مشارکت اجتماعی تغییر کرده است. پژوهش‌های داخلی نشان می‌دهد که سلامت ادراک‌شده، کفایت درآمد، جایگاه اجتماعی و حمایت‌های روانی-اجتماعی، تعیین‌کننده‌ترین عوامل در کیفیت زندگی و استقلال عملکردی سالمندان هستند؛ بنابراین در برنامه‌ریزی برای این دوران، نمی‌توان تنها به خدمات درمانی بسنده کرد. با توجه به تغییرات زیستی، روانی و اجتماعی در این دوره و اهمیت بهزیستی روان‌شناختی، پژوهش حاضر با هدف تعیین نقش «هوش معنوی» و «اضطراب سلامتی» در پیش‌بینی «اضطراب مرگ» در سالمندان انجام شده است.</a:t>
            </a:r>
          </a:p>
        </p:txBody>
      </p:sp>
    </p:spTree>
    <p:extLst>
      <p:ext uri="{BB962C8B-B14F-4D97-AF65-F5344CB8AC3E}">
        <p14:creationId xmlns:p14="http://schemas.microsoft.com/office/powerpoint/2010/main" val="4040330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63102F1D-086B-AB2C-ABC6-B3B0E720F4ED}"/>
              </a:ext>
            </a:extLst>
          </p:cNvPr>
          <p:cNvSpPr>
            <a:spLocks noGrp="1"/>
          </p:cNvSpPr>
          <p:nvPr>
            <p:ph type="title"/>
          </p:nvPr>
        </p:nvSpPr>
        <p:spPr>
          <a:xfrm>
            <a:off x="654745" y="872578"/>
            <a:ext cx="8946455" cy="633487"/>
          </a:xfrm>
        </p:spPr>
        <p:txBody>
          <a:bodyPr/>
          <a:lstStyle/>
          <a:p>
            <a:pPr algn="r"/>
            <a:r>
              <a:rPr lang="fa-IR" dirty="0" smtClean="0"/>
              <a:t>بیان مساله</a:t>
            </a:r>
            <a:endParaRPr lang="en-US" dirty="0"/>
          </a:p>
        </p:txBody>
      </p:sp>
      <p:sp>
        <p:nvSpPr>
          <p:cNvPr id="6" name="Rectangle 5"/>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2</a:t>
            </a:r>
            <a:endParaRPr lang="en-US" dirty="0">
              <a:cs typeface="B Titr" panose="00000700000000000000" pitchFamily="2" charset="-78"/>
            </a:endParaRPr>
          </a:p>
        </p:txBody>
      </p:sp>
      <p:sp>
        <p:nvSpPr>
          <p:cNvPr id="2" name="Rectangle 1"/>
          <p:cNvSpPr/>
          <p:nvPr/>
        </p:nvSpPr>
        <p:spPr>
          <a:xfrm>
            <a:off x="221673" y="1506065"/>
            <a:ext cx="9858994" cy="4708981"/>
          </a:xfrm>
          <a:prstGeom prst="rect">
            <a:avLst/>
          </a:prstGeom>
        </p:spPr>
        <p:txBody>
          <a:bodyPr wrap="square">
            <a:spAutoFit/>
          </a:bodyPr>
          <a:lstStyle/>
          <a:p>
            <a:pPr algn="just" rtl="1">
              <a:lnSpc>
                <a:spcPct val="150000"/>
              </a:lnSpc>
            </a:pPr>
            <a:r>
              <a:rPr lang="fa-IR" sz="2000" dirty="0" smtClean="0">
                <a:cs typeface="B Lotus" panose="00000400000000000000" pitchFamily="2" charset="-78"/>
              </a:rPr>
              <a:t>جمعیت سالمندان جهان با شتابی بی‌سابقه رو به افزایش است</a:t>
            </a:r>
            <a:r>
              <a:rPr lang="en-US" sz="2000" dirty="0" smtClean="0">
                <a:cs typeface="B Lotus" panose="00000400000000000000" pitchFamily="2" charset="-78"/>
              </a:rPr>
              <a:t>.</a:t>
            </a:r>
            <a:r>
              <a:rPr lang="fa-IR" sz="2000" dirty="0" smtClean="0">
                <a:cs typeface="B Lotus" panose="00000400000000000000" pitchFamily="2" charset="-78"/>
              </a:rPr>
              <a:t> ایران نیز از این روند جهانی مستثنا نیست و با کاهش نرخ باروری و افزایش امید به زندگی، به سرعت در حال تجربه تحول جمعیتی است. پیش‌بینی می‌شود تا سال ۲۰۵۰، حدود ۲۷.۹ درصد از جمعیت ایران را سالمندان تشکیل دهند که در این میان سهم زنان نیز بسیار قابل توجه خواهد بود. این وضعیت، ضرورت توجه به نیازهای جسمی، روانی و اجتماعی سالمندان را در برنامه‌ریزی‌های نظام سلامت و رفاه کشور، به‌ویژه در زمینه‌های مراقبت طولانی‌مدت و سلامت روان، بیش از پیش آشکار می‌سازد.</a:t>
            </a:r>
          </a:p>
          <a:p>
            <a:pPr algn="just" rtl="1">
              <a:lnSpc>
                <a:spcPct val="150000"/>
              </a:lnSpc>
            </a:pPr>
            <a:r>
              <a:rPr lang="fa-IR" sz="2000" dirty="0" smtClean="0">
                <a:cs typeface="B Lotus" panose="00000400000000000000" pitchFamily="2" charset="-78"/>
              </a:rPr>
              <a:t>یکی از مؤلفه‌های کلیدی در مواجهه با چالش‌های این دوران، «هوش معنوی» است. هوش معنوی به توانایی فرد در درک معنا و هدف زندگی و استفاده از منابع معنوی برای مواجهه با چالش‌ها اشاره دارد. پژوهش‌ها نشان می‌دهند که هوش معنوی با «اضطراب مرگ» رابطه منفی و معناداری دارد؛ به این معنا که سالمندان با هوش معنوی بالاتر، به دلیل برخورداری از تاب‌آوری و توانایی یافتن معنا در زندگی، با اضطراب مرگ کمتری روبه‌رو هستند. بنابراین، تقویت این ظرفیت می‌تواند راهکاری مؤثر در ارتقای سلامت روان سالمندان باشد.</a:t>
            </a:r>
          </a:p>
        </p:txBody>
      </p:sp>
    </p:spTree>
    <p:extLst>
      <p:ext uri="{BB962C8B-B14F-4D97-AF65-F5344CB8AC3E}">
        <p14:creationId xmlns:p14="http://schemas.microsoft.com/office/powerpoint/2010/main" val="353808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63102F1D-086B-AB2C-ABC6-B3B0E720F4ED}"/>
              </a:ext>
            </a:extLst>
          </p:cNvPr>
          <p:cNvSpPr>
            <a:spLocks noGrp="1"/>
          </p:cNvSpPr>
          <p:nvPr>
            <p:ph type="title"/>
          </p:nvPr>
        </p:nvSpPr>
        <p:spPr>
          <a:xfrm>
            <a:off x="654745" y="872578"/>
            <a:ext cx="10882508" cy="633487"/>
          </a:xfrm>
        </p:spPr>
        <p:txBody>
          <a:bodyPr/>
          <a:lstStyle/>
          <a:p>
            <a:r>
              <a:rPr lang="fa-IR" dirty="0" smtClean="0"/>
              <a:t>بیان مساله</a:t>
            </a:r>
            <a:endParaRPr lang="en-US" dirty="0"/>
          </a:p>
        </p:txBody>
      </p:sp>
      <p:sp>
        <p:nvSpPr>
          <p:cNvPr id="6" name="Rectangle 5"/>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a:cs typeface="B Titr" panose="00000700000000000000" pitchFamily="2" charset="-78"/>
              </a:rPr>
              <a:t>3</a:t>
            </a:r>
            <a:endParaRPr lang="en-US" dirty="0">
              <a:cs typeface="B Titr" panose="00000700000000000000" pitchFamily="2" charset="-78"/>
            </a:endParaRPr>
          </a:p>
        </p:txBody>
      </p:sp>
      <p:sp>
        <p:nvSpPr>
          <p:cNvPr id="2" name="Rectangle 1"/>
          <p:cNvSpPr/>
          <p:nvPr/>
        </p:nvSpPr>
        <p:spPr>
          <a:xfrm>
            <a:off x="346363" y="1778817"/>
            <a:ext cx="11499272" cy="3785652"/>
          </a:xfrm>
          <a:prstGeom prst="rect">
            <a:avLst/>
          </a:prstGeom>
        </p:spPr>
        <p:txBody>
          <a:bodyPr wrap="square">
            <a:spAutoFit/>
          </a:bodyPr>
          <a:lstStyle/>
          <a:p>
            <a:pPr algn="just" rtl="1">
              <a:lnSpc>
                <a:spcPct val="150000"/>
              </a:lnSpc>
            </a:pPr>
            <a:r>
              <a:rPr lang="fa-IR" sz="2000" dirty="0" smtClean="0">
                <a:cs typeface="B Lotus" panose="00000400000000000000" pitchFamily="2" charset="-78"/>
              </a:rPr>
              <a:t>متغیر دیگر که بر تجربۀ سالمندی تأثیرگذار است، «اضطراب سلامتی» می‌باشد. با افزایش سن و احتمال ابتلا به بیماری‌های مزمن و چندبیماری، نگرانی‌های مربوط به وضعیت سلامت و احتمال ابتلا به بیماری‌های جدی در سالمندان افزایش می‌یابد. این اضطراب که می‌تواند منجر به رفتارهای جست‌وجوگرانه مکرر برای اطمینان از سلامت شود، در پیوند با عواملی چون انزوای اجتماعی و کاهش حمایت‌های محیطی، سلامت روان را به شدت تحت تأثیر قرار می‌دهد. شناسایی دقیق این اضطراب در سالمندان برای طراحی برنامه‌های پیشگیرانه ضروری است.</a:t>
            </a:r>
          </a:p>
          <a:p>
            <a:pPr algn="just" rtl="1">
              <a:lnSpc>
                <a:spcPct val="150000"/>
              </a:lnSpc>
            </a:pPr>
            <a:r>
              <a:rPr lang="fa-IR" sz="2000" dirty="0" smtClean="0">
                <a:cs typeface="B Lotus" panose="00000400000000000000" pitchFamily="2" charset="-78"/>
              </a:rPr>
              <a:t>با توجه به پیوستگی میان تغییرات جسمی، روانی و اجتماعی در دوران سالمندی، مشخص است که اضطراب مرگ تحت تأثیر متغیرهای مختلفی قرار دارد. از یک سو اضطراب سلامتی ناشی از محدودیت‌های جسمی، و از سوی دیگر هوش معنوی به عنوان یک منبع درونی، بر نحوه مواجهه فرد با مرگ اثر می‌گذارند. بر این اساس، پژوهش حاضر با هدف تعیین نقش هوش معنوی و اضطراب سلامتی در ارتباط با اضطراب مرگ در سالمندان انجام شده است تا گامی در جهت شناخت بهتر نیازهای این گروه و ارتقای کیفیت زندگی آنان باشد.</a:t>
            </a:r>
            <a:endParaRPr lang="fa-IR" sz="2000" dirty="0">
              <a:cs typeface="B Lotus" panose="00000400000000000000" pitchFamily="2" charset="-78"/>
            </a:endParaRPr>
          </a:p>
        </p:txBody>
      </p:sp>
    </p:spTree>
    <p:extLst>
      <p:ext uri="{BB962C8B-B14F-4D97-AF65-F5344CB8AC3E}">
        <p14:creationId xmlns:p14="http://schemas.microsoft.com/office/powerpoint/2010/main" val="190685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Rectangle 88"/>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4</a:t>
            </a:r>
            <a:endParaRPr lang="en-US" dirty="0">
              <a:cs typeface="B Titr" panose="00000700000000000000" pitchFamily="2" charset="-78"/>
            </a:endParaRPr>
          </a:p>
        </p:txBody>
      </p:sp>
      <p:sp>
        <p:nvSpPr>
          <p:cNvPr id="3" name="Rectangle 2"/>
          <p:cNvSpPr/>
          <p:nvPr/>
        </p:nvSpPr>
        <p:spPr>
          <a:xfrm>
            <a:off x="4114800" y="860827"/>
            <a:ext cx="7952509" cy="4357347"/>
          </a:xfrm>
          <a:prstGeom prst="rect">
            <a:avLst/>
          </a:prstGeom>
        </p:spPr>
        <p:txBody>
          <a:bodyPr wrap="square">
            <a:spAutoFit/>
          </a:bodyPr>
          <a:lstStyle/>
          <a:p>
            <a:pPr indent="252095" algn="just" rtl="1">
              <a:lnSpc>
                <a:spcPct val="115000"/>
              </a:lnSpc>
              <a:spcBef>
                <a:spcPts val="1200"/>
              </a:spcBef>
            </a:pPr>
            <a:r>
              <a:rPr lang="fa-IR" sz="2300" b="1" dirty="0" smtClean="0">
                <a:solidFill>
                  <a:srgbClr val="000000"/>
                </a:solidFill>
                <a:latin typeface="Times New Roman" panose="02020603050405020304" pitchFamily="18" charset="0"/>
                <a:cs typeface="B Titr" panose="00000700000000000000" pitchFamily="2" charset="-78"/>
              </a:rPr>
              <a:t>اهداف تحقیق</a:t>
            </a:r>
          </a:p>
          <a:p>
            <a:pPr indent="252095" algn="just" rtl="1">
              <a:lnSpc>
                <a:spcPct val="115000"/>
              </a:lnSpc>
              <a:spcBef>
                <a:spcPts val="1200"/>
              </a:spcBef>
            </a:pPr>
            <a:endParaRPr lang="fa-IR" b="1" dirty="0">
              <a:solidFill>
                <a:srgbClr val="000000"/>
              </a:solidFill>
              <a:latin typeface="Times New Roman" panose="02020603050405020304" pitchFamily="18" charset="0"/>
              <a:cs typeface="B Titr" panose="00000700000000000000" pitchFamily="2" charset="-78"/>
            </a:endParaRPr>
          </a:p>
          <a:p>
            <a:pPr indent="252095" algn="just" rtl="1">
              <a:lnSpc>
                <a:spcPct val="200000"/>
              </a:lnSpc>
              <a:spcBef>
                <a:spcPts val="1200"/>
              </a:spcBef>
            </a:pPr>
            <a:r>
              <a:rPr lang="fa-IR" sz="2000" b="1" dirty="0" smtClean="0">
                <a:solidFill>
                  <a:srgbClr val="000000"/>
                </a:solidFill>
                <a:latin typeface="Times New Roman" panose="02020603050405020304" pitchFamily="18" charset="0"/>
                <a:cs typeface="B Titr" panose="00000700000000000000" pitchFamily="2" charset="-78"/>
              </a:rPr>
              <a:t>هدف </a:t>
            </a:r>
            <a:r>
              <a:rPr lang="fa-IR" sz="2000" b="1" dirty="0">
                <a:solidFill>
                  <a:srgbClr val="000000"/>
                </a:solidFill>
                <a:latin typeface="Times New Roman" panose="02020603050405020304" pitchFamily="18" charset="0"/>
                <a:cs typeface="B Titr" panose="00000700000000000000" pitchFamily="2" charset="-78"/>
              </a:rPr>
              <a:t>اصلی:</a:t>
            </a:r>
            <a:endParaRPr lang="en-US" sz="2000" b="1" dirty="0">
              <a:solidFill>
                <a:srgbClr val="000000"/>
              </a:solidFill>
              <a:latin typeface="Times New Roman" panose="02020603050405020304" pitchFamily="18" charset="0"/>
              <a:cs typeface="B Titr" panose="00000700000000000000" pitchFamily="2" charset="-78"/>
            </a:endParaRPr>
          </a:p>
          <a:p>
            <a:pPr indent="252095" algn="just" rtl="1">
              <a:lnSpc>
                <a:spcPct val="200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تعیین رابطه هوش معنوی و اضطراب سلامتی با اضطراب مرگ در سالمندان</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200000"/>
              </a:lnSpc>
              <a:spcBef>
                <a:spcPts val="1200"/>
              </a:spcBef>
            </a:pPr>
            <a:r>
              <a:rPr lang="fa-IR" sz="2000" b="1" dirty="0" smtClean="0">
                <a:solidFill>
                  <a:srgbClr val="000000"/>
                </a:solidFill>
                <a:latin typeface="Times New Roman" panose="02020603050405020304" pitchFamily="18" charset="0"/>
                <a:cs typeface="B Titr" panose="00000700000000000000" pitchFamily="2" charset="-78"/>
              </a:rPr>
              <a:t>اهداف </a:t>
            </a:r>
            <a:r>
              <a:rPr lang="fa-IR" sz="2000" b="1" dirty="0">
                <a:solidFill>
                  <a:srgbClr val="000000"/>
                </a:solidFill>
                <a:latin typeface="Times New Roman" panose="02020603050405020304" pitchFamily="18" charset="0"/>
                <a:cs typeface="B Titr" panose="00000700000000000000" pitchFamily="2" charset="-78"/>
              </a:rPr>
              <a:t>فرعی:</a:t>
            </a:r>
            <a:endParaRPr lang="en-US" sz="2000" b="1" dirty="0">
              <a:solidFill>
                <a:srgbClr val="000000"/>
              </a:solidFill>
              <a:latin typeface="Times New Roman" panose="02020603050405020304" pitchFamily="18" charset="0"/>
              <a:cs typeface="B Titr" panose="00000700000000000000" pitchFamily="2" charset="-78"/>
            </a:endParaRPr>
          </a:p>
          <a:p>
            <a:pPr indent="252095" algn="just" rtl="1">
              <a:lnSpc>
                <a:spcPct val="200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تعیین رابطه بین هوش معنوی و اضطراب مرگ در سالمندان</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200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تعیین رابطه بین اضطراب سلامتی و اضطراب مرگ در سالمندان</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406916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5</a:t>
            </a:r>
            <a:endParaRPr lang="en-US" dirty="0">
              <a:cs typeface="B Titr" panose="00000700000000000000" pitchFamily="2" charset="-78"/>
            </a:endParaRPr>
          </a:p>
        </p:txBody>
      </p:sp>
      <p:sp>
        <p:nvSpPr>
          <p:cNvPr id="3" name="Rectangle 2"/>
          <p:cNvSpPr/>
          <p:nvPr/>
        </p:nvSpPr>
        <p:spPr>
          <a:xfrm>
            <a:off x="1939636" y="960255"/>
            <a:ext cx="9975273" cy="4555093"/>
          </a:xfrm>
          <a:prstGeom prst="rect">
            <a:avLst/>
          </a:prstGeom>
        </p:spPr>
        <p:txBody>
          <a:bodyPr wrap="square">
            <a:spAutoFit/>
          </a:bodyPr>
          <a:lstStyle/>
          <a:p>
            <a:pPr indent="252095" algn="just" rtl="1">
              <a:lnSpc>
                <a:spcPct val="115000"/>
              </a:lnSpc>
              <a:spcBef>
                <a:spcPts val="1500"/>
              </a:spcBef>
            </a:pPr>
            <a:r>
              <a:rPr lang="fa-IR" sz="2500" b="1" dirty="0">
                <a:solidFill>
                  <a:srgbClr val="000000"/>
                </a:solidFill>
                <a:latin typeface="Times New Roman" panose="02020603050405020304" pitchFamily="18" charset="0"/>
                <a:cs typeface="B Titr" panose="00000700000000000000" pitchFamily="2" charset="-78"/>
              </a:rPr>
              <a:t>فرضیه‌های </a:t>
            </a:r>
            <a:r>
              <a:rPr lang="fa-IR" sz="2500" b="1" dirty="0" smtClean="0">
                <a:solidFill>
                  <a:srgbClr val="000000"/>
                </a:solidFill>
                <a:latin typeface="Times New Roman" panose="02020603050405020304" pitchFamily="18" charset="0"/>
                <a:cs typeface="B Titr" panose="00000700000000000000" pitchFamily="2" charset="-78"/>
              </a:rPr>
              <a:t>پژوهش</a:t>
            </a:r>
            <a:endParaRPr lang="en-US" sz="2500" b="1" dirty="0" smtClean="0">
              <a:solidFill>
                <a:srgbClr val="000000"/>
              </a:solidFill>
              <a:latin typeface="Times New Roman" panose="02020603050405020304" pitchFamily="18" charset="0"/>
              <a:cs typeface="B Titr" panose="00000700000000000000" pitchFamily="2" charset="-78"/>
            </a:endParaRPr>
          </a:p>
          <a:p>
            <a:pPr indent="252095" algn="just" rtl="1">
              <a:lnSpc>
                <a:spcPct val="115000"/>
              </a:lnSpc>
              <a:spcBef>
                <a:spcPts val="1500"/>
              </a:spcBef>
            </a:pPr>
            <a:endParaRPr lang="en-US" sz="2500" b="1" dirty="0">
              <a:solidFill>
                <a:srgbClr val="000000"/>
              </a:solidFill>
              <a:latin typeface="Times New Roman" panose="02020603050405020304" pitchFamily="18" charset="0"/>
              <a:cs typeface="B Titr" panose="00000700000000000000" pitchFamily="2" charset="-78"/>
            </a:endParaRPr>
          </a:p>
          <a:p>
            <a:pPr indent="252095" algn="just" rtl="1">
              <a:lnSpc>
                <a:spcPct val="200000"/>
              </a:lnSpc>
              <a:spcBef>
                <a:spcPts val="1200"/>
              </a:spcBef>
            </a:pPr>
            <a:r>
              <a:rPr lang="fa-IR" sz="2000" b="1" dirty="0" smtClean="0">
                <a:solidFill>
                  <a:srgbClr val="000000"/>
                </a:solidFill>
                <a:latin typeface="Times New Roman" panose="02020603050405020304" pitchFamily="18" charset="0"/>
                <a:cs typeface="B Titr" panose="00000700000000000000" pitchFamily="2" charset="-78"/>
              </a:rPr>
              <a:t>فرضیه </a:t>
            </a:r>
            <a:r>
              <a:rPr lang="fa-IR" sz="2000" b="1" dirty="0">
                <a:solidFill>
                  <a:srgbClr val="000000"/>
                </a:solidFill>
                <a:latin typeface="Times New Roman" panose="02020603050405020304" pitchFamily="18" charset="0"/>
                <a:cs typeface="B Titr" panose="00000700000000000000" pitchFamily="2" charset="-78"/>
              </a:rPr>
              <a:t>اصلی:</a:t>
            </a:r>
            <a:endParaRPr lang="en-US" sz="2000" b="1" dirty="0">
              <a:solidFill>
                <a:srgbClr val="000000"/>
              </a:solidFill>
              <a:latin typeface="Times New Roman" panose="02020603050405020304" pitchFamily="18" charset="0"/>
              <a:cs typeface="B Titr" panose="00000700000000000000" pitchFamily="2" charset="-78"/>
            </a:endParaRPr>
          </a:p>
          <a:p>
            <a:pPr indent="252095" algn="just" rtl="1">
              <a:lnSpc>
                <a:spcPct val="200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بین هوش معنوی و اضطراب سلامتی با اضطراب مرگ در سالمندان رابطه وجود دارد.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200000"/>
              </a:lnSpc>
              <a:spcBef>
                <a:spcPts val="1200"/>
              </a:spcBef>
            </a:pPr>
            <a:r>
              <a:rPr lang="fa-IR" sz="2000" b="1" dirty="0" smtClean="0">
                <a:solidFill>
                  <a:srgbClr val="000000"/>
                </a:solidFill>
                <a:latin typeface="Times New Roman" panose="02020603050405020304" pitchFamily="18" charset="0"/>
                <a:cs typeface="B Titr" panose="00000700000000000000" pitchFamily="2" charset="-78"/>
              </a:rPr>
              <a:t>فرضیه‌های </a:t>
            </a:r>
            <a:r>
              <a:rPr lang="fa-IR" sz="2000" b="1" dirty="0">
                <a:solidFill>
                  <a:srgbClr val="000000"/>
                </a:solidFill>
                <a:latin typeface="Times New Roman" panose="02020603050405020304" pitchFamily="18" charset="0"/>
                <a:cs typeface="B Titr" panose="00000700000000000000" pitchFamily="2" charset="-78"/>
              </a:rPr>
              <a:t>فرعی:</a:t>
            </a:r>
            <a:endParaRPr lang="en-US" sz="2000" b="1" dirty="0">
              <a:solidFill>
                <a:srgbClr val="000000"/>
              </a:solidFill>
              <a:latin typeface="Times New Roman" panose="02020603050405020304" pitchFamily="18" charset="0"/>
              <a:cs typeface="B Titr" panose="00000700000000000000" pitchFamily="2" charset="-78"/>
            </a:endParaRPr>
          </a:p>
          <a:p>
            <a:pPr indent="252095" algn="just" rtl="1">
              <a:lnSpc>
                <a:spcPct val="200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بین هوش معنوی و اضطراب مرگ در سالمندان رابطه وجود دارد.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200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بین اضطراب سلامتی و اضطراب مرگ در سالمندان رابطه وجود دارد.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249665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1AA23FF3-EF85-6991-089C-E72D33A383EB}"/>
              </a:ext>
            </a:extLst>
          </p:cNvPr>
          <p:cNvGrpSpPr/>
          <p:nvPr/>
        </p:nvGrpSpPr>
        <p:grpSpPr>
          <a:xfrm flipH="1">
            <a:off x="883032" y="1266093"/>
            <a:ext cx="10425937" cy="4382583"/>
            <a:chOff x="495690" y="1674891"/>
            <a:chExt cx="10857355" cy="4027782"/>
          </a:xfrm>
        </p:grpSpPr>
        <p:sp>
          <p:nvSpPr>
            <p:cNvPr id="3" name="Block Arc 2">
              <a:extLst>
                <a:ext uri="{FF2B5EF4-FFF2-40B4-BE49-F238E27FC236}">
                  <a16:creationId xmlns:a16="http://schemas.microsoft.com/office/drawing/2014/main" xmlns="" id="{BF3EC49F-F336-AACA-8465-237F32F42E18}"/>
                </a:ext>
              </a:extLst>
            </p:cNvPr>
            <p:cNvSpPr/>
            <p:nvPr/>
          </p:nvSpPr>
          <p:spPr>
            <a:xfrm>
              <a:off x="9302459" y="1674891"/>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4" name="Rectangle 3">
              <a:extLst>
                <a:ext uri="{FF2B5EF4-FFF2-40B4-BE49-F238E27FC236}">
                  <a16:creationId xmlns:a16="http://schemas.microsoft.com/office/drawing/2014/main" xmlns="" id="{18BE606C-114B-FD50-AF70-5C6023FC58EA}"/>
                </a:ext>
              </a:extLst>
            </p:cNvPr>
            <p:cNvSpPr/>
            <p:nvPr/>
          </p:nvSpPr>
          <p:spPr>
            <a:xfrm>
              <a:off x="1520983" y="1674891"/>
              <a:ext cx="879355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5" name="Rectangle 4">
              <a:extLst>
                <a:ext uri="{FF2B5EF4-FFF2-40B4-BE49-F238E27FC236}">
                  <a16:creationId xmlns:a16="http://schemas.microsoft.com/office/drawing/2014/main" xmlns="" id="{145C93D3-3BE5-8C98-66E7-5A1F08E0EE61}"/>
                </a:ext>
              </a:extLst>
            </p:cNvPr>
            <p:cNvSpPr/>
            <p:nvPr/>
          </p:nvSpPr>
          <p:spPr>
            <a:xfrm>
              <a:off x="1520983" y="3643996"/>
              <a:ext cx="881283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6" name="Rectangle 5">
              <a:extLst>
                <a:ext uri="{FF2B5EF4-FFF2-40B4-BE49-F238E27FC236}">
                  <a16:creationId xmlns:a16="http://schemas.microsoft.com/office/drawing/2014/main" xmlns="" id="{E2B5AF1A-0F43-D0A5-5C07-719657D454B0}"/>
                </a:ext>
              </a:extLst>
            </p:cNvPr>
            <p:cNvSpPr/>
            <p:nvPr/>
          </p:nvSpPr>
          <p:spPr>
            <a:xfrm>
              <a:off x="1520983" y="5621192"/>
              <a:ext cx="9052560"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7" name="Block Arc 6">
              <a:extLst>
                <a:ext uri="{FF2B5EF4-FFF2-40B4-BE49-F238E27FC236}">
                  <a16:creationId xmlns:a16="http://schemas.microsoft.com/office/drawing/2014/main" xmlns="" id="{5A8CDC66-C741-705C-AF5D-2C69B30E1D23}"/>
                </a:ext>
              </a:extLst>
            </p:cNvPr>
            <p:cNvSpPr/>
            <p:nvPr/>
          </p:nvSpPr>
          <p:spPr>
            <a:xfrm flipH="1">
              <a:off x="495690" y="3643995"/>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8" name="Block Arc 7">
              <a:extLst>
                <a:ext uri="{FF2B5EF4-FFF2-40B4-BE49-F238E27FC236}">
                  <a16:creationId xmlns:a16="http://schemas.microsoft.com/office/drawing/2014/main" xmlns="" id="{CF3D43E5-1A1A-2EE6-A91F-74734FAF5768}"/>
                </a:ext>
              </a:extLst>
            </p:cNvPr>
            <p:cNvSpPr/>
            <p:nvPr/>
          </p:nvSpPr>
          <p:spPr>
            <a:xfrm>
              <a:off x="10354047" y="5261206"/>
              <a:ext cx="438991" cy="438991"/>
            </a:xfrm>
            <a:prstGeom prst="blockArc">
              <a:avLst>
                <a:gd name="adj1" fmla="val 228339"/>
                <a:gd name="adj2" fmla="val 5553148"/>
                <a:gd name="adj3" fmla="val 18207"/>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grpSp>
      <p:grpSp>
        <p:nvGrpSpPr>
          <p:cNvPr id="10" name="Group 9">
            <a:extLst>
              <a:ext uri="{FF2B5EF4-FFF2-40B4-BE49-F238E27FC236}">
                <a16:creationId xmlns:a16="http://schemas.microsoft.com/office/drawing/2014/main" xmlns="" id="{046B3647-C495-B137-90C8-D0D50BFF9388}"/>
              </a:ext>
            </a:extLst>
          </p:cNvPr>
          <p:cNvGrpSpPr/>
          <p:nvPr/>
        </p:nvGrpSpPr>
        <p:grpSpPr>
          <a:xfrm flipH="1">
            <a:off x="686762" y="3644220"/>
            <a:ext cx="1596435" cy="1807480"/>
            <a:chOff x="219453" y="2580615"/>
            <a:chExt cx="2625263" cy="2731686"/>
          </a:xfrm>
        </p:grpSpPr>
        <p:grpSp>
          <p:nvGrpSpPr>
            <p:cNvPr id="11" name="Group 10">
              <a:extLst>
                <a:ext uri="{FF2B5EF4-FFF2-40B4-BE49-F238E27FC236}">
                  <a16:creationId xmlns:a16="http://schemas.microsoft.com/office/drawing/2014/main" xmlns="" id="{B6F4A2E7-0A0A-DA5C-9066-66726552CDBA}"/>
                </a:ext>
              </a:extLst>
            </p:cNvPr>
            <p:cNvGrpSpPr/>
            <p:nvPr/>
          </p:nvGrpSpPr>
          <p:grpSpPr>
            <a:xfrm>
              <a:off x="885166" y="3186393"/>
              <a:ext cx="1319766" cy="2125908"/>
              <a:chOff x="7271291" y="1882249"/>
              <a:chExt cx="1537011" cy="2475850"/>
            </a:xfrm>
            <a:solidFill>
              <a:sysClr val="window" lastClr="FFFFFF"/>
            </a:solidFill>
          </p:grpSpPr>
          <p:sp>
            <p:nvSpPr>
              <p:cNvPr id="20" name="Freeform: Shape 19">
                <a:extLst>
                  <a:ext uri="{FF2B5EF4-FFF2-40B4-BE49-F238E27FC236}">
                    <a16:creationId xmlns:a16="http://schemas.microsoft.com/office/drawing/2014/main" xmlns="" id="{3D44C72C-D6CC-250A-8F13-C4011CFFC56D}"/>
                  </a:ext>
                </a:extLst>
              </p:cNvPr>
              <p:cNvSpPr/>
              <p:nvPr/>
            </p:nvSpPr>
            <p:spPr>
              <a:xfrm>
                <a:off x="7271291" y="1882249"/>
                <a:ext cx="1537011" cy="2475850"/>
              </a:xfrm>
              <a:custGeom>
                <a:avLst/>
                <a:gdLst>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69955 w 1537011"/>
                  <a:gd name="connsiteY16" fmla="*/ 2463220 h 2480745"/>
                  <a:gd name="connsiteX17" fmla="*/ 500911 w 1537011"/>
                  <a:gd name="connsiteY17" fmla="*/ 2459508 h 2480745"/>
                  <a:gd name="connsiteX18" fmla="*/ 447457 w 1537011"/>
                  <a:gd name="connsiteY18" fmla="*/ 2446887 h 2480745"/>
                  <a:gd name="connsiteX19" fmla="*/ 391775 w 1537011"/>
                  <a:gd name="connsiteY19" fmla="*/ 2352600 h 2480745"/>
                  <a:gd name="connsiteX20" fmla="*/ 470472 w 1537011"/>
                  <a:gd name="connsiteY20" fmla="*/ 2270192 h 2480745"/>
                  <a:gd name="connsiteX21" fmla="*/ 460819 w 1537011"/>
                  <a:gd name="connsiteY21" fmla="*/ 2117997 h 2480745"/>
                  <a:gd name="connsiteX22" fmla="*/ 417759 w 1537011"/>
                  <a:gd name="connsiteY22" fmla="*/ 2125420 h 2480745"/>
                  <a:gd name="connsiteX23" fmla="*/ 390290 w 1537011"/>
                  <a:gd name="connsiteY23" fmla="*/ 2156602 h 2480745"/>
                  <a:gd name="connsiteX24" fmla="*/ 414047 w 1537011"/>
                  <a:gd name="connsiteY24" fmla="*/ 2190753 h 2480745"/>
                  <a:gd name="connsiteX25" fmla="*/ 458592 w 1537011"/>
                  <a:gd name="connsiteY25" fmla="*/ 2201147 h 2480745"/>
                  <a:gd name="connsiteX26" fmla="*/ 763724 w 1537011"/>
                  <a:gd name="connsiteY26" fmla="*/ 2210798 h 2480745"/>
                  <a:gd name="connsiteX27" fmla="*/ 1054751 w 1537011"/>
                  <a:gd name="connsiteY27" fmla="*/ 2220450 h 2480745"/>
                  <a:gd name="connsiteX28" fmla="*/ 1106721 w 1537011"/>
                  <a:gd name="connsiteY28" fmla="*/ 2215253 h 2480745"/>
                  <a:gd name="connsiteX29" fmla="*/ 1136417 w 1537011"/>
                  <a:gd name="connsiteY29" fmla="*/ 2182586 h 2480745"/>
                  <a:gd name="connsiteX30" fmla="*/ 1110433 w 1537011"/>
                  <a:gd name="connsiteY30" fmla="*/ 2146950 h 2480745"/>
                  <a:gd name="connsiteX31" fmla="*/ 1045100 w 1537011"/>
                  <a:gd name="connsiteY31" fmla="*/ 2136557 h 2480745"/>
                  <a:gd name="connsiteX32" fmla="*/ 460819 w 1537011"/>
                  <a:gd name="connsiteY32" fmla="*/ 2117997 h 2480745"/>
                  <a:gd name="connsiteX33" fmla="*/ 425926 w 1537011"/>
                  <a:gd name="connsiteY33" fmla="*/ 2063800 h 2480745"/>
                  <a:gd name="connsiteX34" fmla="*/ 465274 w 1537011"/>
                  <a:gd name="connsiteY34" fmla="*/ 2065285 h 2480745"/>
                  <a:gd name="connsiteX35" fmla="*/ 506849 w 1537011"/>
                  <a:gd name="connsiteY35" fmla="*/ 2066770 h 2480745"/>
                  <a:gd name="connsiteX36" fmla="*/ 526151 w 1537011"/>
                  <a:gd name="connsiteY36" fmla="*/ 2066770 h 2480745"/>
                  <a:gd name="connsiteX37" fmla="*/ 1096326 w 1537011"/>
                  <a:gd name="connsiteY37" fmla="*/ 2083845 h 2480745"/>
                  <a:gd name="connsiteX38" fmla="*/ 1137159 w 1537011"/>
                  <a:gd name="connsiteY38" fmla="*/ 2097209 h 2480745"/>
                  <a:gd name="connsiteX39" fmla="*/ 1192840 w 1537011"/>
                  <a:gd name="connsiteY39" fmla="*/ 2187041 h 2480745"/>
                  <a:gd name="connsiteX40" fmla="*/ 1128251 w 1537011"/>
                  <a:gd name="connsiteY40" fmla="*/ 2267964 h 2480745"/>
                  <a:gd name="connsiteX41" fmla="*/ 1097811 w 1537011"/>
                  <a:gd name="connsiteY41" fmla="*/ 2276131 h 2480745"/>
                  <a:gd name="connsiteX42" fmla="*/ 443001 w 1537011"/>
                  <a:gd name="connsiteY42" fmla="*/ 2256828 h 2480745"/>
                  <a:gd name="connsiteX43" fmla="*/ 338320 w 1537011"/>
                  <a:gd name="connsiteY43" fmla="*/ 2126163 h 2480745"/>
                  <a:gd name="connsiteX44" fmla="*/ 425926 w 1537011"/>
                  <a:gd name="connsiteY44" fmla="*/ 2063800 h 2480745"/>
                  <a:gd name="connsiteX45" fmla="*/ 446713 w 1537011"/>
                  <a:gd name="connsiteY45" fmla="*/ 1916802 h 2480745"/>
                  <a:gd name="connsiteX46" fmla="*/ 390289 w 1537011"/>
                  <a:gd name="connsiteY46" fmla="*/ 1927939 h 2480745"/>
                  <a:gd name="connsiteX47" fmla="*/ 388062 w 1537011"/>
                  <a:gd name="connsiteY47" fmla="*/ 1982877 h 2480745"/>
                  <a:gd name="connsiteX48" fmla="*/ 440773 w 1537011"/>
                  <a:gd name="connsiteY48" fmla="*/ 1996983 h 2480745"/>
                  <a:gd name="connsiteX49" fmla="*/ 1098555 w 1537011"/>
                  <a:gd name="connsiteY49" fmla="*/ 2018513 h 2480745"/>
                  <a:gd name="connsiteX50" fmla="*/ 1149038 w 1537011"/>
                  <a:gd name="connsiteY50" fmla="*/ 2008119 h 2480745"/>
                  <a:gd name="connsiteX51" fmla="*/ 1151266 w 1537011"/>
                  <a:gd name="connsiteY51" fmla="*/ 1952438 h 2480745"/>
                  <a:gd name="connsiteX52" fmla="*/ 1098555 w 1537011"/>
                  <a:gd name="connsiteY52" fmla="*/ 1937590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00911 w 1537011"/>
                  <a:gd name="connsiteY16" fmla="*/ 2459508 h 2480745"/>
                  <a:gd name="connsiteX17" fmla="*/ 447457 w 1537011"/>
                  <a:gd name="connsiteY17" fmla="*/ 2446887 h 2480745"/>
                  <a:gd name="connsiteX18" fmla="*/ 391775 w 1537011"/>
                  <a:gd name="connsiteY18" fmla="*/ 2352600 h 2480745"/>
                  <a:gd name="connsiteX19" fmla="*/ 470472 w 1537011"/>
                  <a:gd name="connsiteY19" fmla="*/ 2270192 h 2480745"/>
                  <a:gd name="connsiteX20" fmla="*/ 460819 w 1537011"/>
                  <a:gd name="connsiteY20" fmla="*/ 2117997 h 2480745"/>
                  <a:gd name="connsiteX21" fmla="*/ 417759 w 1537011"/>
                  <a:gd name="connsiteY21" fmla="*/ 2125420 h 2480745"/>
                  <a:gd name="connsiteX22" fmla="*/ 390290 w 1537011"/>
                  <a:gd name="connsiteY22" fmla="*/ 2156602 h 2480745"/>
                  <a:gd name="connsiteX23" fmla="*/ 414047 w 1537011"/>
                  <a:gd name="connsiteY23" fmla="*/ 2190753 h 2480745"/>
                  <a:gd name="connsiteX24" fmla="*/ 458592 w 1537011"/>
                  <a:gd name="connsiteY24" fmla="*/ 2201147 h 2480745"/>
                  <a:gd name="connsiteX25" fmla="*/ 763724 w 1537011"/>
                  <a:gd name="connsiteY25" fmla="*/ 2210798 h 2480745"/>
                  <a:gd name="connsiteX26" fmla="*/ 1054751 w 1537011"/>
                  <a:gd name="connsiteY26" fmla="*/ 2220450 h 2480745"/>
                  <a:gd name="connsiteX27" fmla="*/ 1106721 w 1537011"/>
                  <a:gd name="connsiteY27" fmla="*/ 2215253 h 2480745"/>
                  <a:gd name="connsiteX28" fmla="*/ 1136417 w 1537011"/>
                  <a:gd name="connsiteY28" fmla="*/ 2182586 h 2480745"/>
                  <a:gd name="connsiteX29" fmla="*/ 1110433 w 1537011"/>
                  <a:gd name="connsiteY29" fmla="*/ 2146950 h 2480745"/>
                  <a:gd name="connsiteX30" fmla="*/ 1045100 w 1537011"/>
                  <a:gd name="connsiteY30" fmla="*/ 2136557 h 2480745"/>
                  <a:gd name="connsiteX31" fmla="*/ 460819 w 1537011"/>
                  <a:gd name="connsiteY31" fmla="*/ 2117997 h 2480745"/>
                  <a:gd name="connsiteX32" fmla="*/ 425926 w 1537011"/>
                  <a:gd name="connsiteY32" fmla="*/ 2063800 h 2480745"/>
                  <a:gd name="connsiteX33" fmla="*/ 465274 w 1537011"/>
                  <a:gd name="connsiteY33" fmla="*/ 2065285 h 2480745"/>
                  <a:gd name="connsiteX34" fmla="*/ 506849 w 1537011"/>
                  <a:gd name="connsiteY34" fmla="*/ 2066770 h 2480745"/>
                  <a:gd name="connsiteX35" fmla="*/ 526151 w 1537011"/>
                  <a:gd name="connsiteY35" fmla="*/ 2066770 h 2480745"/>
                  <a:gd name="connsiteX36" fmla="*/ 1096326 w 1537011"/>
                  <a:gd name="connsiteY36" fmla="*/ 2083845 h 2480745"/>
                  <a:gd name="connsiteX37" fmla="*/ 1137159 w 1537011"/>
                  <a:gd name="connsiteY37" fmla="*/ 2097209 h 2480745"/>
                  <a:gd name="connsiteX38" fmla="*/ 1192840 w 1537011"/>
                  <a:gd name="connsiteY38" fmla="*/ 2187041 h 2480745"/>
                  <a:gd name="connsiteX39" fmla="*/ 1128251 w 1537011"/>
                  <a:gd name="connsiteY39" fmla="*/ 2267964 h 2480745"/>
                  <a:gd name="connsiteX40" fmla="*/ 1097811 w 1537011"/>
                  <a:gd name="connsiteY40" fmla="*/ 2276131 h 2480745"/>
                  <a:gd name="connsiteX41" fmla="*/ 443001 w 1537011"/>
                  <a:gd name="connsiteY41" fmla="*/ 2256828 h 2480745"/>
                  <a:gd name="connsiteX42" fmla="*/ 338320 w 1537011"/>
                  <a:gd name="connsiteY42" fmla="*/ 2126163 h 2480745"/>
                  <a:gd name="connsiteX43" fmla="*/ 425926 w 1537011"/>
                  <a:gd name="connsiteY43" fmla="*/ 2063800 h 2480745"/>
                  <a:gd name="connsiteX44" fmla="*/ 446713 w 1537011"/>
                  <a:gd name="connsiteY44" fmla="*/ 1916802 h 2480745"/>
                  <a:gd name="connsiteX45" fmla="*/ 390289 w 1537011"/>
                  <a:gd name="connsiteY45" fmla="*/ 1927939 h 2480745"/>
                  <a:gd name="connsiteX46" fmla="*/ 388062 w 1537011"/>
                  <a:gd name="connsiteY46" fmla="*/ 1982877 h 2480745"/>
                  <a:gd name="connsiteX47" fmla="*/ 440773 w 1537011"/>
                  <a:gd name="connsiteY47" fmla="*/ 1996983 h 2480745"/>
                  <a:gd name="connsiteX48" fmla="*/ 1098555 w 1537011"/>
                  <a:gd name="connsiteY48" fmla="*/ 2018513 h 2480745"/>
                  <a:gd name="connsiteX49" fmla="*/ 1149038 w 1537011"/>
                  <a:gd name="connsiteY49" fmla="*/ 2008119 h 2480745"/>
                  <a:gd name="connsiteX50" fmla="*/ 1151266 w 1537011"/>
                  <a:gd name="connsiteY50" fmla="*/ 1952438 h 2480745"/>
                  <a:gd name="connsiteX51" fmla="*/ 1098555 w 1537011"/>
                  <a:gd name="connsiteY51" fmla="*/ 1937590 h 2480745"/>
                  <a:gd name="connsiteX52" fmla="*/ 446713 w 1537011"/>
                  <a:gd name="connsiteY52" fmla="*/ 1916802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00911 w 1537011"/>
                  <a:gd name="connsiteY15" fmla="*/ 2459508 h 2480745"/>
                  <a:gd name="connsiteX16" fmla="*/ 447457 w 1537011"/>
                  <a:gd name="connsiteY16" fmla="*/ 2446887 h 2480745"/>
                  <a:gd name="connsiteX17" fmla="*/ 391775 w 1537011"/>
                  <a:gd name="connsiteY17" fmla="*/ 2352600 h 2480745"/>
                  <a:gd name="connsiteX18" fmla="*/ 470472 w 1537011"/>
                  <a:gd name="connsiteY18" fmla="*/ 2270192 h 2480745"/>
                  <a:gd name="connsiteX19" fmla="*/ 460819 w 1537011"/>
                  <a:gd name="connsiteY19" fmla="*/ 2117997 h 2480745"/>
                  <a:gd name="connsiteX20" fmla="*/ 417759 w 1537011"/>
                  <a:gd name="connsiteY20" fmla="*/ 2125420 h 2480745"/>
                  <a:gd name="connsiteX21" fmla="*/ 390290 w 1537011"/>
                  <a:gd name="connsiteY21" fmla="*/ 2156602 h 2480745"/>
                  <a:gd name="connsiteX22" fmla="*/ 414047 w 1537011"/>
                  <a:gd name="connsiteY22" fmla="*/ 2190753 h 2480745"/>
                  <a:gd name="connsiteX23" fmla="*/ 458592 w 1537011"/>
                  <a:gd name="connsiteY23" fmla="*/ 2201147 h 2480745"/>
                  <a:gd name="connsiteX24" fmla="*/ 763724 w 1537011"/>
                  <a:gd name="connsiteY24" fmla="*/ 2210798 h 2480745"/>
                  <a:gd name="connsiteX25" fmla="*/ 1054751 w 1537011"/>
                  <a:gd name="connsiteY25" fmla="*/ 2220450 h 2480745"/>
                  <a:gd name="connsiteX26" fmla="*/ 1106721 w 1537011"/>
                  <a:gd name="connsiteY26" fmla="*/ 2215253 h 2480745"/>
                  <a:gd name="connsiteX27" fmla="*/ 1136417 w 1537011"/>
                  <a:gd name="connsiteY27" fmla="*/ 2182586 h 2480745"/>
                  <a:gd name="connsiteX28" fmla="*/ 1110433 w 1537011"/>
                  <a:gd name="connsiteY28" fmla="*/ 2146950 h 2480745"/>
                  <a:gd name="connsiteX29" fmla="*/ 1045100 w 1537011"/>
                  <a:gd name="connsiteY29" fmla="*/ 2136557 h 2480745"/>
                  <a:gd name="connsiteX30" fmla="*/ 460819 w 1537011"/>
                  <a:gd name="connsiteY30" fmla="*/ 2117997 h 2480745"/>
                  <a:gd name="connsiteX31" fmla="*/ 425926 w 1537011"/>
                  <a:gd name="connsiteY31" fmla="*/ 2063800 h 2480745"/>
                  <a:gd name="connsiteX32" fmla="*/ 465274 w 1537011"/>
                  <a:gd name="connsiteY32" fmla="*/ 2065285 h 2480745"/>
                  <a:gd name="connsiteX33" fmla="*/ 506849 w 1537011"/>
                  <a:gd name="connsiteY33" fmla="*/ 2066770 h 2480745"/>
                  <a:gd name="connsiteX34" fmla="*/ 526151 w 1537011"/>
                  <a:gd name="connsiteY34" fmla="*/ 2066770 h 2480745"/>
                  <a:gd name="connsiteX35" fmla="*/ 1096326 w 1537011"/>
                  <a:gd name="connsiteY35" fmla="*/ 2083845 h 2480745"/>
                  <a:gd name="connsiteX36" fmla="*/ 1137159 w 1537011"/>
                  <a:gd name="connsiteY36" fmla="*/ 2097209 h 2480745"/>
                  <a:gd name="connsiteX37" fmla="*/ 1192840 w 1537011"/>
                  <a:gd name="connsiteY37" fmla="*/ 2187041 h 2480745"/>
                  <a:gd name="connsiteX38" fmla="*/ 1128251 w 1537011"/>
                  <a:gd name="connsiteY38" fmla="*/ 2267964 h 2480745"/>
                  <a:gd name="connsiteX39" fmla="*/ 1097811 w 1537011"/>
                  <a:gd name="connsiteY39" fmla="*/ 2276131 h 2480745"/>
                  <a:gd name="connsiteX40" fmla="*/ 443001 w 1537011"/>
                  <a:gd name="connsiteY40" fmla="*/ 2256828 h 2480745"/>
                  <a:gd name="connsiteX41" fmla="*/ 338320 w 1537011"/>
                  <a:gd name="connsiteY41" fmla="*/ 2126163 h 2480745"/>
                  <a:gd name="connsiteX42" fmla="*/ 425926 w 1537011"/>
                  <a:gd name="connsiteY42" fmla="*/ 2063800 h 2480745"/>
                  <a:gd name="connsiteX43" fmla="*/ 446713 w 1537011"/>
                  <a:gd name="connsiteY43" fmla="*/ 1916802 h 2480745"/>
                  <a:gd name="connsiteX44" fmla="*/ 390289 w 1537011"/>
                  <a:gd name="connsiteY44" fmla="*/ 1927939 h 2480745"/>
                  <a:gd name="connsiteX45" fmla="*/ 388062 w 1537011"/>
                  <a:gd name="connsiteY45" fmla="*/ 1982877 h 2480745"/>
                  <a:gd name="connsiteX46" fmla="*/ 440773 w 1537011"/>
                  <a:gd name="connsiteY46" fmla="*/ 1996983 h 2480745"/>
                  <a:gd name="connsiteX47" fmla="*/ 1098555 w 1537011"/>
                  <a:gd name="connsiteY47" fmla="*/ 2018513 h 2480745"/>
                  <a:gd name="connsiteX48" fmla="*/ 1149038 w 1537011"/>
                  <a:gd name="connsiteY48" fmla="*/ 2008119 h 2480745"/>
                  <a:gd name="connsiteX49" fmla="*/ 1151266 w 1537011"/>
                  <a:gd name="connsiteY49" fmla="*/ 1952438 h 2480745"/>
                  <a:gd name="connsiteX50" fmla="*/ 1098555 w 1537011"/>
                  <a:gd name="connsiteY50" fmla="*/ 1937590 h 2480745"/>
                  <a:gd name="connsiteX51" fmla="*/ 446713 w 1537011"/>
                  <a:gd name="connsiteY51" fmla="*/ 1916802 h 2480745"/>
                  <a:gd name="connsiteX52" fmla="*/ 523923 w 1537011"/>
                  <a:gd name="connsiteY52" fmla="*/ 192914 h 2480745"/>
                  <a:gd name="connsiteX53" fmla="*/ 408107 w 1537011"/>
                  <a:gd name="connsiteY53" fmla="*/ 273095 h 2480745"/>
                  <a:gd name="connsiteX54" fmla="*/ 183898 w 1537011"/>
                  <a:gd name="connsiteY54" fmla="*/ 552985 h 2480745"/>
                  <a:gd name="connsiteX55" fmla="*/ 150488 w 1537011"/>
                  <a:gd name="connsiteY55" fmla="*/ 820997 h 2480745"/>
                  <a:gd name="connsiteX56" fmla="*/ 244033 w 1537011"/>
                  <a:gd name="connsiteY56" fmla="*/ 1149145 h 2480745"/>
                  <a:gd name="connsiteX57" fmla="*/ 242548 w 1537011"/>
                  <a:gd name="connsiteY57" fmla="*/ 1156569 h 2480745"/>
                  <a:gd name="connsiteX58" fmla="*/ 154200 w 1537011"/>
                  <a:gd name="connsiteY58" fmla="*/ 950920 h 2480745"/>
                  <a:gd name="connsiteX59" fmla="*/ 131186 w 1537011"/>
                  <a:gd name="connsiteY59" fmla="*/ 648757 h 2480745"/>
                  <a:gd name="connsiteX60" fmla="*/ 215821 w 1537011"/>
                  <a:gd name="connsiteY60" fmla="*/ 443851 h 2480745"/>
                  <a:gd name="connsiteX61" fmla="*/ 500165 w 1537011"/>
                  <a:gd name="connsiteY61" fmla="*/ 201081 h 2480745"/>
                  <a:gd name="connsiteX62" fmla="*/ 523923 w 1537011"/>
                  <a:gd name="connsiteY62" fmla="*/ 192914 h 2480745"/>
                  <a:gd name="connsiteX63" fmla="*/ 800630 w 1537011"/>
                  <a:gd name="connsiteY63" fmla="*/ 46764 h 2480745"/>
                  <a:gd name="connsiteX64" fmla="*/ 713588 w 1537011"/>
                  <a:gd name="connsiteY64" fmla="*/ 47343 h 2480745"/>
                  <a:gd name="connsiteX65" fmla="*/ 595938 w 1537011"/>
                  <a:gd name="connsiteY65" fmla="*/ 67446 h 2480745"/>
                  <a:gd name="connsiteX66" fmla="*/ 175732 w 1537011"/>
                  <a:gd name="connsiteY66" fmla="*/ 344366 h 2480745"/>
                  <a:gd name="connsiteX67" fmla="*/ 49521 w 1537011"/>
                  <a:gd name="connsiteY67" fmla="*/ 655438 h 2480745"/>
                  <a:gd name="connsiteX68" fmla="*/ 137126 w 1537011"/>
                  <a:gd name="connsiteY68" fmla="*/ 1109796 h 2480745"/>
                  <a:gd name="connsiteX69" fmla="*/ 310109 w 1537011"/>
                  <a:gd name="connsiteY69" fmla="*/ 1387460 h 2480745"/>
                  <a:gd name="connsiteX70" fmla="*/ 440773 w 1537011"/>
                  <a:gd name="connsiteY70" fmla="*/ 1695562 h 2480745"/>
                  <a:gd name="connsiteX71" fmla="*/ 460819 w 1537011"/>
                  <a:gd name="connsiteY71" fmla="*/ 1792076 h 2480745"/>
                  <a:gd name="connsiteX72" fmla="*/ 492743 w 1537011"/>
                  <a:gd name="connsiteY72" fmla="*/ 1817318 h 2480745"/>
                  <a:gd name="connsiteX73" fmla="*/ 1065146 w 1537011"/>
                  <a:gd name="connsiteY73" fmla="*/ 1836621 h 2480745"/>
                  <a:gd name="connsiteX74" fmla="*/ 1089645 w 1537011"/>
                  <a:gd name="connsiteY74" fmla="*/ 1818803 h 2480745"/>
                  <a:gd name="connsiteX75" fmla="*/ 1116372 w 1537011"/>
                  <a:gd name="connsiteY75" fmla="*/ 1688138 h 2480745"/>
                  <a:gd name="connsiteX76" fmla="*/ 1268567 w 1537011"/>
                  <a:gd name="connsiteY76" fmla="*/ 1319900 h 2480745"/>
                  <a:gd name="connsiteX77" fmla="*/ 1376960 w 1537011"/>
                  <a:gd name="connsiteY77" fmla="*/ 1166220 h 2480745"/>
                  <a:gd name="connsiteX78" fmla="*/ 1468276 w 1537011"/>
                  <a:gd name="connsiteY78" fmla="*/ 916026 h 2480745"/>
                  <a:gd name="connsiteX79" fmla="*/ 1468276 w 1537011"/>
                  <a:gd name="connsiteY79" fmla="*/ 599015 h 2480745"/>
                  <a:gd name="connsiteX80" fmla="*/ 1056236 w 1537011"/>
                  <a:gd name="connsiteY80" fmla="*/ 110506 h 2480745"/>
                  <a:gd name="connsiteX81" fmla="*/ 800630 w 1537011"/>
                  <a:gd name="connsiteY81" fmla="*/ 46764 h 2480745"/>
                  <a:gd name="connsiteX82" fmla="*/ 794163 w 1537011"/>
                  <a:gd name="connsiteY82" fmla="*/ 814 h 2480745"/>
                  <a:gd name="connsiteX83" fmla="*/ 1036191 w 1537011"/>
                  <a:gd name="connsiteY83" fmla="*/ 52598 h 2480745"/>
                  <a:gd name="connsiteX84" fmla="*/ 1503912 w 1537011"/>
                  <a:gd name="connsiteY84" fmla="*/ 551500 h 2480745"/>
                  <a:gd name="connsiteX85" fmla="*/ 1518761 w 1537011"/>
                  <a:gd name="connsiteY85" fmla="*/ 910830 h 2480745"/>
                  <a:gd name="connsiteX86" fmla="*/ 1377702 w 1537011"/>
                  <a:gd name="connsiteY86" fmla="*/ 1250855 h 2480745"/>
                  <a:gd name="connsiteX87" fmla="*/ 1264855 w 1537011"/>
                  <a:gd name="connsiteY87" fmla="*/ 1406020 h 2480745"/>
                  <a:gd name="connsiteX88" fmla="*/ 1163144 w 1537011"/>
                  <a:gd name="connsiteY88" fmla="*/ 1694078 h 2480745"/>
                  <a:gd name="connsiteX89" fmla="*/ 1115630 w 1537011"/>
                  <a:gd name="connsiteY89" fmla="*/ 1876711 h 2480745"/>
                  <a:gd name="connsiteX90" fmla="*/ 1149781 w 1537011"/>
                  <a:gd name="connsiteY90" fmla="*/ 1887848 h 2480745"/>
                  <a:gd name="connsiteX91" fmla="*/ 1229961 w 1537011"/>
                  <a:gd name="connsiteY91" fmla="*/ 1991044 h 2480745"/>
                  <a:gd name="connsiteX92" fmla="*/ 1126023 w 1537011"/>
                  <a:gd name="connsiteY92" fmla="*/ 2077164 h 2480745"/>
                  <a:gd name="connsiteX93" fmla="*/ 1100038 w 1537011"/>
                  <a:gd name="connsiteY93" fmla="*/ 2077906 h 2480745"/>
                  <a:gd name="connsiteX94" fmla="*/ 423698 w 1537011"/>
                  <a:gd name="connsiteY94" fmla="*/ 2054891 h 2480745"/>
                  <a:gd name="connsiteX95" fmla="*/ 368017 w 1537011"/>
                  <a:gd name="connsiteY95" fmla="*/ 2039300 h 2480745"/>
                  <a:gd name="connsiteX96" fmla="*/ 311594 w 1537011"/>
                  <a:gd name="connsiteY96" fmla="*/ 1951695 h 2480745"/>
                  <a:gd name="connsiteX97" fmla="*/ 382123 w 1537011"/>
                  <a:gd name="connsiteY97" fmla="*/ 1867803 h 2480745"/>
                  <a:gd name="connsiteX98" fmla="*/ 434092 w 1537011"/>
                  <a:gd name="connsiteY98" fmla="*/ 1854439 h 2480745"/>
                  <a:gd name="connsiteX99" fmla="*/ 387320 w 1537011"/>
                  <a:gd name="connsiteY99" fmla="*/ 1655472 h 2480745"/>
                  <a:gd name="connsiteX100" fmla="*/ 301199 w 1537011"/>
                  <a:gd name="connsiteY100" fmla="*/ 1459474 h 2480745"/>
                  <a:gd name="connsiteX101" fmla="*/ 137869 w 1537011"/>
                  <a:gd name="connsiteY101" fmla="*/ 1212992 h 2480745"/>
                  <a:gd name="connsiteX102" fmla="*/ 2748 w 1537011"/>
                  <a:gd name="connsiteY102" fmla="*/ 664348 h 2480745"/>
                  <a:gd name="connsiteX103" fmla="*/ 145292 w 1537011"/>
                  <a:gd name="connsiteY103" fmla="*/ 308730 h 2480745"/>
                  <a:gd name="connsiteX104" fmla="*/ 549909 w 1537011"/>
                  <a:gd name="connsiteY104" fmla="*/ 32552 h 2480745"/>
                  <a:gd name="connsiteX105" fmla="*/ 794163 w 1537011"/>
                  <a:gd name="connsiteY105" fmla="*/ 814 h 2480745"/>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608445 w 1537011"/>
                  <a:gd name="connsiteY13" fmla="*/ 2467907 h 2475850"/>
                  <a:gd name="connsiteX14" fmla="*/ 500911 w 1537011"/>
                  <a:gd name="connsiteY14" fmla="*/ 2459508 h 2475850"/>
                  <a:gd name="connsiteX15" fmla="*/ 447457 w 1537011"/>
                  <a:gd name="connsiteY15" fmla="*/ 2446887 h 2475850"/>
                  <a:gd name="connsiteX16" fmla="*/ 391775 w 1537011"/>
                  <a:gd name="connsiteY16" fmla="*/ 2352600 h 2475850"/>
                  <a:gd name="connsiteX17" fmla="*/ 470472 w 1537011"/>
                  <a:gd name="connsiteY17" fmla="*/ 2270192 h 2475850"/>
                  <a:gd name="connsiteX18" fmla="*/ 460819 w 1537011"/>
                  <a:gd name="connsiteY18" fmla="*/ 2117997 h 2475850"/>
                  <a:gd name="connsiteX19" fmla="*/ 417759 w 1537011"/>
                  <a:gd name="connsiteY19" fmla="*/ 2125420 h 2475850"/>
                  <a:gd name="connsiteX20" fmla="*/ 390290 w 1537011"/>
                  <a:gd name="connsiteY20" fmla="*/ 2156602 h 2475850"/>
                  <a:gd name="connsiteX21" fmla="*/ 414047 w 1537011"/>
                  <a:gd name="connsiteY21" fmla="*/ 2190753 h 2475850"/>
                  <a:gd name="connsiteX22" fmla="*/ 458592 w 1537011"/>
                  <a:gd name="connsiteY22" fmla="*/ 2201147 h 2475850"/>
                  <a:gd name="connsiteX23" fmla="*/ 763724 w 1537011"/>
                  <a:gd name="connsiteY23" fmla="*/ 2210798 h 2475850"/>
                  <a:gd name="connsiteX24" fmla="*/ 1054751 w 1537011"/>
                  <a:gd name="connsiteY24" fmla="*/ 2220450 h 2475850"/>
                  <a:gd name="connsiteX25" fmla="*/ 1106721 w 1537011"/>
                  <a:gd name="connsiteY25" fmla="*/ 2215253 h 2475850"/>
                  <a:gd name="connsiteX26" fmla="*/ 1136417 w 1537011"/>
                  <a:gd name="connsiteY26" fmla="*/ 2182586 h 2475850"/>
                  <a:gd name="connsiteX27" fmla="*/ 1110433 w 1537011"/>
                  <a:gd name="connsiteY27" fmla="*/ 2146950 h 2475850"/>
                  <a:gd name="connsiteX28" fmla="*/ 1045100 w 1537011"/>
                  <a:gd name="connsiteY28" fmla="*/ 2136557 h 2475850"/>
                  <a:gd name="connsiteX29" fmla="*/ 460819 w 1537011"/>
                  <a:gd name="connsiteY29" fmla="*/ 2117997 h 2475850"/>
                  <a:gd name="connsiteX30" fmla="*/ 425926 w 1537011"/>
                  <a:gd name="connsiteY30" fmla="*/ 2063800 h 2475850"/>
                  <a:gd name="connsiteX31" fmla="*/ 465274 w 1537011"/>
                  <a:gd name="connsiteY31" fmla="*/ 2065285 h 2475850"/>
                  <a:gd name="connsiteX32" fmla="*/ 506849 w 1537011"/>
                  <a:gd name="connsiteY32" fmla="*/ 2066770 h 2475850"/>
                  <a:gd name="connsiteX33" fmla="*/ 526151 w 1537011"/>
                  <a:gd name="connsiteY33" fmla="*/ 2066770 h 2475850"/>
                  <a:gd name="connsiteX34" fmla="*/ 1096326 w 1537011"/>
                  <a:gd name="connsiteY34" fmla="*/ 2083845 h 2475850"/>
                  <a:gd name="connsiteX35" fmla="*/ 1137159 w 1537011"/>
                  <a:gd name="connsiteY35" fmla="*/ 2097209 h 2475850"/>
                  <a:gd name="connsiteX36" fmla="*/ 1192840 w 1537011"/>
                  <a:gd name="connsiteY36" fmla="*/ 2187041 h 2475850"/>
                  <a:gd name="connsiteX37" fmla="*/ 1128251 w 1537011"/>
                  <a:gd name="connsiteY37" fmla="*/ 2267964 h 2475850"/>
                  <a:gd name="connsiteX38" fmla="*/ 1097811 w 1537011"/>
                  <a:gd name="connsiteY38" fmla="*/ 2276131 h 2475850"/>
                  <a:gd name="connsiteX39" fmla="*/ 443001 w 1537011"/>
                  <a:gd name="connsiteY39" fmla="*/ 2256828 h 2475850"/>
                  <a:gd name="connsiteX40" fmla="*/ 338320 w 1537011"/>
                  <a:gd name="connsiteY40" fmla="*/ 2126163 h 2475850"/>
                  <a:gd name="connsiteX41" fmla="*/ 425926 w 1537011"/>
                  <a:gd name="connsiteY41" fmla="*/ 2063800 h 2475850"/>
                  <a:gd name="connsiteX42" fmla="*/ 446713 w 1537011"/>
                  <a:gd name="connsiteY42" fmla="*/ 1916802 h 2475850"/>
                  <a:gd name="connsiteX43" fmla="*/ 390289 w 1537011"/>
                  <a:gd name="connsiteY43" fmla="*/ 1927939 h 2475850"/>
                  <a:gd name="connsiteX44" fmla="*/ 388062 w 1537011"/>
                  <a:gd name="connsiteY44" fmla="*/ 1982877 h 2475850"/>
                  <a:gd name="connsiteX45" fmla="*/ 440773 w 1537011"/>
                  <a:gd name="connsiteY45" fmla="*/ 1996983 h 2475850"/>
                  <a:gd name="connsiteX46" fmla="*/ 1098555 w 1537011"/>
                  <a:gd name="connsiteY46" fmla="*/ 2018513 h 2475850"/>
                  <a:gd name="connsiteX47" fmla="*/ 1149038 w 1537011"/>
                  <a:gd name="connsiteY47" fmla="*/ 2008119 h 2475850"/>
                  <a:gd name="connsiteX48" fmla="*/ 1151266 w 1537011"/>
                  <a:gd name="connsiteY48" fmla="*/ 1952438 h 2475850"/>
                  <a:gd name="connsiteX49" fmla="*/ 1098555 w 1537011"/>
                  <a:gd name="connsiteY49" fmla="*/ 1937590 h 2475850"/>
                  <a:gd name="connsiteX50" fmla="*/ 446713 w 1537011"/>
                  <a:gd name="connsiteY50" fmla="*/ 1916802 h 2475850"/>
                  <a:gd name="connsiteX51" fmla="*/ 523923 w 1537011"/>
                  <a:gd name="connsiteY51" fmla="*/ 192914 h 2475850"/>
                  <a:gd name="connsiteX52" fmla="*/ 408107 w 1537011"/>
                  <a:gd name="connsiteY52" fmla="*/ 273095 h 2475850"/>
                  <a:gd name="connsiteX53" fmla="*/ 183898 w 1537011"/>
                  <a:gd name="connsiteY53" fmla="*/ 552985 h 2475850"/>
                  <a:gd name="connsiteX54" fmla="*/ 150488 w 1537011"/>
                  <a:gd name="connsiteY54" fmla="*/ 820997 h 2475850"/>
                  <a:gd name="connsiteX55" fmla="*/ 244033 w 1537011"/>
                  <a:gd name="connsiteY55" fmla="*/ 1149145 h 2475850"/>
                  <a:gd name="connsiteX56" fmla="*/ 242548 w 1537011"/>
                  <a:gd name="connsiteY56" fmla="*/ 1156569 h 2475850"/>
                  <a:gd name="connsiteX57" fmla="*/ 154200 w 1537011"/>
                  <a:gd name="connsiteY57" fmla="*/ 950920 h 2475850"/>
                  <a:gd name="connsiteX58" fmla="*/ 131186 w 1537011"/>
                  <a:gd name="connsiteY58" fmla="*/ 648757 h 2475850"/>
                  <a:gd name="connsiteX59" fmla="*/ 215821 w 1537011"/>
                  <a:gd name="connsiteY59" fmla="*/ 443851 h 2475850"/>
                  <a:gd name="connsiteX60" fmla="*/ 500165 w 1537011"/>
                  <a:gd name="connsiteY60" fmla="*/ 201081 h 2475850"/>
                  <a:gd name="connsiteX61" fmla="*/ 523923 w 1537011"/>
                  <a:gd name="connsiteY61" fmla="*/ 192914 h 2475850"/>
                  <a:gd name="connsiteX62" fmla="*/ 800630 w 1537011"/>
                  <a:gd name="connsiteY62" fmla="*/ 46764 h 2475850"/>
                  <a:gd name="connsiteX63" fmla="*/ 713588 w 1537011"/>
                  <a:gd name="connsiteY63" fmla="*/ 47343 h 2475850"/>
                  <a:gd name="connsiteX64" fmla="*/ 595938 w 1537011"/>
                  <a:gd name="connsiteY64" fmla="*/ 67446 h 2475850"/>
                  <a:gd name="connsiteX65" fmla="*/ 175732 w 1537011"/>
                  <a:gd name="connsiteY65" fmla="*/ 344366 h 2475850"/>
                  <a:gd name="connsiteX66" fmla="*/ 49521 w 1537011"/>
                  <a:gd name="connsiteY66" fmla="*/ 655438 h 2475850"/>
                  <a:gd name="connsiteX67" fmla="*/ 137126 w 1537011"/>
                  <a:gd name="connsiteY67" fmla="*/ 1109796 h 2475850"/>
                  <a:gd name="connsiteX68" fmla="*/ 310109 w 1537011"/>
                  <a:gd name="connsiteY68" fmla="*/ 1387460 h 2475850"/>
                  <a:gd name="connsiteX69" fmla="*/ 440773 w 1537011"/>
                  <a:gd name="connsiteY69" fmla="*/ 1695562 h 2475850"/>
                  <a:gd name="connsiteX70" fmla="*/ 460819 w 1537011"/>
                  <a:gd name="connsiteY70" fmla="*/ 1792076 h 2475850"/>
                  <a:gd name="connsiteX71" fmla="*/ 492743 w 1537011"/>
                  <a:gd name="connsiteY71" fmla="*/ 1817318 h 2475850"/>
                  <a:gd name="connsiteX72" fmla="*/ 1065146 w 1537011"/>
                  <a:gd name="connsiteY72" fmla="*/ 1836621 h 2475850"/>
                  <a:gd name="connsiteX73" fmla="*/ 1089645 w 1537011"/>
                  <a:gd name="connsiteY73" fmla="*/ 1818803 h 2475850"/>
                  <a:gd name="connsiteX74" fmla="*/ 1116372 w 1537011"/>
                  <a:gd name="connsiteY74" fmla="*/ 1688138 h 2475850"/>
                  <a:gd name="connsiteX75" fmla="*/ 1268567 w 1537011"/>
                  <a:gd name="connsiteY75" fmla="*/ 1319900 h 2475850"/>
                  <a:gd name="connsiteX76" fmla="*/ 1376960 w 1537011"/>
                  <a:gd name="connsiteY76" fmla="*/ 1166220 h 2475850"/>
                  <a:gd name="connsiteX77" fmla="*/ 1468276 w 1537011"/>
                  <a:gd name="connsiteY77" fmla="*/ 916026 h 2475850"/>
                  <a:gd name="connsiteX78" fmla="*/ 1468276 w 1537011"/>
                  <a:gd name="connsiteY78" fmla="*/ 599015 h 2475850"/>
                  <a:gd name="connsiteX79" fmla="*/ 1056236 w 1537011"/>
                  <a:gd name="connsiteY79" fmla="*/ 110506 h 2475850"/>
                  <a:gd name="connsiteX80" fmla="*/ 800630 w 1537011"/>
                  <a:gd name="connsiteY80" fmla="*/ 46764 h 2475850"/>
                  <a:gd name="connsiteX81" fmla="*/ 794163 w 1537011"/>
                  <a:gd name="connsiteY81" fmla="*/ 814 h 2475850"/>
                  <a:gd name="connsiteX82" fmla="*/ 1036191 w 1537011"/>
                  <a:gd name="connsiteY82" fmla="*/ 52598 h 2475850"/>
                  <a:gd name="connsiteX83" fmla="*/ 1503912 w 1537011"/>
                  <a:gd name="connsiteY83" fmla="*/ 551500 h 2475850"/>
                  <a:gd name="connsiteX84" fmla="*/ 1518761 w 1537011"/>
                  <a:gd name="connsiteY84" fmla="*/ 910830 h 2475850"/>
                  <a:gd name="connsiteX85" fmla="*/ 1377702 w 1537011"/>
                  <a:gd name="connsiteY85" fmla="*/ 1250855 h 2475850"/>
                  <a:gd name="connsiteX86" fmla="*/ 1264855 w 1537011"/>
                  <a:gd name="connsiteY86" fmla="*/ 1406020 h 2475850"/>
                  <a:gd name="connsiteX87" fmla="*/ 1163144 w 1537011"/>
                  <a:gd name="connsiteY87" fmla="*/ 1694078 h 2475850"/>
                  <a:gd name="connsiteX88" fmla="*/ 1115630 w 1537011"/>
                  <a:gd name="connsiteY88" fmla="*/ 1876711 h 2475850"/>
                  <a:gd name="connsiteX89" fmla="*/ 1149781 w 1537011"/>
                  <a:gd name="connsiteY89" fmla="*/ 1887848 h 2475850"/>
                  <a:gd name="connsiteX90" fmla="*/ 1229961 w 1537011"/>
                  <a:gd name="connsiteY90" fmla="*/ 1991044 h 2475850"/>
                  <a:gd name="connsiteX91" fmla="*/ 1126023 w 1537011"/>
                  <a:gd name="connsiteY91" fmla="*/ 2077164 h 2475850"/>
                  <a:gd name="connsiteX92" fmla="*/ 1100038 w 1537011"/>
                  <a:gd name="connsiteY92" fmla="*/ 2077906 h 2475850"/>
                  <a:gd name="connsiteX93" fmla="*/ 423698 w 1537011"/>
                  <a:gd name="connsiteY93" fmla="*/ 2054891 h 2475850"/>
                  <a:gd name="connsiteX94" fmla="*/ 368017 w 1537011"/>
                  <a:gd name="connsiteY94" fmla="*/ 2039300 h 2475850"/>
                  <a:gd name="connsiteX95" fmla="*/ 311594 w 1537011"/>
                  <a:gd name="connsiteY95" fmla="*/ 1951695 h 2475850"/>
                  <a:gd name="connsiteX96" fmla="*/ 382123 w 1537011"/>
                  <a:gd name="connsiteY96" fmla="*/ 1867803 h 2475850"/>
                  <a:gd name="connsiteX97" fmla="*/ 434092 w 1537011"/>
                  <a:gd name="connsiteY97" fmla="*/ 1854439 h 2475850"/>
                  <a:gd name="connsiteX98" fmla="*/ 387320 w 1537011"/>
                  <a:gd name="connsiteY98" fmla="*/ 1655472 h 2475850"/>
                  <a:gd name="connsiteX99" fmla="*/ 301199 w 1537011"/>
                  <a:gd name="connsiteY99" fmla="*/ 1459474 h 2475850"/>
                  <a:gd name="connsiteX100" fmla="*/ 137869 w 1537011"/>
                  <a:gd name="connsiteY100" fmla="*/ 1212992 h 2475850"/>
                  <a:gd name="connsiteX101" fmla="*/ 2748 w 1537011"/>
                  <a:gd name="connsiteY101" fmla="*/ 664348 h 2475850"/>
                  <a:gd name="connsiteX102" fmla="*/ 145292 w 1537011"/>
                  <a:gd name="connsiteY102" fmla="*/ 308730 h 2475850"/>
                  <a:gd name="connsiteX103" fmla="*/ 549909 w 1537011"/>
                  <a:gd name="connsiteY103" fmla="*/ 32552 h 2475850"/>
                  <a:gd name="connsiteX104" fmla="*/ 794163 w 1537011"/>
                  <a:gd name="connsiteY104"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500911 w 1537011"/>
                  <a:gd name="connsiteY13" fmla="*/ 2459508 h 2475850"/>
                  <a:gd name="connsiteX14" fmla="*/ 447457 w 1537011"/>
                  <a:gd name="connsiteY14" fmla="*/ 2446887 h 2475850"/>
                  <a:gd name="connsiteX15" fmla="*/ 391775 w 1537011"/>
                  <a:gd name="connsiteY15" fmla="*/ 2352600 h 2475850"/>
                  <a:gd name="connsiteX16" fmla="*/ 470472 w 1537011"/>
                  <a:gd name="connsiteY16" fmla="*/ 2270192 h 2475850"/>
                  <a:gd name="connsiteX17" fmla="*/ 460819 w 1537011"/>
                  <a:gd name="connsiteY17" fmla="*/ 2117997 h 2475850"/>
                  <a:gd name="connsiteX18" fmla="*/ 417759 w 1537011"/>
                  <a:gd name="connsiteY18" fmla="*/ 2125420 h 2475850"/>
                  <a:gd name="connsiteX19" fmla="*/ 390290 w 1537011"/>
                  <a:gd name="connsiteY19" fmla="*/ 2156602 h 2475850"/>
                  <a:gd name="connsiteX20" fmla="*/ 414047 w 1537011"/>
                  <a:gd name="connsiteY20" fmla="*/ 2190753 h 2475850"/>
                  <a:gd name="connsiteX21" fmla="*/ 458592 w 1537011"/>
                  <a:gd name="connsiteY21" fmla="*/ 2201147 h 2475850"/>
                  <a:gd name="connsiteX22" fmla="*/ 763724 w 1537011"/>
                  <a:gd name="connsiteY22" fmla="*/ 2210798 h 2475850"/>
                  <a:gd name="connsiteX23" fmla="*/ 1054751 w 1537011"/>
                  <a:gd name="connsiteY23" fmla="*/ 2220450 h 2475850"/>
                  <a:gd name="connsiteX24" fmla="*/ 1106721 w 1537011"/>
                  <a:gd name="connsiteY24" fmla="*/ 2215253 h 2475850"/>
                  <a:gd name="connsiteX25" fmla="*/ 1136417 w 1537011"/>
                  <a:gd name="connsiteY25" fmla="*/ 2182586 h 2475850"/>
                  <a:gd name="connsiteX26" fmla="*/ 1110433 w 1537011"/>
                  <a:gd name="connsiteY26" fmla="*/ 2146950 h 2475850"/>
                  <a:gd name="connsiteX27" fmla="*/ 1045100 w 1537011"/>
                  <a:gd name="connsiteY27" fmla="*/ 2136557 h 2475850"/>
                  <a:gd name="connsiteX28" fmla="*/ 460819 w 1537011"/>
                  <a:gd name="connsiteY28" fmla="*/ 2117997 h 2475850"/>
                  <a:gd name="connsiteX29" fmla="*/ 425926 w 1537011"/>
                  <a:gd name="connsiteY29" fmla="*/ 2063800 h 2475850"/>
                  <a:gd name="connsiteX30" fmla="*/ 465274 w 1537011"/>
                  <a:gd name="connsiteY30" fmla="*/ 2065285 h 2475850"/>
                  <a:gd name="connsiteX31" fmla="*/ 506849 w 1537011"/>
                  <a:gd name="connsiteY31" fmla="*/ 2066770 h 2475850"/>
                  <a:gd name="connsiteX32" fmla="*/ 526151 w 1537011"/>
                  <a:gd name="connsiteY32" fmla="*/ 2066770 h 2475850"/>
                  <a:gd name="connsiteX33" fmla="*/ 1096326 w 1537011"/>
                  <a:gd name="connsiteY33" fmla="*/ 2083845 h 2475850"/>
                  <a:gd name="connsiteX34" fmla="*/ 1137159 w 1537011"/>
                  <a:gd name="connsiteY34" fmla="*/ 2097209 h 2475850"/>
                  <a:gd name="connsiteX35" fmla="*/ 1192840 w 1537011"/>
                  <a:gd name="connsiteY35" fmla="*/ 2187041 h 2475850"/>
                  <a:gd name="connsiteX36" fmla="*/ 1128251 w 1537011"/>
                  <a:gd name="connsiteY36" fmla="*/ 2267964 h 2475850"/>
                  <a:gd name="connsiteX37" fmla="*/ 1097811 w 1537011"/>
                  <a:gd name="connsiteY37" fmla="*/ 2276131 h 2475850"/>
                  <a:gd name="connsiteX38" fmla="*/ 443001 w 1537011"/>
                  <a:gd name="connsiteY38" fmla="*/ 2256828 h 2475850"/>
                  <a:gd name="connsiteX39" fmla="*/ 338320 w 1537011"/>
                  <a:gd name="connsiteY39" fmla="*/ 2126163 h 2475850"/>
                  <a:gd name="connsiteX40" fmla="*/ 425926 w 1537011"/>
                  <a:gd name="connsiteY40" fmla="*/ 2063800 h 2475850"/>
                  <a:gd name="connsiteX41" fmla="*/ 446713 w 1537011"/>
                  <a:gd name="connsiteY41" fmla="*/ 1916802 h 2475850"/>
                  <a:gd name="connsiteX42" fmla="*/ 390289 w 1537011"/>
                  <a:gd name="connsiteY42" fmla="*/ 1927939 h 2475850"/>
                  <a:gd name="connsiteX43" fmla="*/ 388062 w 1537011"/>
                  <a:gd name="connsiteY43" fmla="*/ 1982877 h 2475850"/>
                  <a:gd name="connsiteX44" fmla="*/ 440773 w 1537011"/>
                  <a:gd name="connsiteY44" fmla="*/ 1996983 h 2475850"/>
                  <a:gd name="connsiteX45" fmla="*/ 1098555 w 1537011"/>
                  <a:gd name="connsiteY45" fmla="*/ 2018513 h 2475850"/>
                  <a:gd name="connsiteX46" fmla="*/ 1149038 w 1537011"/>
                  <a:gd name="connsiteY46" fmla="*/ 2008119 h 2475850"/>
                  <a:gd name="connsiteX47" fmla="*/ 1151266 w 1537011"/>
                  <a:gd name="connsiteY47" fmla="*/ 1952438 h 2475850"/>
                  <a:gd name="connsiteX48" fmla="*/ 1098555 w 1537011"/>
                  <a:gd name="connsiteY48" fmla="*/ 1937590 h 2475850"/>
                  <a:gd name="connsiteX49" fmla="*/ 446713 w 1537011"/>
                  <a:gd name="connsiteY49" fmla="*/ 1916802 h 2475850"/>
                  <a:gd name="connsiteX50" fmla="*/ 523923 w 1537011"/>
                  <a:gd name="connsiteY50" fmla="*/ 192914 h 2475850"/>
                  <a:gd name="connsiteX51" fmla="*/ 408107 w 1537011"/>
                  <a:gd name="connsiteY51" fmla="*/ 273095 h 2475850"/>
                  <a:gd name="connsiteX52" fmla="*/ 183898 w 1537011"/>
                  <a:gd name="connsiteY52" fmla="*/ 552985 h 2475850"/>
                  <a:gd name="connsiteX53" fmla="*/ 150488 w 1537011"/>
                  <a:gd name="connsiteY53" fmla="*/ 820997 h 2475850"/>
                  <a:gd name="connsiteX54" fmla="*/ 244033 w 1537011"/>
                  <a:gd name="connsiteY54" fmla="*/ 1149145 h 2475850"/>
                  <a:gd name="connsiteX55" fmla="*/ 242548 w 1537011"/>
                  <a:gd name="connsiteY55" fmla="*/ 1156569 h 2475850"/>
                  <a:gd name="connsiteX56" fmla="*/ 154200 w 1537011"/>
                  <a:gd name="connsiteY56" fmla="*/ 950920 h 2475850"/>
                  <a:gd name="connsiteX57" fmla="*/ 131186 w 1537011"/>
                  <a:gd name="connsiteY57" fmla="*/ 648757 h 2475850"/>
                  <a:gd name="connsiteX58" fmla="*/ 215821 w 1537011"/>
                  <a:gd name="connsiteY58" fmla="*/ 443851 h 2475850"/>
                  <a:gd name="connsiteX59" fmla="*/ 500165 w 1537011"/>
                  <a:gd name="connsiteY59" fmla="*/ 201081 h 2475850"/>
                  <a:gd name="connsiteX60" fmla="*/ 523923 w 1537011"/>
                  <a:gd name="connsiteY60" fmla="*/ 192914 h 2475850"/>
                  <a:gd name="connsiteX61" fmla="*/ 800630 w 1537011"/>
                  <a:gd name="connsiteY61" fmla="*/ 46764 h 2475850"/>
                  <a:gd name="connsiteX62" fmla="*/ 713588 w 1537011"/>
                  <a:gd name="connsiteY62" fmla="*/ 47343 h 2475850"/>
                  <a:gd name="connsiteX63" fmla="*/ 595938 w 1537011"/>
                  <a:gd name="connsiteY63" fmla="*/ 67446 h 2475850"/>
                  <a:gd name="connsiteX64" fmla="*/ 175732 w 1537011"/>
                  <a:gd name="connsiteY64" fmla="*/ 344366 h 2475850"/>
                  <a:gd name="connsiteX65" fmla="*/ 49521 w 1537011"/>
                  <a:gd name="connsiteY65" fmla="*/ 655438 h 2475850"/>
                  <a:gd name="connsiteX66" fmla="*/ 137126 w 1537011"/>
                  <a:gd name="connsiteY66" fmla="*/ 1109796 h 2475850"/>
                  <a:gd name="connsiteX67" fmla="*/ 310109 w 1537011"/>
                  <a:gd name="connsiteY67" fmla="*/ 1387460 h 2475850"/>
                  <a:gd name="connsiteX68" fmla="*/ 440773 w 1537011"/>
                  <a:gd name="connsiteY68" fmla="*/ 1695562 h 2475850"/>
                  <a:gd name="connsiteX69" fmla="*/ 460819 w 1537011"/>
                  <a:gd name="connsiteY69" fmla="*/ 1792076 h 2475850"/>
                  <a:gd name="connsiteX70" fmla="*/ 492743 w 1537011"/>
                  <a:gd name="connsiteY70" fmla="*/ 1817318 h 2475850"/>
                  <a:gd name="connsiteX71" fmla="*/ 1065146 w 1537011"/>
                  <a:gd name="connsiteY71" fmla="*/ 1836621 h 2475850"/>
                  <a:gd name="connsiteX72" fmla="*/ 1089645 w 1537011"/>
                  <a:gd name="connsiteY72" fmla="*/ 1818803 h 2475850"/>
                  <a:gd name="connsiteX73" fmla="*/ 1116372 w 1537011"/>
                  <a:gd name="connsiteY73" fmla="*/ 1688138 h 2475850"/>
                  <a:gd name="connsiteX74" fmla="*/ 1268567 w 1537011"/>
                  <a:gd name="connsiteY74" fmla="*/ 1319900 h 2475850"/>
                  <a:gd name="connsiteX75" fmla="*/ 1376960 w 1537011"/>
                  <a:gd name="connsiteY75" fmla="*/ 1166220 h 2475850"/>
                  <a:gd name="connsiteX76" fmla="*/ 1468276 w 1537011"/>
                  <a:gd name="connsiteY76" fmla="*/ 916026 h 2475850"/>
                  <a:gd name="connsiteX77" fmla="*/ 1468276 w 1537011"/>
                  <a:gd name="connsiteY77" fmla="*/ 599015 h 2475850"/>
                  <a:gd name="connsiteX78" fmla="*/ 1056236 w 1537011"/>
                  <a:gd name="connsiteY78" fmla="*/ 110506 h 2475850"/>
                  <a:gd name="connsiteX79" fmla="*/ 800630 w 1537011"/>
                  <a:gd name="connsiteY79" fmla="*/ 46764 h 2475850"/>
                  <a:gd name="connsiteX80" fmla="*/ 794163 w 1537011"/>
                  <a:gd name="connsiteY80" fmla="*/ 814 h 2475850"/>
                  <a:gd name="connsiteX81" fmla="*/ 1036191 w 1537011"/>
                  <a:gd name="connsiteY81" fmla="*/ 52598 h 2475850"/>
                  <a:gd name="connsiteX82" fmla="*/ 1503912 w 1537011"/>
                  <a:gd name="connsiteY82" fmla="*/ 551500 h 2475850"/>
                  <a:gd name="connsiteX83" fmla="*/ 1518761 w 1537011"/>
                  <a:gd name="connsiteY83" fmla="*/ 910830 h 2475850"/>
                  <a:gd name="connsiteX84" fmla="*/ 1377702 w 1537011"/>
                  <a:gd name="connsiteY84" fmla="*/ 1250855 h 2475850"/>
                  <a:gd name="connsiteX85" fmla="*/ 1264855 w 1537011"/>
                  <a:gd name="connsiteY85" fmla="*/ 1406020 h 2475850"/>
                  <a:gd name="connsiteX86" fmla="*/ 1163144 w 1537011"/>
                  <a:gd name="connsiteY86" fmla="*/ 1694078 h 2475850"/>
                  <a:gd name="connsiteX87" fmla="*/ 1115630 w 1537011"/>
                  <a:gd name="connsiteY87" fmla="*/ 1876711 h 2475850"/>
                  <a:gd name="connsiteX88" fmla="*/ 1149781 w 1537011"/>
                  <a:gd name="connsiteY88" fmla="*/ 1887848 h 2475850"/>
                  <a:gd name="connsiteX89" fmla="*/ 1229961 w 1537011"/>
                  <a:gd name="connsiteY89" fmla="*/ 1991044 h 2475850"/>
                  <a:gd name="connsiteX90" fmla="*/ 1126023 w 1537011"/>
                  <a:gd name="connsiteY90" fmla="*/ 2077164 h 2475850"/>
                  <a:gd name="connsiteX91" fmla="*/ 1100038 w 1537011"/>
                  <a:gd name="connsiteY91" fmla="*/ 2077906 h 2475850"/>
                  <a:gd name="connsiteX92" fmla="*/ 423698 w 1537011"/>
                  <a:gd name="connsiteY92" fmla="*/ 2054891 h 2475850"/>
                  <a:gd name="connsiteX93" fmla="*/ 368017 w 1537011"/>
                  <a:gd name="connsiteY93" fmla="*/ 2039300 h 2475850"/>
                  <a:gd name="connsiteX94" fmla="*/ 311594 w 1537011"/>
                  <a:gd name="connsiteY94" fmla="*/ 1951695 h 2475850"/>
                  <a:gd name="connsiteX95" fmla="*/ 382123 w 1537011"/>
                  <a:gd name="connsiteY95" fmla="*/ 1867803 h 2475850"/>
                  <a:gd name="connsiteX96" fmla="*/ 434092 w 1537011"/>
                  <a:gd name="connsiteY96" fmla="*/ 1854439 h 2475850"/>
                  <a:gd name="connsiteX97" fmla="*/ 387320 w 1537011"/>
                  <a:gd name="connsiteY97" fmla="*/ 1655472 h 2475850"/>
                  <a:gd name="connsiteX98" fmla="*/ 301199 w 1537011"/>
                  <a:gd name="connsiteY98" fmla="*/ 1459474 h 2475850"/>
                  <a:gd name="connsiteX99" fmla="*/ 137869 w 1537011"/>
                  <a:gd name="connsiteY99" fmla="*/ 1212992 h 2475850"/>
                  <a:gd name="connsiteX100" fmla="*/ 2748 w 1537011"/>
                  <a:gd name="connsiteY100" fmla="*/ 664348 h 2475850"/>
                  <a:gd name="connsiteX101" fmla="*/ 145292 w 1537011"/>
                  <a:gd name="connsiteY101" fmla="*/ 308730 h 2475850"/>
                  <a:gd name="connsiteX102" fmla="*/ 549909 w 1537011"/>
                  <a:gd name="connsiteY102" fmla="*/ 32552 h 2475850"/>
                  <a:gd name="connsiteX103" fmla="*/ 794163 w 1537011"/>
                  <a:gd name="connsiteY103"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500911 w 1537011"/>
                  <a:gd name="connsiteY12" fmla="*/ 2459508 h 2475850"/>
                  <a:gd name="connsiteX13" fmla="*/ 447457 w 1537011"/>
                  <a:gd name="connsiteY13" fmla="*/ 2446887 h 2475850"/>
                  <a:gd name="connsiteX14" fmla="*/ 391775 w 1537011"/>
                  <a:gd name="connsiteY14" fmla="*/ 2352600 h 2475850"/>
                  <a:gd name="connsiteX15" fmla="*/ 470472 w 1537011"/>
                  <a:gd name="connsiteY15" fmla="*/ 2270192 h 2475850"/>
                  <a:gd name="connsiteX16" fmla="*/ 460819 w 1537011"/>
                  <a:gd name="connsiteY16" fmla="*/ 2117997 h 2475850"/>
                  <a:gd name="connsiteX17" fmla="*/ 417759 w 1537011"/>
                  <a:gd name="connsiteY17" fmla="*/ 2125420 h 2475850"/>
                  <a:gd name="connsiteX18" fmla="*/ 390290 w 1537011"/>
                  <a:gd name="connsiteY18" fmla="*/ 2156602 h 2475850"/>
                  <a:gd name="connsiteX19" fmla="*/ 414047 w 1537011"/>
                  <a:gd name="connsiteY19" fmla="*/ 2190753 h 2475850"/>
                  <a:gd name="connsiteX20" fmla="*/ 458592 w 1537011"/>
                  <a:gd name="connsiteY20" fmla="*/ 2201147 h 2475850"/>
                  <a:gd name="connsiteX21" fmla="*/ 763724 w 1537011"/>
                  <a:gd name="connsiteY21" fmla="*/ 2210798 h 2475850"/>
                  <a:gd name="connsiteX22" fmla="*/ 1054751 w 1537011"/>
                  <a:gd name="connsiteY22" fmla="*/ 2220450 h 2475850"/>
                  <a:gd name="connsiteX23" fmla="*/ 1106721 w 1537011"/>
                  <a:gd name="connsiteY23" fmla="*/ 2215253 h 2475850"/>
                  <a:gd name="connsiteX24" fmla="*/ 1136417 w 1537011"/>
                  <a:gd name="connsiteY24" fmla="*/ 2182586 h 2475850"/>
                  <a:gd name="connsiteX25" fmla="*/ 1110433 w 1537011"/>
                  <a:gd name="connsiteY25" fmla="*/ 2146950 h 2475850"/>
                  <a:gd name="connsiteX26" fmla="*/ 1045100 w 1537011"/>
                  <a:gd name="connsiteY26" fmla="*/ 2136557 h 2475850"/>
                  <a:gd name="connsiteX27" fmla="*/ 460819 w 1537011"/>
                  <a:gd name="connsiteY27" fmla="*/ 2117997 h 2475850"/>
                  <a:gd name="connsiteX28" fmla="*/ 425926 w 1537011"/>
                  <a:gd name="connsiteY28" fmla="*/ 2063800 h 2475850"/>
                  <a:gd name="connsiteX29" fmla="*/ 465274 w 1537011"/>
                  <a:gd name="connsiteY29" fmla="*/ 2065285 h 2475850"/>
                  <a:gd name="connsiteX30" fmla="*/ 506849 w 1537011"/>
                  <a:gd name="connsiteY30" fmla="*/ 2066770 h 2475850"/>
                  <a:gd name="connsiteX31" fmla="*/ 526151 w 1537011"/>
                  <a:gd name="connsiteY31" fmla="*/ 2066770 h 2475850"/>
                  <a:gd name="connsiteX32" fmla="*/ 1096326 w 1537011"/>
                  <a:gd name="connsiteY32" fmla="*/ 2083845 h 2475850"/>
                  <a:gd name="connsiteX33" fmla="*/ 1137159 w 1537011"/>
                  <a:gd name="connsiteY33" fmla="*/ 2097209 h 2475850"/>
                  <a:gd name="connsiteX34" fmla="*/ 1192840 w 1537011"/>
                  <a:gd name="connsiteY34" fmla="*/ 2187041 h 2475850"/>
                  <a:gd name="connsiteX35" fmla="*/ 1128251 w 1537011"/>
                  <a:gd name="connsiteY35" fmla="*/ 2267964 h 2475850"/>
                  <a:gd name="connsiteX36" fmla="*/ 1097811 w 1537011"/>
                  <a:gd name="connsiteY36" fmla="*/ 2276131 h 2475850"/>
                  <a:gd name="connsiteX37" fmla="*/ 443001 w 1537011"/>
                  <a:gd name="connsiteY37" fmla="*/ 2256828 h 2475850"/>
                  <a:gd name="connsiteX38" fmla="*/ 338320 w 1537011"/>
                  <a:gd name="connsiteY38" fmla="*/ 2126163 h 2475850"/>
                  <a:gd name="connsiteX39" fmla="*/ 425926 w 1537011"/>
                  <a:gd name="connsiteY39" fmla="*/ 2063800 h 2475850"/>
                  <a:gd name="connsiteX40" fmla="*/ 446713 w 1537011"/>
                  <a:gd name="connsiteY40" fmla="*/ 1916802 h 2475850"/>
                  <a:gd name="connsiteX41" fmla="*/ 390289 w 1537011"/>
                  <a:gd name="connsiteY41" fmla="*/ 1927939 h 2475850"/>
                  <a:gd name="connsiteX42" fmla="*/ 388062 w 1537011"/>
                  <a:gd name="connsiteY42" fmla="*/ 1982877 h 2475850"/>
                  <a:gd name="connsiteX43" fmla="*/ 440773 w 1537011"/>
                  <a:gd name="connsiteY43" fmla="*/ 1996983 h 2475850"/>
                  <a:gd name="connsiteX44" fmla="*/ 1098555 w 1537011"/>
                  <a:gd name="connsiteY44" fmla="*/ 2018513 h 2475850"/>
                  <a:gd name="connsiteX45" fmla="*/ 1149038 w 1537011"/>
                  <a:gd name="connsiteY45" fmla="*/ 2008119 h 2475850"/>
                  <a:gd name="connsiteX46" fmla="*/ 1151266 w 1537011"/>
                  <a:gd name="connsiteY46" fmla="*/ 1952438 h 2475850"/>
                  <a:gd name="connsiteX47" fmla="*/ 1098555 w 1537011"/>
                  <a:gd name="connsiteY47" fmla="*/ 1937590 h 2475850"/>
                  <a:gd name="connsiteX48" fmla="*/ 446713 w 1537011"/>
                  <a:gd name="connsiteY48" fmla="*/ 1916802 h 2475850"/>
                  <a:gd name="connsiteX49" fmla="*/ 523923 w 1537011"/>
                  <a:gd name="connsiteY49" fmla="*/ 192914 h 2475850"/>
                  <a:gd name="connsiteX50" fmla="*/ 408107 w 1537011"/>
                  <a:gd name="connsiteY50" fmla="*/ 273095 h 2475850"/>
                  <a:gd name="connsiteX51" fmla="*/ 183898 w 1537011"/>
                  <a:gd name="connsiteY51" fmla="*/ 552985 h 2475850"/>
                  <a:gd name="connsiteX52" fmla="*/ 150488 w 1537011"/>
                  <a:gd name="connsiteY52" fmla="*/ 820997 h 2475850"/>
                  <a:gd name="connsiteX53" fmla="*/ 244033 w 1537011"/>
                  <a:gd name="connsiteY53" fmla="*/ 1149145 h 2475850"/>
                  <a:gd name="connsiteX54" fmla="*/ 242548 w 1537011"/>
                  <a:gd name="connsiteY54" fmla="*/ 1156569 h 2475850"/>
                  <a:gd name="connsiteX55" fmla="*/ 154200 w 1537011"/>
                  <a:gd name="connsiteY55" fmla="*/ 950920 h 2475850"/>
                  <a:gd name="connsiteX56" fmla="*/ 131186 w 1537011"/>
                  <a:gd name="connsiteY56" fmla="*/ 648757 h 2475850"/>
                  <a:gd name="connsiteX57" fmla="*/ 215821 w 1537011"/>
                  <a:gd name="connsiteY57" fmla="*/ 443851 h 2475850"/>
                  <a:gd name="connsiteX58" fmla="*/ 500165 w 1537011"/>
                  <a:gd name="connsiteY58" fmla="*/ 201081 h 2475850"/>
                  <a:gd name="connsiteX59" fmla="*/ 523923 w 1537011"/>
                  <a:gd name="connsiteY59" fmla="*/ 192914 h 2475850"/>
                  <a:gd name="connsiteX60" fmla="*/ 800630 w 1537011"/>
                  <a:gd name="connsiteY60" fmla="*/ 46764 h 2475850"/>
                  <a:gd name="connsiteX61" fmla="*/ 713588 w 1537011"/>
                  <a:gd name="connsiteY61" fmla="*/ 47343 h 2475850"/>
                  <a:gd name="connsiteX62" fmla="*/ 595938 w 1537011"/>
                  <a:gd name="connsiteY62" fmla="*/ 67446 h 2475850"/>
                  <a:gd name="connsiteX63" fmla="*/ 175732 w 1537011"/>
                  <a:gd name="connsiteY63" fmla="*/ 344366 h 2475850"/>
                  <a:gd name="connsiteX64" fmla="*/ 49521 w 1537011"/>
                  <a:gd name="connsiteY64" fmla="*/ 655438 h 2475850"/>
                  <a:gd name="connsiteX65" fmla="*/ 137126 w 1537011"/>
                  <a:gd name="connsiteY65" fmla="*/ 1109796 h 2475850"/>
                  <a:gd name="connsiteX66" fmla="*/ 310109 w 1537011"/>
                  <a:gd name="connsiteY66" fmla="*/ 1387460 h 2475850"/>
                  <a:gd name="connsiteX67" fmla="*/ 440773 w 1537011"/>
                  <a:gd name="connsiteY67" fmla="*/ 1695562 h 2475850"/>
                  <a:gd name="connsiteX68" fmla="*/ 460819 w 1537011"/>
                  <a:gd name="connsiteY68" fmla="*/ 1792076 h 2475850"/>
                  <a:gd name="connsiteX69" fmla="*/ 492743 w 1537011"/>
                  <a:gd name="connsiteY69" fmla="*/ 1817318 h 2475850"/>
                  <a:gd name="connsiteX70" fmla="*/ 1065146 w 1537011"/>
                  <a:gd name="connsiteY70" fmla="*/ 1836621 h 2475850"/>
                  <a:gd name="connsiteX71" fmla="*/ 1089645 w 1537011"/>
                  <a:gd name="connsiteY71" fmla="*/ 1818803 h 2475850"/>
                  <a:gd name="connsiteX72" fmla="*/ 1116372 w 1537011"/>
                  <a:gd name="connsiteY72" fmla="*/ 1688138 h 2475850"/>
                  <a:gd name="connsiteX73" fmla="*/ 1268567 w 1537011"/>
                  <a:gd name="connsiteY73" fmla="*/ 1319900 h 2475850"/>
                  <a:gd name="connsiteX74" fmla="*/ 1376960 w 1537011"/>
                  <a:gd name="connsiteY74" fmla="*/ 1166220 h 2475850"/>
                  <a:gd name="connsiteX75" fmla="*/ 1468276 w 1537011"/>
                  <a:gd name="connsiteY75" fmla="*/ 916026 h 2475850"/>
                  <a:gd name="connsiteX76" fmla="*/ 1468276 w 1537011"/>
                  <a:gd name="connsiteY76" fmla="*/ 599015 h 2475850"/>
                  <a:gd name="connsiteX77" fmla="*/ 1056236 w 1537011"/>
                  <a:gd name="connsiteY77" fmla="*/ 110506 h 2475850"/>
                  <a:gd name="connsiteX78" fmla="*/ 800630 w 1537011"/>
                  <a:gd name="connsiteY78" fmla="*/ 46764 h 2475850"/>
                  <a:gd name="connsiteX79" fmla="*/ 794163 w 1537011"/>
                  <a:gd name="connsiteY79" fmla="*/ 814 h 2475850"/>
                  <a:gd name="connsiteX80" fmla="*/ 1036191 w 1537011"/>
                  <a:gd name="connsiteY80" fmla="*/ 52598 h 2475850"/>
                  <a:gd name="connsiteX81" fmla="*/ 1503912 w 1537011"/>
                  <a:gd name="connsiteY81" fmla="*/ 551500 h 2475850"/>
                  <a:gd name="connsiteX82" fmla="*/ 1518761 w 1537011"/>
                  <a:gd name="connsiteY82" fmla="*/ 910830 h 2475850"/>
                  <a:gd name="connsiteX83" fmla="*/ 1377702 w 1537011"/>
                  <a:gd name="connsiteY83" fmla="*/ 1250855 h 2475850"/>
                  <a:gd name="connsiteX84" fmla="*/ 1264855 w 1537011"/>
                  <a:gd name="connsiteY84" fmla="*/ 1406020 h 2475850"/>
                  <a:gd name="connsiteX85" fmla="*/ 1163144 w 1537011"/>
                  <a:gd name="connsiteY85" fmla="*/ 1694078 h 2475850"/>
                  <a:gd name="connsiteX86" fmla="*/ 1115630 w 1537011"/>
                  <a:gd name="connsiteY86" fmla="*/ 1876711 h 2475850"/>
                  <a:gd name="connsiteX87" fmla="*/ 1149781 w 1537011"/>
                  <a:gd name="connsiteY87" fmla="*/ 1887848 h 2475850"/>
                  <a:gd name="connsiteX88" fmla="*/ 1229961 w 1537011"/>
                  <a:gd name="connsiteY88" fmla="*/ 1991044 h 2475850"/>
                  <a:gd name="connsiteX89" fmla="*/ 1126023 w 1537011"/>
                  <a:gd name="connsiteY89" fmla="*/ 2077164 h 2475850"/>
                  <a:gd name="connsiteX90" fmla="*/ 1100038 w 1537011"/>
                  <a:gd name="connsiteY90" fmla="*/ 2077906 h 2475850"/>
                  <a:gd name="connsiteX91" fmla="*/ 423698 w 1537011"/>
                  <a:gd name="connsiteY91" fmla="*/ 2054891 h 2475850"/>
                  <a:gd name="connsiteX92" fmla="*/ 368017 w 1537011"/>
                  <a:gd name="connsiteY92" fmla="*/ 2039300 h 2475850"/>
                  <a:gd name="connsiteX93" fmla="*/ 311594 w 1537011"/>
                  <a:gd name="connsiteY93" fmla="*/ 1951695 h 2475850"/>
                  <a:gd name="connsiteX94" fmla="*/ 382123 w 1537011"/>
                  <a:gd name="connsiteY94" fmla="*/ 1867803 h 2475850"/>
                  <a:gd name="connsiteX95" fmla="*/ 434092 w 1537011"/>
                  <a:gd name="connsiteY95" fmla="*/ 1854439 h 2475850"/>
                  <a:gd name="connsiteX96" fmla="*/ 387320 w 1537011"/>
                  <a:gd name="connsiteY96" fmla="*/ 1655472 h 2475850"/>
                  <a:gd name="connsiteX97" fmla="*/ 301199 w 1537011"/>
                  <a:gd name="connsiteY97" fmla="*/ 1459474 h 2475850"/>
                  <a:gd name="connsiteX98" fmla="*/ 137869 w 1537011"/>
                  <a:gd name="connsiteY98" fmla="*/ 1212992 h 2475850"/>
                  <a:gd name="connsiteX99" fmla="*/ 2748 w 1537011"/>
                  <a:gd name="connsiteY99" fmla="*/ 664348 h 2475850"/>
                  <a:gd name="connsiteX100" fmla="*/ 145292 w 1537011"/>
                  <a:gd name="connsiteY100" fmla="*/ 308730 h 2475850"/>
                  <a:gd name="connsiteX101" fmla="*/ 549909 w 1537011"/>
                  <a:gd name="connsiteY101" fmla="*/ 32552 h 2475850"/>
                  <a:gd name="connsiteX102" fmla="*/ 794163 w 1537011"/>
                  <a:gd name="connsiteY102" fmla="*/ 814 h 247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37011" h="2475850">
                    <a:moveTo>
                      <a:pt x="503138" y="2319191"/>
                    </a:moveTo>
                    <a:cubicBezTo>
                      <a:pt x="466017" y="2317706"/>
                      <a:pt x="444487" y="2334039"/>
                      <a:pt x="443744" y="2360024"/>
                    </a:cubicBezTo>
                    <a:cubicBezTo>
                      <a:pt x="443744" y="2385266"/>
                      <a:pt x="466017" y="2402342"/>
                      <a:pt x="501653" y="2403827"/>
                    </a:cubicBezTo>
                    <a:lnTo>
                      <a:pt x="1051782" y="2420160"/>
                    </a:lnTo>
                    <a:cubicBezTo>
                      <a:pt x="1074055" y="2418675"/>
                      <a:pt x="1094100" y="2407539"/>
                      <a:pt x="1097070" y="2383040"/>
                    </a:cubicBezTo>
                    <a:cubicBezTo>
                      <a:pt x="1099297" y="2357797"/>
                      <a:pt x="1080737" y="2345176"/>
                      <a:pt x="1058465" y="2339237"/>
                    </a:cubicBezTo>
                    <a:cubicBezTo>
                      <a:pt x="1047329" y="2336267"/>
                      <a:pt x="618212" y="2322161"/>
                      <a:pt x="503138" y="2319191"/>
                    </a:cubicBezTo>
                    <a:close/>
                    <a:moveTo>
                      <a:pt x="470472" y="2270192"/>
                    </a:moveTo>
                    <a:cubicBezTo>
                      <a:pt x="489032" y="2270192"/>
                      <a:pt x="506850" y="2269450"/>
                      <a:pt x="525411" y="2270192"/>
                    </a:cubicBezTo>
                    <a:lnTo>
                      <a:pt x="1067374" y="2287268"/>
                    </a:lnTo>
                    <a:cubicBezTo>
                      <a:pt x="1120828" y="2297661"/>
                      <a:pt x="1155721" y="2339237"/>
                      <a:pt x="1152751" y="2388236"/>
                    </a:cubicBezTo>
                    <a:cubicBezTo>
                      <a:pt x="1149782" y="2435751"/>
                      <a:pt x="1106721" y="2476583"/>
                      <a:pt x="1054010" y="2475841"/>
                    </a:cubicBezTo>
                    <a:lnTo>
                      <a:pt x="500911" y="2459508"/>
                    </a:lnTo>
                    <a:cubicBezTo>
                      <a:pt x="468245" y="2456662"/>
                      <a:pt x="464532" y="2455053"/>
                      <a:pt x="447457" y="2446887"/>
                    </a:cubicBezTo>
                    <a:cubicBezTo>
                      <a:pt x="410336" y="2428327"/>
                      <a:pt x="385837" y="2388978"/>
                      <a:pt x="391775" y="2352600"/>
                    </a:cubicBezTo>
                    <a:cubicBezTo>
                      <a:pt x="398457" y="2308055"/>
                      <a:pt x="425926" y="2280586"/>
                      <a:pt x="470472" y="2270192"/>
                    </a:cubicBezTo>
                    <a:close/>
                    <a:moveTo>
                      <a:pt x="460819" y="2117997"/>
                    </a:moveTo>
                    <a:cubicBezTo>
                      <a:pt x="445229" y="2117997"/>
                      <a:pt x="431123" y="2119481"/>
                      <a:pt x="417759" y="2125420"/>
                    </a:cubicBezTo>
                    <a:cubicBezTo>
                      <a:pt x="404395" y="2131360"/>
                      <a:pt x="391774" y="2140269"/>
                      <a:pt x="390290" y="2156602"/>
                    </a:cubicBezTo>
                    <a:cubicBezTo>
                      <a:pt x="388805" y="2173678"/>
                      <a:pt x="401425" y="2183329"/>
                      <a:pt x="414047" y="2190753"/>
                    </a:cubicBezTo>
                    <a:cubicBezTo>
                      <a:pt x="427411" y="2198919"/>
                      <a:pt x="443001" y="2201147"/>
                      <a:pt x="458592" y="2201147"/>
                    </a:cubicBezTo>
                    <a:lnTo>
                      <a:pt x="763724" y="2210798"/>
                    </a:lnTo>
                    <a:lnTo>
                      <a:pt x="1054751" y="2220450"/>
                    </a:lnTo>
                    <a:cubicBezTo>
                      <a:pt x="1072569" y="2221192"/>
                      <a:pt x="1090387" y="2221935"/>
                      <a:pt x="1106721" y="2215253"/>
                    </a:cubicBezTo>
                    <a:cubicBezTo>
                      <a:pt x="1121569" y="2209314"/>
                      <a:pt x="1134932" y="2201147"/>
                      <a:pt x="1136417" y="2182586"/>
                    </a:cubicBezTo>
                    <a:cubicBezTo>
                      <a:pt x="1137159" y="2163283"/>
                      <a:pt x="1124538" y="2154375"/>
                      <a:pt x="1110433" y="2146950"/>
                    </a:cubicBezTo>
                    <a:cubicBezTo>
                      <a:pt x="1090387" y="2136557"/>
                      <a:pt x="1067372" y="2137299"/>
                      <a:pt x="1045100" y="2136557"/>
                    </a:cubicBezTo>
                    <a:lnTo>
                      <a:pt x="460819" y="2117997"/>
                    </a:lnTo>
                    <a:close/>
                    <a:moveTo>
                      <a:pt x="425926" y="2063800"/>
                    </a:moveTo>
                    <a:cubicBezTo>
                      <a:pt x="438546" y="2064543"/>
                      <a:pt x="451910" y="2064543"/>
                      <a:pt x="465274" y="2065285"/>
                    </a:cubicBezTo>
                    <a:cubicBezTo>
                      <a:pt x="479379" y="2066770"/>
                      <a:pt x="493485" y="2066770"/>
                      <a:pt x="506849" y="2066770"/>
                    </a:cubicBezTo>
                    <a:lnTo>
                      <a:pt x="526151" y="2066770"/>
                    </a:lnTo>
                    <a:lnTo>
                      <a:pt x="1096326" y="2083845"/>
                    </a:lnTo>
                    <a:cubicBezTo>
                      <a:pt x="1109690" y="2090528"/>
                      <a:pt x="1123796" y="2089785"/>
                      <a:pt x="1137159" y="2097209"/>
                    </a:cubicBezTo>
                    <a:cubicBezTo>
                      <a:pt x="1172795" y="2117254"/>
                      <a:pt x="1195810" y="2143981"/>
                      <a:pt x="1192840" y="2187041"/>
                    </a:cubicBezTo>
                    <a:cubicBezTo>
                      <a:pt x="1190613" y="2229358"/>
                      <a:pt x="1164628" y="2253116"/>
                      <a:pt x="1128251" y="2267964"/>
                    </a:cubicBezTo>
                    <a:cubicBezTo>
                      <a:pt x="1118599" y="2272419"/>
                      <a:pt x="1108205" y="2273904"/>
                      <a:pt x="1097811" y="2276131"/>
                    </a:cubicBezTo>
                    <a:cubicBezTo>
                      <a:pt x="1078508" y="2276131"/>
                      <a:pt x="492000" y="2253116"/>
                      <a:pt x="443001" y="2256828"/>
                    </a:cubicBezTo>
                    <a:cubicBezTo>
                      <a:pt x="366532" y="2253858"/>
                      <a:pt x="313078" y="2187784"/>
                      <a:pt x="338320" y="2126163"/>
                    </a:cubicBezTo>
                    <a:cubicBezTo>
                      <a:pt x="353911" y="2088299"/>
                      <a:pt x="386577" y="2070482"/>
                      <a:pt x="425926" y="2063800"/>
                    </a:cubicBezTo>
                    <a:close/>
                    <a:moveTo>
                      <a:pt x="446713" y="1916802"/>
                    </a:moveTo>
                    <a:cubicBezTo>
                      <a:pt x="426668" y="1916059"/>
                      <a:pt x="407365" y="1919029"/>
                      <a:pt x="390289" y="1927939"/>
                    </a:cubicBezTo>
                    <a:cubicBezTo>
                      <a:pt x="364305" y="1941302"/>
                      <a:pt x="363563" y="1966543"/>
                      <a:pt x="388062" y="1982877"/>
                    </a:cubicBezTo>
                    <a:cubicBezTo>
                      <a:pt x="404395" y="1992528"/>
                      <a:pt x="421471" y="1996241"/>
                      <a:pt x="440773" y="1996983"/>
                    </a:cubicBezTo>
                    <a:lnTo>
                      <a:pt x="1098555" y="2018513"/>
                    </a:lnTo>
                    <a:cubicBezTo>
                      <a:pt x="1116372" y="2019255"/>
                      <a:pt x="1133448" y="2017029"/>
                      <a:pt x="1149038" y="2008119"/>
                    </a:cubicBezTo>
                    <a:cubicBezTo>
                      <a:pt x="1176507" y="1993271"/>
                      <a:pt x="1177992" y="1969513"/>
                      <a:pt x="1151266" y="1952438"/>
                    </a:cubicBezTo>
                    <a:cubicBezTo>
                      <a:pt x="1135674" y="1942787"/>
                      <a:pt x="1117115" y="1938332"/>
                      <a:pt x="1098555" y="1937590"/>
                    </a:cubicBezTo>
                    <a:lnTo>
                      <a:pt x="446713" y="1916802"/>
                    </a:lnTo>
                    <a:close/>
                    <a:moveTo>
                      <a:pt x="523923" y="192914"/>
                    </a:moveTo>
                    <a:cubicBezTo>
                      <a:pt x="480864" y="222610"/>
                      <a:pt x="443743" y="246368"/>
                      <a:pt x="408107" y="273095"/>
                    </a:cubicBezTo>
                    <a:cubicBezTo>
                      <a:pt x="311592" y="348079"/>
                      <a:pt x="229927" y="436426"/>
                      <a:pt x="183898" y="552985"/>
                    </a:cubicBezTo>
                    <a:cubicBezTo>
                      <a:pt x="149004" y="639105"/>
                      <a:pt x="140095" y="728938"/>
                      <a:pt x="150488" y="820997"/>
                    </a:cubicBezTo>
                    <a:cubicBezTo>
                      <a:pt x="163110" y="935329"/>
                      <a:pt x="194291" y="1044464"/>
                      <a:pt x="244033" y="1149145"/>
                    </a:cubicBezTo>
                    <a:cubicBezTo>
                      <a:pt x="244775" y="1149887"/>
                      <a:pt x="243290" y="1152114"/>
                      <a:pt x="242548" y="1156569"/>
                    </a:cubicBezTo>
                    <a:cubicBezTo>
                      <a:pt x="201715" y="1091237"/>
                      <a:pt x="174988" y="1022191"/>
                      <a:pt x="154200" y="950920"/>
                    </a:cubicBezTo>
                    <a:cubicBezTo>
                      <a:pt x="125989" y="852179"/>
                      <a:pt x="115595" y="751210"/>
                      <a:pt x="131186" y="648757"/>
                    </a:cubicBezTo>
                    <a:cubicBezTo>
                      <a:pt x="142322" y="573773"/>
                      <a:pt x="173503" y="506213"/>
                      <a:pt x="215821" y="443851"/>
                    </a:cubicBezTo>
                    <a:cubicBezTo>
                      <a:pt x="288578" y="336943"/>
                      <a:pt x="387319" y="260474"/>
                      <a:pt x="500165" y="201081"/>
                    </a:cubicBezTo>
                    <a:cubicBezTo>
                      <a:pt x="505363" y="198111"/>
                      <a:pt x="510560" y="197369"/>
                      <a:pt x="523923" y="192914"/>
                    </a:cubicBezTo>
                    <a:close/>
                    <a:moveTo>
                      <a:pt x="800630" y="46764"/>
                    </a:moveTo>
                    <a:cubicBezTo>
                      <a:pt x="771780" y="44996"/>
                      <a:pt x="742769" y="45142"/>
                      <a:pt x="713588" y="47343"/>
                    </a:cubicBezTo>
                    <a:cubicBezTo>
                      <a:pt x="674681" y="50278"/>
                      <a:pt x="635472" y="56866"/>
                      <a:pt x="595938" y="67446"/>
                    </a:cubicBezTo>
                    <a:cubicBezTo>
                      <a:pt x="425183" y="112734"/>
                      <a:pt x="287836" y="210732"/>
                      <a:pt x="175732" y="344366"/>
                    </a:cubicBezTo>
                    <a:cubicBezTo>
                      <a:pt x="100748" y="434199"/>
                      <a:pt x="62142" y="540364"/>
                      <a:pt x="49521" y="655438"/>
                    </a:cubicBezTo>
                    <a:cubicBezTo>
                      <a:pt x="32446" y="815058"/>
                      <a:pt x="71793" y="965026"/>
                      <a:pt x="137126" y="1109796"/>
                    </a:cubicBezTo>
                    <a:cubicBezTo>
                      <a:pt x="182413" y="1210023"/>
                      <a:pt x="249230" y="1296886"/>
                      <a:pt x="310109" y="1387460"/>
                    </a:cubicBezTo>
                    <a:cubicBezTo>
                      <a:pt x="373956" y="1482489"/>
                      <a:pt x="427410" y="1581972"/>
                      <a:pt x="440773" y="1695562"/>
                    </a:cubicBezTo>
                    <a:cubicBezTo>
                      <a:pt x="445228" y="1727486"/>
                      <a:pt x="454138" y="1759410"/>
                      <a:pt x="460819" y="1792076"/>
                    </a:cubicBezTo>
                    <a:cubicBezTo>
                      <a:pt x="464531" y="1810636"/>
                      <a:pt x="462764" y="1817754"/>
                      <a:pt x="492743" y="1817318"/>
                    </a:cubicBezTo>
                    <a:cubicBezTo>
                      <a:pt x="593727" y="1815849"/>
                      <a:pt x="965662" y="1836373"/>
                      <a:pt x="1065146" y="1836621"/>
                    </a:cubicBezTo>
                    <a:cubicBezTo>
                      <a:pt x="1079251" y="1838106"/>
                      <a:pt x="1085190" y="1832167"/>
                      <a:pt x="1089645" y="1818803"/>
                    </a:cubicBezTo>
                    <a:cubicBezTo>
                      <a:pt x="1103008" y="1776485"/>
                      <a:pt x="1111175" y="1731941"/>
                      <a:pt x="1116372" y="1688138"/>
                    </a:cubicBezTo>
                    <a:cubicBezTo>
                      <a:pt x="1132705" y="1550791"/>
                      <a:pt x="1179477" y="1427550"/>
                      <a:pt x="1268567" y="1319900"/>
                    </a:cubicBezTo>
                    <a:cubicBezTo>
                      <a:pt x="1307915" y="1271643"/>
                      <a:pt x="1343551" y="1219674"/>
                      <a:pt x="1376960" y="1166220"/>
                    </a:cubicBezTo>
                    <a:cubicBezTo>
                      <a:pt x="1425217" y="1089752"/>
                      <a:pt x="1448232" y="1002889"/>
                      <a:pt x="1468276" y="916026"/>
                    </a:cubicBezTo>
                    <a:cubicBezTo>
                      <a:pt x="1493519" y="809861"/>
                      <a:pt x="1500201" y="703696"/>
                      <a:pt x="1468276" y="599015"/>
                    </a:cubicBezTo>
                    <a:cubicBezTo>
                      <a:pt x="1401459" y="377775"/>
                      <a:pt x="1275248" y="204792"/>
                      <a:pt x="1056236" y="110506"/>
                    </a:cubicBezTo>
                    <a:cubicBezTo>
                      <a:pt x="972297" y="74592"/>
                      <a:pt x="887183" y="52067"/>
                      <a:pt x="800630" y="46764"/>
                    </a:cubicBezTo>
                    <a:close/>
                    <a:moveTo>
                      <a:pt x="794163" y="814"/>
                    </a:moveTo>
                    <a:cubicBezTo>
                      <a:pt x="875086" y="4712"/>
                      <a:pt x="955638" y="22530"/>
                      <a:pt x="1036191" y="52598"/>
                    </a:cubicBezTo>
                    <a:cubicBezTo>
                      <a:pt x="1275248" y="140945"/>
                      <a:pt x="1421504" y="317640"/>
                      <a:pt x="1503912" y="551500"/>
                    </a:cubicBezTo>
                    <a:cubicBezTo>
                      <a:pt x="1544745" y="668802"/>
                      <a:pt x="1545488" y="789816"/>
                      <a:pt x="1518761" y="910830"/>
                    </a:cubicBezTo>
                    <a:cubicBezTo>
                      <a:pt x="1492034" y="1032586"/>
                      <a:pt x="1457140" y="1149887"/>
                      <a:pt x="1377702" y="1250855"/>
                    </a:cubicBezTo>
                    <a:cubicBezTo>
                      <a:pt x="1337612" y="1300597"/>
                      <a:pt x="1301233" y="1354051"/>
                      <a:pt x="1264855" y="1406020"/>
                    </a:cubicBezTo>
                    <a:cubicBezTo>
                      <a:pt x="1203977" y="1492140"/>
                      <a:pt x="1177250" y="1590882"/>
                      <a:pt x="1163144" y="1694078"/>
                    </a:cubicBezTo>
                    <a:cubicBezTo>
                      <a:pt x="1154235" y="1756440"/>
                      <a:pt x="1146811" y="1819546"/>
                      <a:pt x="1115630" y="1876711"/>
                    </a:cubicBezTo>
                    <a:cubicBezTo>
                      <a:pt x="1125281" y="1884878"/>
                      <a:pt x="1138644" y="1884136"/>
                      <a:pt x="1149781" y="1887848"/>
                    </a:cubicBezTo>
                    <a:cubicBezTo>
                      <a:pt x="1203235" y="1904923"/>
                      <a:pt x="1235158" y="1945757"/>
                      <a:pt x="1229961" y="1991044"/>
                    </a:cubicBezTo>
                    <a:cubicBezTo>
                      <a:pt x="1224022" y="2034846"/>
                      <a:pt x="1177992" y="2073451"/>
                      <a:pt x="1126023" y="2077164"/>
                    </a:cubicBezTo>
                    <a:cubicBezTo>
                      <a:pt x="1117857" y="2077906"/>
                      <a:pt x="1108948" y="2077906"/>
                      <a:pt x="1100038" y="2077906"/>
                    </a:cubicBezTo>
                    <a:cubicBezTo>
                      <a:pt x="1038418" y="2074936"/>
                      <a:pt x="496455" y="2056376"/>
                      <a:pt x="423698" y="2054891"/>
                    </a:cubicBezTo>
                    <a:cubicBezTo>
                      <a:pt x="403653" y="2055633"/>
                      <a:pt x="385093" y="2048210"/>
                      <a:pt x="368017" y="2039300"/>
                    </a:cubicBezTo>
                    <a:cubicBezTo>
                      <a:pt x="333866" y="2020740"/>
                      <a:pt x="309366" y="1994013"/>
                      <a:pt x="311594" y="1951695"/>
                    </a:cubicBezTo>
                    <a:cubicBezTo>
                      <a:pt x="314565" y="1907151"/>
                      <a:pt x="344260" y="1882651"/>
                      <a:pt x="382123" y="1867803"/>
                    </a:cubicBezTo>
                    <a:cubicBezTo>
                      <a:pt x="397714" y="1861121"/>
                      <a:pt x="415532" y="1858893"/>
                      <a:pt x="434092" y="1854439"/>
                    </a:cubicBezTo>
                    <a:cubicBezTo>
                      <a:pt x="408107" y="1790591"/>
                      <a:pt x="400684" y="1722289"/>
                      <a:pt x="387320" y="1655472"/>
                    </a:cubicBezTo>
                    <a:cubicBezTo>
                      <a:pt x="372471" y="1584200"/>
                      <a:pt x="337578" y="1521837"/>
                      <a:pt x="301199" y="1459474"/>
                    </a:cubicBezTo>
                    <a:cubicBezTo>
                      <a:pt x="251458" y="1374096"/>
                      <a:pt x="185383" y="1299855"/>
                      <a:pt x="137869" y="1212992"/>
                    </a:cubicBezTo>
                    <a:cubicBezTo>
                      <a:pt x="44324" y="1041494"/>
                      <a:pt x="-13585" y="861830"/>
                      <a:pt x="2748" y="664348"/>
                    </a:cubicBezTo>
                    <a:cubicBezTo>
                      <a:pt x="13885" y="531456"/>
                      <a:pt x="57687" y="409699"/>
                      <a:pt x="145292" y="308730"/>
                    </a:cubicBezTo>
                    <a:cubicBezTo>
                      <a:pt x="254428" y="180293"/>
                      <a:pt x="387320" y="83779"/>
                      <a:pt x="549909" y="32552"/>
                    </a:cubicBezTo>
                    <a:cubicBezTo>
                      <a:pt x="631946" y="6939"/>
                      <a:pt x="713240" y="-3084"/>
                      <a:pt x="794163" y="814"/>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sp>
            <p:nvSpPr>
              <p:cNvPr id="21" name="Freeform: Shape 20">
                <a:extLst>
                  <a:ext uri="{FF2B5EF4-FFF2-40B4-BE49-F238E27FC236}">
                    <a16:creationId xmlns:a16="http://schemas.microsoft.com/office/drawing/2014/main" xmlns="" id="{2055AE3E-1E2C-54E2-2133-8F0419BED34D}"/>
                  </a:ext>
                </a:extLst>
              </p:cNvPr>
              <p:cNvSpPr/>
              <p:nvPr/>
            </p:nvSpPr>
            <p:spPr>
              <a:xfrm rot="628173">
                <a:off x="7558838" y="2427102"/>
                <a:ext cx="937061" cy="1282256"/>
              </a:xfrm>
              <a:custGeom>
                <a:avLst/>
                <a:gdLst>
                  <a:gd name="connsiteX0" fmla="*/ 72231 w 937061"/>
                  <a:gd name="connsiteY0" fmla="*/ 508194 h 1282256"/>
                  <a:gd name="connsiteX1" fmla="*/ 139689 w 937061"/>
                  <a:gd name="connsiteY1" fmla="*/ 559080 h 1282256"/>
                  <a:gd name="connsiteX2" fmla="*/ 137581 w 937061"/>
                  <a:gd name="connsiteY2" fmla="*/ 579636 h 1282256"/>
                  <a:gd name="connsiteX3" fmla="*/ 173595 w 937061"/>
                  <a:gd name="connsiteY3" fmla="*/ 561778 h 1282256"/>
                  <a:gd name="connsiteX4" fmla="*/ 235622 w 937061"/>
                  <a:gd name="connsiteY4" fmla="*/ 562333 h 1282256"/>
                  <a:gd name="connsiteX5" fmla="*/ 265212 w 937061"/>
                  <a:gd name="connsiteY5" fmla="*/ 596791 h 1282256"/>
                  <a:gd name="connsiteX6" fmla="*/ 264188 w 937061"/>
                  <a:gd name="connsiteY6" fmla="*/ 602277 h 1282256"/>
                  <a:gd name="connsiteX7" fmla="*/ 251467 w 937061"/>
                  <a:gd name="connsiteY7" fmla="*/ 657997 h 1282256"/>
                  <a:gd name="connsiteX8" fmla="*/ 248802 w 937061"/>
                  <a:gd name="connsiteY8" fmla="*/ 665620 h 1282256"/>
                  <a:gd name="connsiteX9" fmla="*/ 226702 w 937061"/>
                  <a:gd name="connsiteY9" fmla="*/ 731221 h 1282256"/>
                  <a:gd name="connsiteX10" fmla="*/ 292287 w 937061"/>
                  <a:gd name="connsiteY10" fmla="*/ 797322 h 1282256"/>
                  <a:gd name="connsiteX11" fmla="*/ 318540 w 937061"/>
                  <a:gd name="connsiteY11" fmla="*/ 799397 h 1282256"/>
                  <a:gd name="connsiteX12" fmla="*/ 386587 w 937061"/>
                  <a:gd name="connsiteY12" fmla="*/ 855674 h 1282256"/>
                  <a:gd name="connsiteX13" fmla="*/ 391213 w 937061"/>
                  <a:gd name="connsiteY13" fmla="*/ 832209 h 1282256"/>
                  <a:gd name="connsiteX14" fmla="*/ 339010 w 937061"/>
                  <a:gd name="connsiteY14" fmla="*/ 777893 h 1282256"/>
                  <a:gd name="connsiteX15" fmla="*/ 374294 w 937061"/>
                  <a:gd name="connsiteY15" fmla="*/ 724114 h 1282256"/>
                  <a:gd name="connsiteX16" fmla="*/ 365526 w 937061"/>
                  <a:gd name="connsiteY16" fmla="*/ 703124 h 1282256"/>
                  <a:gd name="connsiteX17" fmla="*/ 314275 w 937061"/>
                  <a:gd name="connsiteY17" fmla="*/ 774111 h 1282256"/>
                  <a:gd name="connsiteX18" fmla="*/ 255752 w 937061"/>
                  <a:gd name="connsiteY18" fmla="*/ 746224 h 1282256"/>
                  <a:gd name="connsiteX19" fmla="*/ 257804 w 937061"/>
                  <a:gd name="connsiteY19" fmla="*/ 700011 h 1282256"/>
                  <a:gd name="connsiteX20" fmla="*/ 281358 w 937061"/>
                  <a:gd name="connsiteY20" fmla="*/ 666529 h 1282256"/>
                  <a:gd name="connsiteX21" fmla="*/ 276069 w 937061"/>
                  <a:gd name="connsiteY21" fmla="*/ 646729 h 1282256"/>
                  <a:gd name="connsiteX22" fmla="*/ 315725 w 937061"/>
                  <a:gd name="connsiteY22" fmla="*/ 605586 h 1282256"/>
                  <a:gd name="connsiteX23" fmla="*/ 348811 w 937061"/>
                  <a:gd name="connsiteY23" fmla="*/ 615972 h 1282256"/>
                  <a:gd name="connsiteX24" fmla="*/ 355707 w 937061"/>
                  <a:gd name="connsiteY24" fmla="*/ 609198 h 1282256"/>
                  <a:gd name="connsiteX25" fmla="*/ 423989 w 937061"/>
                  <a:gd name="connsiteY25" fmla="*/ 603914 h 1282256"/>
                  <a:gd name="connsiteX26" fmla="*/ 462978 w 937061"/>
                  <a:gd name="connsiteY26" fmla="*/ 667189 h 1282256"/>
                  <a:gd name="connsiteX27" fmla="*/ 447498 w 937061"/>
                  <a:gd name="connsiteY27" fmla="*/ 742160 h 1282256"/>
                  <a:gd name="connsiteX28" fmla="*/ 444272 w 937061"/>
                  <a:gd name="connsiteY28" fmla="*/ 747849 h 1282256"/>
                  <a:gd name="connsiteX29" fmla="*/ 468977 w 937061"/>
                  <a:gd name="connsiteY29" fmla="*/ 772413 h 1282256"/>
                  <a:gd name="connsiteX30" fmla="*/ 495847 w 937061"/>
                  <a:gd name="connsiteY30" fmla="*/ 863799 h 1282256"/>
                  <a:gd name="connsiteX31" fmla="*/ 444271 w 937061"/>
                  <a:gd name="connsiteY31" fmla="*/ 922014 h 1282256"/>
                  <a:gd name="connsiteX32" fmla="*/ 431747 w 937061"/>
                  <a:gd name="connsiteY32" fmla="*/ 921551 h 1282256"/>
                  <a:gd name="connsiteX33" fmla="*/ 442410 w 937061"/>
                  <a:gd name="connsiteY33" fmla="*/ 937592 h 1282256"/>
                  <a:gd name="connsiteX34" fmla="*/ 543619 w 937061"/>
                  <a:gd name="connsiteY34" fmla="*/ 1186492 h 1282256"/>
                  <a:gd name="connsiteX35" fmla="*/ 566594 w 937061"/>
                  <a:gd name="connsiteY35" fmla="*/ 1273228 h 1282256"/>
                  <a:gd name="connsiteX36" fmla="*/ 531195 w 937061"/>
                  <a:gd name="connsiteY36" fmla="*/ 1282256 h 1282256"/>
                  <a:gd name="connsiteX37" fmla="*/ 510987 w 937061"/>
                  <a:gd name="connsiteY37" fmla="*/ 1183176 h 1282256"/>
                  <a:gd name="connsiteX38" fmla="*/ 419465 w 937061"/>
                  <a:gd name="connsiteY38" fmla="*/ 965735 h 1282256"/>
                  <a:gd name="connsiteX39" fmla="*/ 380666 w 937061"/>
                  <a:gd name="connsiteY39" fmla="*/ 911088 h 1282256"/>
                  <a:gd name="connsiteX40" fmla="*/ 370913 w 937061"/>
                  <a:gd name="connsiteY40" fmla="*/ 906441 h 1282256"/>
                  <a:gd name="connsiteX41" fmla="*/ 360466 w 937061"/>
                  <a:gd name="connsiteY41" fmla="*/ 906130 h 1282256"/>
                  <a:gd name="connsiteX42" fmla="*/ 314518 w 937061"/>
                  <a:gd name="connsiteY42" fmla="*/ 920936 h 1282256"/>
                  <a:gd name="connsiteX43" fmla="*/ 256927 w 937061"/>
                  <a:gd name="connsiteY43" fmla="*/ 880449 h 1282256"/>
                  <a:gd name="connsiteX44" fmla="*/ 248732 w 937061"/>
                  <a:gd name="connsiteY44" fmla="*/ 847130 h 1282256"/>
                  <a:gd name="connsiteX45" fmla="*/ 247889 w 937061"/>
                  <a:gd name="connsiteY45" fmla="*/ 840361 h 1282256"/>
                  <a:gd name="connsiteX46" fmla="*/ 220304 w 937061"/>
                  <a:gd name="connsiteY46" fmla="*/ 848717 h 1282256"/>
                  <a:gd name="connsiteX47" fmla="*/ 136302 w 937061"/>
                  <a:gd name="connsiteY47" fmla="*/ 795389 h 1282256"/>
                  <a:gd name="connsiteX48" fmla="*/ 132240 w 937061"/>
                  <a:gd name="connsiteY48" fmla="*/ 772306 h 1282256"/>
                  <a:gd name="connsiteX49" fmla="*/ 132030 w 937061"/>
                  <a:gd name="connsiteY49" fmla="*/ 749123 h 1282256"/>
                  <a:gd name="connsiteX50" fmla="*/ 118944 w 937061"/>
                  <a:gd name="connsiteY50" fmla="*/ 746653 h 1282256"/>
                  <a:gd name="connsiteX51" fmla="*/ 28110 w 937061"/>
                  <a:gd name="connsiteY51" fmla="*/ 666272 h 1282256"/>
                  <a:gd name="connsiteX52" fmla="*/ 18430 w 937061"/>
                  <a:gd name="connsiteY52" fmla="*/ 570895 h 1282256"/>
                  <a:gd name="connsiteX53" fmla="*/ 72231 w 937061"/>
                  <a:gd name="connsiteY53" fmla="*/ 508194 h 1282256"/>
                  <a:gd name="connsiteX54" fmla="*/ 828778 w 937061"/>
                  <a:gd name="connsiteY54" fmla="*/ 368188 h 1282256"/>
                  <a:gd name="connsiteX55" fmla="*/ 903402 w 937061"/>
                  <a:gd name="connsiteY55" fmla="*/ 393916 h 1282256"/>
                  <a:gd name="connsiteX56" fmla="*/ 921670 w 937061"/>
                  <a:gd name="connsiteY56" fmla="*/ 560021 h 1282256"/>
                  <a:gd name="connsiteX57" fmla="*/ 873673 w 937061"/>
                  <a:gd name="connsiteY57" fmla="*/ 610037 h 1282256"/>
                  <a:gd name="connsiteX58" fmla="*/ 870382 w 937061"/>
                  <a:gd name="connsiteY58" fmla="*/ 612071 h 1282256"/>
                  <a:gd name="connsiteX59" fmla="*/ 881183 w 937061"/>
                  <a:gd name="connsiteY59" fmla="*/ 655093 h 1282256"/>
                  <a:gd name="connsiteX60" fmla="*/ 811085 w 937061"/>
                  <a:gd name="connsiteY60" fmla="*/ 738732 h 1282256"/>
                  <a:gd name="connsiteX61" fmla="*/ 793636 w 937061"/>
                  <a:gd name="connsiteY61" fmla="*/ 739105 h 1282256"/>
                  <a:gd name="connsiteX62" fmla="*/ 799023 w 937061"/>
                  <a:gd name="connsiteY62" fmla="*/ 768256 h 1282256"/>
                  <a:gd name="connsiteX63" fmla="*/ 794668 w 937061"/>
                  <a:gd name="connsiteY63" fmla="*/ 805320 h 1282256"/>
                  <a:gd name="connsiteX64" fmla="*/ 736637 w 937061"/>
                  <a:gd name="connsiteY64" fmla="*/ 842933 h 1282256"/>
                  <a:gd name="connsiteX65" fmla="*/ 711441 w 937061"/>
                  <a:gd name="connsiteY65" fmla="*/ 841070 h 1282256"/>
                  <a:gd name="connsiteX66" fmla="*/ 702708 w 937061"/>
                  <a:gd name="connsiteY66" fmla="*/ 844516 h 1282256"/>
                  <a:gd name="connsiteX67" fmla="*/ 683025 w 937061"/>
                  <a:gd name="connsiteY67" fmla="*/ 866563 h 1282256"/>
                  <a:gd name="connsiteX68" fmla="*/ 657843 w 937061"/>
                  <a:gd name="connsiteY68" fmla="*/ 881435 h 1282256"/>
                  <a:gd name="connsiteX69" fmla="*/ 694319 w 937061"/>
                  <a:gd name="connsiteY69" fmla="*/ 1016214 h 1282256"/>
                  <a:gd name="connsiteX70" fmla="*/ 713201 w 937061"/>
                  <a:gd name="connsiteY70" fmla="*/ 1156998 h 1282256"/>
                  <a:gd name="connsiteX71" fmla="*/ 720960 w 937061"/>
                  <a:gd name="connsiteY71" fmla="*/ 1258622 h 1282256"/>
                  <a:gd name="connsiteX72" fmla="*/ 679557 w 937061"/>
                  <a:gd name="connsiteY72" fmla="*/ 1261399 h 1282256"/>
                  <a:gd name="connsiteX73" fmla="*/ 677437 w 937061"/>
                  <a:gd name="connsiteY73" fmla="*/ 1146560 h 1282256"/>
                  <a:gd name="connsiteX74" fmla="*/ 658812 w 937061"/>
                  <a:gd name="connsiteY74" fmla="*/ 1013559 h 1282256"/>
                  <a:gd name="connsiteX75" fmla="*/ 620096 w 937061"/>
                  <a:gd name="connsiteY75" fmla="*/ 884815 h 1282256"/>
                  <a:gd name="connsiteX76" fmla="*/ 617487 w 937061"/>
                  <a:gd name="connsiteY76" fmla="*/ 885041 h 1282256"/>
                  <a:gd name="connsiteX77" fmla="*/ 582656 w 937061"/>
                  <a:gd name="connsiteY77" fmla="*/ 865072 h 1282256"/>
                  <a:gd name="connsiteX78" fmla="*/ 558217 w 937061"/>
                  <a:gd name="connsiteY78" fmla="*/ 771403 h 1282256"/>
                  <a:gd name="connsiteX79" fmla="*/ 575867 w 937061"/>
                  <a:gd name="connsiteY79" fmla="*/ 722513 h 1282256"/>
                  <a:gd name="connsiteX80" fmla="*/ 560670 w 937061"/>
                  <a:gd name="connsiteY80" fmla="*/ 708618 h 1282256"/>
                  <a:gd name="connsiteX81" fmla="*/ 534291 w 937061"/>
                  <a:gd name="connsiteY81" fmla="*/ 600031 h 1282256"/>
                  <a:gd name="connsiteX82" fmla="*/ 572231 w 937061"/>
                  <a:gd name="connsiteY82" fmla="*/ 560631 h 1282256"/>
                  <a:gd name="connsiteX83" fmla="*/ 603475 w 937061"/>
                  <a:gd name="connsiteY83" fmla="*/ 559950 h 1282256"/>
                  <a:gd name="connsiteX84" fmla="*/ 618559 w 937061"/>
                  <a:gd name="connsiteY84" fmla="*/ 565514 h 1282256"/>
                  <a:gd name="connsiteX85" fmla="*/ 649454 w 937061"/>
                  <a:gd name="connsiteY85" fmla="*/ 543101 h 1282256"/>
                  <a:gd name="connsiteX86" fmla="*/ 697970 w 937061"/>
                  <a:gd name="connsiteY86" fmla="*/ 567543 h 1282256"/>
                  <a:gd name="connsiteX87" fmla="*/ 700456 w 937061"/>
                  <a:gd name="connsiteY87" fmla="*/ 590917 h 1282256"/>
                  <a:gd name="connsiteX88" fmla="*/ 720550 w 937061"/>
                  <a:gd name="connsiteY88" fmla="*/ 600445 h 1282256"/>
                  <a:gd name="connsiteX89" fmla="*/ 751604 w 937061"/>
                  <a:gd name="connsiteY89" fmla="*/ 639520 h 1282256"/>
                  <a:gd name="connsiteX90" fmla="*/ 738347 w 937061"/>
                  <a:gd name="connsiteY90" fmla="*/ 683525 h 1282256"/>
                  <a:gd name="connsiteX91" fmla="*/ 707956 w 937061"/>
                  <a:gd name="connsiteY91" fmla="*/ 700956 h 1282256"/>
                  <a:gd name="connsiteX92" fmla="*/ 634896 w 937061"/>
                  <a:gd name="connsiteY92" fmla="*/ 651717 h 1282256"/>
                  <a:gd name="connsiteX93" fmla="*/ 633997 w 937061"/>
                  <a:gd name="connsiteY93" fmla="*/ 675512 h 1282256"/>
                  <a:gd name="connsiteX94" fmla="*/ 687058 w 937061"/>
                  <a:gd name="connsiteY94" fmla="*/ 716835 h 1282256"/>
                  <a:gd name="connsiteX95" fmla="*/ 656986 w 937061"/>
                  <a:gd name="connsiteY95" fmla="*/ 782282 h 1282256"/>
                  <a:gd name="connsiteX96" fmla="*/ 669532 w 937061"/>
                  <a:gd name="connsiteY96" fmla="*/ 802778 h 1282256"/>
                  <a:gd name="connsiteX97" fmla="*/ 712109 w 937061"/>
                  <a:gd name="connsiteY97" fmla="*/ 736651 h 1282256"/>
                  <a:gd name="connsiteX98" fmla="*/ 723692 w 937061"/>
                  <a:gd name="connsiteY98" fmla="*/ 721066 h 1282256"/>
                  <a:gd name="connsiteX99" fmla="*/ 776459 w 937061"/>
                  <a:gd name="connsiteY99" fmla="*/ 653872 h 1282256"/>
                  <a:gd name="connsiteX100" fmla="*/ 733368 w 937061"/>
                  <a:gd name="connsiteY100" fmla="*/ 578317 h 1282256"/>
                  <a:gd name="connsiteX101" fmla="*/ 723890 w 937061"/>
                  <a:gd name="connsiteY101" fmla="*/ 565605 h 1282256"/>
                  <a:gd name="connsiteX102" fmla="*/ 694098 w 937061"/>
                  <a:gd name="connsiteY102" fmla="*/ 523444 h 1282256"/>
                  <a:gd name="connsiteX103" fmla="*/ 690243 w 937061"/>
                  <a:gd name="connsiteY103" fmla="*/ 515805 h 1282256"/>
                  <a:gd name="connsiteX104" fmla="*/ 698774 w 937061"/>
                  <a:gd name="connsiteY104" fmla="*/ 485914 h 1282256"/>
                  <a:gd name="connsiteX105" fmla="*/ 755797 w 937061"/>
                  <a:gd name="connsiteY105" fmla="*/ 452765 h 1282256"/>
                  <a:gd name="connsiteX106" fmla="*/ 802978 w 937061"/>
                  <a:gd name="connsiteY106" fmla="*/ 455658 h 1282256"/>
                  <a:gd name="connsiteX107" fmla="*/ 792796 w 937061"/>
                  <a:gd name="connsiteY107" fmla="*/ 434725 h 1282256"/>
                  <a:gd name="connsiteX108" fmla="*/ 828778 w 937061"/>
                  <a:gd name="connsiteY108" fmla="*/ 368188 h 1282256"/>
                  <a:gd name="connsiteX109" fmla="*/ 80732 w 937061"/>
                  <a:gd name="connsiteY109" fmla="*/ 236718 h 1282256"/>
                  <a:gd name="connsiteX110" fmla="*/ 85733 w 937061"/>
                  <a:gd name="connsiteY110" fmla="*/ 243941 h 1282256"/>
                  <a:gd name="connsiteX111" fmla="*/ 165483 w 937061"/>
                  <a:gd name="connsiteY111" fmla="*/ 295204 h 1282256"/>
                  <a:gd name="connsiteX112" fmla="*/ 199590 w 937061"/>
                  <a:gd name="connsiteY112" fmla="*/ 324345 h 1282256"/>
                  <a:gd name="connsiteX113" fmla="*/ 183395 w 937061"/>
                  <a:gd name="connsiteY113" fmla="*/ 381115 h 1282256"/>
                  <a:gd name="connsiteX114" fmla="*/ 167577 w 937061"/>
                  <a:gd name="connsiteY114" fmla="*/ 388113 h 1282256"/>
                  <a:gd name="connsiteX115" fmla="*/ 179565 w 937061"/>
                  <a:gd name="connsiteY115" fmla="*/ 401175 h 1282256"/>
                  <a:gd name="connsiteX116" fmla="*/ 179992 w 937061"/>
                  <a:gd name="connsiteY116" fmla="*/ 449781 h 1282256"/>
                  <a:gd name="connsiteX117" fmla="*/ 108044 w 937061"/>
                  <a:gd name="connsiteY117" fmla="*/ 482632 h 1282256"/>
                  <a:gd name="connsiteX118" fmla="*/ 27201 w 937061"/>
                  <a:gd name="connsiteY118" fmla="*/ 505923 h 1282256"/>
                  <a:gd name="connsiteX119" fmla="*/ 570 w 937061"/>
                  <a:gd name="connsiteY119" fmla="*/ 441177 h 1282256"/>
                  <a:gd name="connsiteX120" fmla="*/ 70413 w 937061"/>
                  <a:gd name="connsiteY120" fmla="*/ 361661 h 1282256"/>
                  <a:gd name="connsiteX121" fmla="*/ 65724 w 937061"/>
                  <a:gd name="connsiteY121" fmla="*/ 357231 h 1282256"/>
                  <a:gd name="connsiteX122" fmla="*/ 36050 w 937061"/>
                  <a:gd name="connsiteY122" fmla="*/ 293659 h 1282256"/>
                  <a:gd name="connsiteX123" fmla="*/ 80732 w 937061"/>
                  <a:gd name="connsiteY123" fmla="*/ 236718 h 1282256"/>
                  <a:gd name="connsiteX124" fmla="*/ 734063 w 937061"/>
                  <a:gd name="connsiteY124" fmla="*/ 115786 h 1282256"/>
                  <a:gd name="connsiteX125" fmla="*/ 800039 w 937061"/>
                  <a:gd name="connsiteY125" fmla="*/ 168575 h 1282256"/>
                  <a:gd name="connsiteX126" fmla="*/ 790133 w 937061"/>
                  <a:gd name="connsiteY126" fmla="*/ 225202 h 1282256"/>
                  <a:gd name="connsiteX127" fmla="*/ 788636 w 937061"/>
                  <a:gd name="connsiteY127" fmla="*/ 228126 h 1282256"/>
                  <a:gd name="connsiteX128" fmla="*/ 788782 w 937061"/>
                  <a:gd name="connsiteY128" fmla="*/ 228914 h 1282256"/>
                  <a:gd name="connsiteX129" fmla="*/ 879477 w 937061"/>
                  <a:gd name="connsiteY129" fmla="*/ 273265 h 1282256"/>
                  <a:gd name="connsiteX130" fmla="*/ 880462 w 937061"/>
                  <a:gd name="connsiteY130" fmla="*/ 348046 h 1282256"/>
                  <a:gd name="connsiteX131" fmla="*/ 875371 w 937061"/>
                  <a:gd name="connsiteY131" fmla="*/ 346949 h 1282256"/>
                  <a:gd name="connsiteX132" fmla="*/ 802289 w 937061"/>
                  <a:gd name="connsiteY132" fmla="*/ 352714 h 1282256"/>
                  <a:gd name="connsiteX133" fmla="*/ 731227 w 937061"/>
                  <a:gd name="connsiteY133" fmla="*/ 357290 h 1282256"/>
                  <a:gd name="connsiteX134" fmla="*/ 699035 w 937061"/>
                  <a:gd name="connsiteY134" fmla="*/ 320868 h 1282256"/>
                  <a:gd name="connsiteX135" fmla="*/ 705546 w 937061"/>
                  <a:gd name="connsiteY135" fmla="*/ 292165 h 1282256"/>
                  <a:gd name="connsiteX136" fmla="*/ 707611 w 937061"/>
                  <a:gd name="connsiteY136" fmla="*/ 287913 h 1282256"/>
                  <a:gd name="connsiteX137" fmla="*/ 691898 w 937061"/>
                  <a:gd name="connsiteY137" fmla="*/ 287761 h 1282256"/>
                  <a:gd name="connsiteX138" fmla="*/ 656836 w 937061"/>
                  <a:gd name="connsiteY138" fmla="*/ 256759 h 1282256"/>
                  <a:gd name="connsiteX139" fmla="*/ 657076 w 937061"/>
                  <a:gd name="connsiteY139" fmla="*/ 221678 h 1282256"/>
                  <a:gd name="connsiteX140" fmla="*/ 672162 w 937061"/>
                  <a:gd name="connsiteY140" fmla="*/ 203002 h 1282256"/>
                  <a:gd name="connsiteX141" fmla="*/ 732996 w 937061"/>
                  <a:gd name="connsiteY141" fmla="*/ 118834 h 1282256"/>
                  <a:gd name="connsiteX142" fmla="*/ 734063 w 937061"/>
                  <a:gd name="connsiteY142" fmla="*/ 115786 h 1282256"/>
                  <a:gd name="connsiteX143" fmla="*/ 234805 w 937061"/>
                  <a:gd name="connsiteY143" fmla="*/ 54681 h 1282256"/>
                  <a:gd name="connsiteX144" fmla="*/ 265378 w 937061"/>
                  <a:gd name="connsiteY144" fmla="*/ 49820 h 1282256"/>
                  <a:gd name="connsiteX145" fmla="*/ 314937 w 937061"/>
                  <a:gd name="connsiteY145" fmla="*/ 75496 h 1282256"/>
                  <a:gd name="connsiteX146" fmla="*/ 345601 w 937061"/>
                  <a:gd name="connsiteY146" fmla="*/ 197347 h 1282256"/>
                  <a:gd name="connsiteX147" fmla="*/ 334083 w 937061"/>
                  <a:gd name="connsiteY147" fmla="*/ 235327 h 1282256"/>
                  <a:gd name="connsiteX148" fmla="*/ 353353 w 937061"/>
                  <a:gd name="connsiteY148" fmla="*/ 413468 h 1282256"/>
                  <a:gd name="connsiteX149" fmla="*/ 418223 w 937061"/>
                  <a:gd name="connsiteY149" fmla="*/ 498850 h 1282256"/>
                  <a:gd name="connsiteX150" fmla="*/ 414075 w 937061"/>
                  <a:gd name="connsiteY150" fmla="*/ 570097 h 1282256"/>
                  <a:gd name="connsiteX151" fmla="*/ 374791 w 937061"/>
                  <a:gd name="connsiteY151" fmla="*/ 572468 h 1282256"/>
                  <a:gd name="connsiteX152" fmla="*/ 347212 w 937061"/>
                  <a:gd name="connsiteY152" fmla="*/ 583064 h 1282256"/>
                  <a:gd name="connsiteX153" fmla="*/ 340945 w 937061"/>
                  <a:gd name="connsiteY153" fmla="*/ 584425 h 1282256"/>
                  <a:gd name="connsiteX154" fmla="*/ 286621 w 937061"/>
                  <a:gd name="connsiteY154" fmla="*/ 583668 h 1282256"/>
                  <a:gd name="connsiteX155" fmla="*/ 233948 w 937061"/>
                  <a:gd name="connsiteY155" fmla="*/ 534531 h 1282256"/>
                  <a:gd name="connsiteX156" fmla="*/ 162779 w 937061"/>
                  <a:gd name="connsiteY156" fmla="*/ 538517 h 1282256"/>
                  <a:gd name="connsiteX157" fmla="*/ 146371 w 937061"/>
                  <a:gd name="connsiteY157" fmla="*/ 502641 h 1282256"/>
                  <a:gd name="connsiteX158" fmla="*/ 196829 w 937061"/>
                  <a:gd name="connsiteY158" fmla="*/ 467040 h 1282256"/>
                  <a:gd name="connsiteX159" fmla="*/ 291634 w 937061"/>
                  <a:gd name="connsiteY159" fmla="*/ 464187 h 1282256"/>
                  <a:gd name="connsiteX160" fmla="*/ 339848 w 937061"/>
                  <a:gd name="connsiteY160" fmla="*/ 495814 h 1282256"/>
                  <a:gd name="connsiteX161" fmla="*/ 344709 w 937061"/>
                  <a:gd name="connsiteY161" fmla="*/ 472509 h 1282256"/>
                  <a:gd name="connsiteX162" fmla="*/ 302160 w 937061"/>
                  <a:gd name="connsiteY162" fmla="*/ 429650 h 1282256"/>
                  <a:gd name="connsiteX163" fmla="*/ 317151 w 937061"/>
                  <a:gd name="connsiteY163" fmla="*/ 371880 h 1282256"/>
                  <a:gd name="connsiteX164" fmla="*/ 300153 w 937061"/>
                  <a:gd name="connsiteY164" fmla="*/ 354855 h 1282256"/>
                  <a:gd name="connsiteX165" fmla="*/ 275979 w 937061"/>
                  <a:gd name="connsiteY165" fmla="*/ 409229 h 1282256"/>
                  <a:gd name="connsiteX166" fmla="*/ 278835 w 937061"/>
                  <a:gd name="connsiteY166" fmla="*/ 436812 h 1282256"/>
                  <a:gd name="connsiteX167" fmla="*/ 277330 w 937061"/>
                  <a:gd name="connsiteY167" fmla="*/ 442997 h 1282256"/>
                  <a:gd name="connsiteX168" fmla="*/ 211427 w 937061"/>
                  <a:gd name="connsiteY168" fmla="*/ 446824 h 1282256"/>
                  <a:gd name="connsiteX169" fmla="*/ 209401 w 937061"/>
                  <a:gd name="connsiteY169" fmla="*/ 440273 h 1282256"/>
                  <a:gd name="connsiteX170" fmla="*/ 206434 w 937061"/>
                  <a:gd name="connsiteY170" fmla="*/ 398858 h 1282256"/>
                  <a:gd name="connsiteX171" fmla="*/ 207223 w 937061"/>
                  <a:gd name="connsiteY171" fmla="*/ 393213 h 1282256"/>
                  <a:gd name="connsiteX172" fmla="*/ 213263 w 937061"/>
                  <a:gd name="connsiteY172" fmla="*/ 300227 h 1282256"/>
                  <a:gd name="connsiteX173" fmla="*/ 210849 w 937061"/>
                  <a:gd name="connsiteY173" fmla="*/ 295987 h 1282256"/>
                  <a:gd name="connsiteX174" fmla="*/ 230359 w 937061"/>
                  <a:gd name="connsiteY174" fmla="*/ 289124 h 1282256"/>
                  <a:gd name="connsiteX175" fmla="*/ 278448 w 937061"/>
                  <a:gd name="connsiteY175" fmla="*/ 208737 h 1282256"/>
                  <a:gd name="connsiteX176" fmla="*/ 283559 w 937061"/>
                  <a:gd name="connsiteY176" fmla="*/ 197812 h 1282256"/>
                  <a:gd name="connsiteX177" fmla="*/ 314933 w 937061"/>
                  <a:gd name="connsiteY177" fmla="*/ 142718 h 1282256"/>
                  <a:gd name="connsiteX178" fmla="*/ 291729 w 937061"/>
                  <a:gd name="connsiteY178" fmla="*/ 141710 h 1282256"/>
                  <a:gd name="connsiteX179" fmla="*/ 204653 w 937061"/>
                  <a:gd name="connsiteY179" fmla="*/ 172059 h 1282256"/>
                  <a:gd name="connsiteX180" fmla="*/ 190282 w 937061"/>
                  <a:gd name="connsiteY180" fmla="*/ 190196 h 1282256"/>
                  <a:gd name="connsiteX181" fmla="*/ 254302 w 937061"/>
                  <a:gd name="connsiteY181" fmla="*/ 210348 h 1282256"/>
                  <a:gd name="connsiteX182" fmla="*/ 206445 w 937061"/>
                  <a:gd name="connsiteY182" fmla="*/ 272154 h 1282256"/>
                  <a:gd name="connsiteX183" fmla="*/ 114462 w 937061"/>
                  <a:gd name="connsiteY183" fmla="*/ 240670 h 1282256"/>
                  <a:gd name="connsiteX184" fmla="*/ 120246 w 937061"/>
                  <a:gd name="connsiteY184" fmla="*/ 146306 h 1282256"/>
                  <a:gd name="connsiteX185" fmla="*/ 159117 w 937061"/>
                  <a:gd name="connsiteY185" fmla="*/ 137290 h 1282256"/>
                  <a:gd name="connsiteX186" fmla="*/ 166880 w 937061"/>
                  <a:gd name="connsiteY186" fmla="*/ 133004 h 1282256"/>
                  <a:gd name="connsiteX187" fmla="*/ 208914 w 937061"/>
                  <a:gd name="connsiteY187" fmla="*/ 71662 h 1282256"/>
                  <a:gd name="connsiteX188" fmla="*/ 234805 w 937061"/>
                  <a:gd name="connsiteY188" fmla="*/ 54681 h 1282256"/>
                  <a:gd name="connsiteX189" fmla="*/ 518054 w 937061"/>
                  <a:gd name="connsiteY189" fmla="*/ 685 h 1282256"/>
                  <a:gd name="connsiteX190" fmla="*/ 567481 w 937061"/>
                  <a:gd name="connsiteY190" fmla="*/ 11310 h 1282256"/>
                  <a:gd name="connsiteX191" fmla="*/ 617166 w 937061"/>
                  <a:gd name="connsiteY191" fmla="*/ 49796 h 1282256"/>
                  <a:gd name="connsiteX192" fmla="*/ 624803 w 937061"/>
                  <a:gd name="connsiteY192" fmla="*/ 51439 h 1282256"/>
                  <a:gd name="connsiteX193" fmla="*/ 685335 w 937061"/>
                  <a:gd name="connsiteY193" fmla="*/ 54921 h 1282256"/>
                  <a:gd name="connsiteX194" fmla="*/ 709531 w 937061"/>
                  <a:gd name="connsiteY194" fmla="*/ 114208 h 1282256"/>
                  <a:gd name="connsiteX195" fmla="*/ 661812 w 937061"/>
                  <a:gd name="connsiteY195" fmla="*/ 180063 h 1282256"/>
                  <a:gd name="connsiteX196" fmla="*/ 610202 w 937061"/>
                  <a:gd name="connsiteY196" fmla="*/ 195099 h 1282256"/>
                  <a:gd name="connsiteX197" fmla="*/ 562692 w 937061"/>
                  <a:gd name="connsiteY197" fmla="*/ 152954 h 1282256"/>
                  <a:gd name="connsiteX198" fmla="*/ 615624 w 937061"/>
                  <a:gd name="connsiteY198" fmla="*/ 112005 h 1282256"/>
                  <a:gd name="connsiteX199" fmla="*/ 594985 w 937061"/>
                  <a:gd name="connsiteY199" fmla="*/ 99523 h 1282256"/>
                  <a:gd name="connsiteX200" fmla="*/ 549403 w 937061"/>
                  <a:gd name="connsiteY200" fmla="*/ 129539 h 1282256"/>
                  <a:gd name="connsiteX201" fmla="*/ 503638 w 937061"/>
                  <a:gd name="connsiteY201" fmla="*/ 102348 h 1282256"/>
                  <a:gd name="connsiteX202" fmla="*/ 481968 w 937061"/>
                  <a:gd name="connsiteY202" fmla="*/ 111852 h 1282256"/>
                  <a:gd name="connsiteX203" fmla="*/ 529275 w 937061"/>
                  <a:gd name="connsiteY203" fmla="*/ 151795 h 1282256"/>
                  <a:gd name="connsiteX204" fmla="*/ 540380 w 937061"/>
                  <a:gd name="connsiteY204" fmla="*/ 163391 h 1282256"/>
                  <a:gd name="connsiteX205" fmla="*/ 586552 w 937061"/>
                  <a:gd name="connsiteY205" fmla="*/ 213729 h 1282256"/>
                  <a:gd name="connsiteX206" fmla="*/ 633128 w 937061"/>
                  <a:gd name="connsiteY206" fmla="*/ 217751 h 1282256"/>
                  <a:gd name="connsiteX207" fmla="*/ 631375 w 937061"/>
                  <a:gd name="connsiteY207" fmla="*/ 243538 h 1282256"/>
                  <a:gd name="connsiteX208" fmla="*/ 670400 w 937061"/>
                  <a:gd name="connsiteY208" fmla="*/ 307011 h 1282256"/>
                  <a:gd name="connsiteX209" fmla="*/ 674359 w 937061"/>
                  <a:gd name="connsiteY209" fmla="*/ 313002 h 1282256"/>
                  <a:gd name="connsiteX210" fmla="*/ 686366 w 937061"/>
                  <a:gd name="connsiteY210" fmla="*/ 351523 h 1282256"/>
                  <a:gd name="connsiteX211" fmla="*/ 686786 w 937061"/>
                  <a:gd name="connsiteY211" fmla="*/ 360408 h 1282256"/>
                  <a:gd name="connsiteX212" fmla="*/ 624276 w 937061"/>
                  <a:gd name="connsiteY212" fmla="*/ 379293 h 1282256"/>
                  <a:gd name="connsiteX213" fmla="*/ 620186 w 937061"/>
                  <a:gd name="connsiteY213" fmla="*/ 371494 h 1282256"/>
                  <a:gd name="connsiteX214" fmla="*/ 577039 w 937061"/>
                  <a:gd name="connsiteY214" fmla="*/ 307763 h 1282256"/>
                  <a:gd name="connsiteX215" fmla="*/ 571263 w 937061"/>
                  <a:gd name="connsiteY215" fmla="*/ 305164 h 1282256"/>
                  <a:gd name="connsiteX216" fmla="*/ 561472 w 937061"/>
                  <a:gd name="connsiteY216" fmla="*/ 327139 h 1282256"/>
                  <a:gd name="connsiteX217" fmla="*/ 596193 w 937061"/>
                  <a:gd name="connsiteY217" fmla="*/ 376131 h 1282256"/>
                  <a:gd name="connsiteX218" fmla="*/ 571697 w 937061"/>
                  <a:gd name="connsiteY218" fmla="*/ 430972 h 1282256"/>
                  <a:gd name="connsiteX219" fmla="*/ 584565 w 937061"/>
                  <a:gd name="connsiteY219" fmla="*/ 451001 h 1282256"/>
                  <a:gd name="connsiteX220" fmla="*/ 618292 w 937061"/>
                  <a:gd name="connsiteY220" fmla="*/ 404232 h 1282256"/>
                  <a:gd name="connsiteX221" fmla="*/ 707017 w 937061"/>
                  <a:gd name="connsiteY221" fmla="*/ 373985 h 1282256"/>
                  <a:gd name="connsiteX222" fmla="*/ 737381 w 937061"/>
                  <a:gd name="connsiteY222" fmla="*/ 385077 h 1282256"/>
                  <a:gd name="connsiteX223" fmla="*/ 767814 w 937061"/>
                  <a:gd name="connsiteY223" fmla="*/ 388823 h 1282256"/>
                  <a:gd name="connsiteX224" fmla="*/ 765487 w 937061"/>
                  <a:gd name="connsiteY224" fmla="*/ 426939 h 1282256"/>
                  <a:gd name="connsiteX225" fmla="*/ 665711 w 937061"/>
                  <a:gd name="connsiteY225" fmla="*/ 514227 h 1282256"/>
                  <a:gd name="connsiteX226" fmla="*/ 615799 w 937061"/>
                  <a:gd name="connsiteY226" fmla="*/ 534043 h 1282256"/>
                  <a:gd name="connsiteX227" fmla="*/ 611378 w 937061"/>
                  <a:gd name="connsiteY227" fmla="*/ 535471 h 1282256"/>
                  <a:gd name="connsiteX228" fmla="*/ 545354 w 937061"/>
                  <a:gd name="connsiteY228" fmla="*/ 547467 h 1282256"/>
                  <a:gd name="connsiteX229" fmla="*/ 543618 w 937061"/>
                  <a:gd name="connsiteY229" fmla="*/ 547992 h 1282256"/>
                  <a:gd name="connsiteX230" fmla="*/ 543114 w 937061"/>
                  <a:gd name="connsiteY230" fmla="*/ 378809 h 1282256"/>
                  <a:gd name="connsiteX231" fmla="*/ 481297 w 937061"/>
                  <a:gd name="connsiteY231" fmla="*/ 302233 h 1282256"/>
                  <a:gd name="connsiteX232" fmla="*/ 497521 w 937061"/>
                  <a:gd name="connsiteY232" fmla="*/ 205940 h 1282256"/>
                  <a:gd name="connsiteX233" fmla="*/ 471375 w 937061"/>
                  <a:gd name="connsiteY233" fmla="*/ 172476 h 1282256"/>
                  <a:gd name="connsiteX234" fmla="*/ 460261 w 937061"/>
                  <a:gd name="connsiteY234" fmla="*/ 46197 h 1282256"/>
                  <a:gd name="connsiteX235" fmla="*/ 518054 w 937061"/>
                  <a:gd name="connsiteY235" fmla="*/ 685 h 128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937061" h="1282256">
                    <a:moveTo>
                      <a:pt x="72231" y="508194"/>
                    </a:moveTo>
                    <a:cubicBezTo>
                      <a:pt x="110176" y="495275"/>
                      <a:pt x="141455" y="519031"/>
                      <a:pt x="139689" y="559080"/>
                    </a:cubicBezTo>
                    <a:cubicBezTo>
                      <a:pt x="139351" y="566068"/>
                      <a:pt x="138225" y="573202"/>
                      <a:pt x="137581" y="579636"/>
                    </a:cubicBezTo>
                    <a:cubicBezTo>
                      <a:pt x="149335" y="573797"/>
                      <a:pt x="161104" y="566938"/>
                      <a:pt x="173595" y="561778"/>
                    </a:cubicBezTo>
                    <a:cubicBezTo>
                      <a:pt x="194067" y="553512"/>
                      <a:pt x="215165" y="550836"/>
                      <a:pt x="235622" y="562333"/>
                    </a:cubicBezTo>
                    <a:cubicBezTo>
                      <a:pt x="249692" y="570123"/>
                      <a:pt x="258507" y="582549"/>
                      <a:pt x="265212" y="596791"/>
                    </a:cubicBezTo>
                    <a:cubicBezTo>
                      <a:pt x="265897" y="598294"/>
                      <a:pt x="265188" y="601073"/>
                      <a:pt x="264188" y="602277"/>
                    </a:cubicBezTo>
                    <a:cubicBezTo>
                      <a:pt x="251373" y="618904"/>
                      <a:pt x="247251" y="637387"/>
                      <a:pt x="251467" y="657997"/>
                    </a:cubicBezTo>
                    <a:cubicBezTo>
                      <a:pt x="251904" y="660360"/>
                      <a:pt x="250479" y="663679"/>
                      <a:pt x="248802" y="665620"/>
                    </a:cubicBezTo>
                    <a:cubicBezTo>
                      <a:pt x="232301" y="684354"/>
                      <a:pt x="223028" y="705826"/>
                      <a:pt x="226702" y="731221"/>
                    </a:cubicBezTo>
                    <a:cubicBezTo>
                      <a:pt x="231605" y="766574"/>
                      <a:pt x="256814" y="791656"/>
                      <a:pt x="292287" y="797322"/>
                    </a:cubicBezTo>
                    <a:cubicBezTo>
                      <a:pt x="300478" y="798661"/>
                      <a:pt x="309043" y="798708"/>
                      <a:pt x="318540" y="799397"/>
                    </a:cubicBezTo>
                    <a:cubicBezTo>
                      <a:pt x="330434" y="829589"/>
                      <a:pt x="353581" y="847922"/>
                      <a:pt x="386587" y="855674"/>
                    </a:cubicBezTo>
                    <a:cubicBezTo>
                      <a:pt x="388158" y="847643"/>
                      <a:pt x="389605" y="840043"/>
                      <a:pt x="391213" y="832209"/>
                    </a:cubicBezTo>
                    <a:cubicBezTo>
                      <a:pt x="363044" y="824173"/>
                      <a:pt x="342646" y="808591"/>
                      <a:pt x="339010" y="777893"/>
                    </a:cubicBezTo>
                    <a:cubicBezTo>
                      <a:pt x="336531" y="756758"/>
                      <a:pt x="346844" y="742020"/>
                      <a:pt x="374294" y="724114"/>
                    </a:cubicBezTo>
                    <a:cubicBezTo>
                      <a:pt x="371371" y="717117"/>
                      <a:pt x="368449" y="710120"/>
                      <a:pt x="365526" y="703124"/>
                    </a:cubicBezTo>
                    <a:cubicBezTo>
                      <a:pt x="339298" y="710007"/>
                      <a:pt x="321614" y="734460"/>
                      <a:pt x="314275" y="774111"/>
                    </a:cubicBezTo>
                    <a:cubicBezTo>
                      <a:pt x="290368" y="778122"/>
                      <a:pt x="265358" y="766244"/>
                      <a:pt x="255752" y="746224"/>
                    </a:cubicBezTo>
                    <a:cubicBezTo>
                      <a:pt x="248361" y="730477"/>
                      <a:pt x="249498" y="714583"/>
                      <a:pt x="257804" y="700011"/>
                    </a:cubicBezTo>
                    <a:cubicBezTo>
                      <a:pt x="263879" y="687685"/>
                      <a:pt x="272863" y="677876"/>
                      <a:pt x="281358" y="666529"/>
                    </a:cubicBezTo>
                    <a:cubicBezTo>
                      <a:pt x="279908" y="660889"/>
                      <a:pt x="277416" y="654017"/>
                      <a:pt x="276069" y="646729"/>
                    </a:cubicBezTo>
                    <a:cubicBezTo>
                      <a:pt x="271404" y="619276"/>
                      <a:pt x="288248" y="601294"/>
                      <a:pt x="315725" y="605586"/>
                    </a:cubicBezTo>
                    <a:cubicBezTo>
                      <a:pt x="326623" y="607240"/>
                      <a:pt x="337119" y="612225"/>
                      <a:pt x="348811" y="615972"/>
                    </a:cubicBezTo>
                    <a:cubicBezTo>
                      <a:pt x="350168" y="614499"/>
                      <a:pt x="352920" y="611750"/>
                      <a:pt x="355707" y="609198"/>
                    </a:cubicBezTo>
                    <a:cubicBezTo>
                      <a:pt x="375418" y="591297"/>
                      <a:pt x="401497" y="589125"/>
                      <a:pt x="423989" y="603914"/>
                    </a:cubicBezTo>
                    <a:cubicBezTo>
                      <a:pt x="446911" y="618826"/>
                      <a:pt x="458728" y="640883"/>
                      <a:pt x="462978" y="667189"/>
                    </a:cubicBezTo>
                    <a:cubicBezTo>
                      <a:pt x="467140" y="694123"/>
                      <a:pt x="460690" y="718741"/>
                      <a:pt x="447498" y="742160"/>
                    </a:cubicBezTo>
                    <a:cubicBezTo>
                      <a:pt x="446251" y="744224"/>
                      <a:pt x="445200" y="746252"/>
                      <a:pt x="444272" y="747849"/>
                    </a:cubicBezTo>
                    <a:cubicBezTo>
                      <a:pt x="452753" y="756263"/>
                      <a:pt x="461679" y="763780"/>
                      <a:pt x="468977" y="772413"/>
                    </a:cubicBezTo>
                    <a:cubicBezTo>
                      <a:pt x="491574" y="798793"/>
                      <a:pt x="503038" y="828859"/>
                      <a:pt x="495847" y="863799"/>
                    </a:cubicBezTo>
                    <a:cubicBezTo>
                      <a:pt x="489963" y="892589"/>
                      <a:pt x="473198" y="913206"/>
                      <a:pt x="444271" y="922014"/>
                    </a:cubicBezTo>
                    <a:lnTo>
                      <a:pt x="431747" y="921551"/>
                    </a:lnTo>
                    <a:lnTo>
                      <a:pt x="442410" y="937592"/>
                    </a:lnTo>
                    <a:cubicBezTo>
                      <a:pt x="487480" y="1016676"/>
                      <a:pt x="529845" y="1122313"/>
                      <a:pt x="543619" y="1186492"/>
                    </a:cubicBezTo>
                    <a:cubicBezTo>
                      <a:pt x="550598" y="1215224"/>
                      <a:pt x="555819" y="1248481"/>
                      <a:pt x="566594" y="1273228"/>
                    </a:cubicBezTo>
                    <a:lnTo>
                      <a:pt x="531195" y="1282256"/>
                    </a:lnTo>
                    <a:cubicBezTo>
                      <a:pt x="524459" y="1249229"/>
                      <a:pt x="517723" y="1216203"/>
                      <a:pt x="510987" y="1183176"/>
                    </a:cubicBezTo>
                    <a:cubicBezTo>
                      <a:pt x="491057" y="1106410"/>
                      <a:pt x="461690" y="1033323"/>
                      <a:pt x="419465" y="965735"/>
                    </a:cubicBezTo>
                    <a:lnTo>
                      <a:pt x="380666" y="911088"/>
                    </a:lnTo>
                    <a:lnTo>
                      <a:pt x="370913" y="906441"/>
                    </a:lnTo>
                    <a:cubicBezTo>
                      <a:pt x="367054" y="904302"/>
                      <a:pt x="364509" y="903754"/>
                      <a:pt x="360466" y="906130"/>
                    </a:cubicBezTo>
                    <a:cubicBezTo>
                      <a:pt x="346392" y="914842"/>
                      <a:pt x="331143" y="920512"/>
                      <a:pt x="314518" y="920936"/>
                    </a:cubicBezTo>
                    <a:cubicBezTo>
                      <a:pt x="287950" y="921567"/>
                      <a:pt x="267107" y="906882"/>
                      <a:pt x="256927" y="880449"/>
                    </a:cubicBezTo>
                    <a:cubicBezTo>
                      <a:pt x="252918" y="869783"/>
                      <a:pt x="251397" y="858249"/>
                      <a:pt x="248732" y="847130"/>
                    </a:cubicBezTo>
                    <a:cubicBezTo>
                      <a:pt x="248098" y="844804"/>
                      <a:pt x="248092" y="842563"/>
                      <a:pt x="247889" y="840361"/>
                    </a:cubicBezTo>
                    <a:cubicBezTo>
                      <a:pt x="238455" y="843325"/>
                      <a:pt x="229525" y="846809"/>
                      <a:pt x="220304" y="848717"/>
                    </a:cubicBezTo>
                    <a:cubicBezTo>
                      <a:pt x="180981" y="856390"/>
                      <a:pt x="146339" y="834274"/>
                      <a:pt x="136302" y="795389"/>
                    </a:cubicBezTo>
                    <a:cubicBezTo>
                      <a:pt x="134291" y="787816"/>
                      <a:pt x="132872" y="780134"/>
                      <a:pt x="132240" y="772306"/>
                    </a:cubicBezTo>
                    <a:cubicBezTo>
                      <a:pt x="131484" y="764909"/>
                      <a:pt x="131910" y="757293"/>
                      <a:pt x="132030" y="749123"/>
                    </a:cubicBezTo>
                    <a:cubicBezTo>
                      <a:pt x="127799" y="748275"/>
                      <a:pt x="123408" y="747660"/>
                      <a:pt x="118944" y="746653"/>
                    </a:cubicBezTo>
                    <a:cubicBezTo>
                      <a:pt x="74070" y="736407"/>
                      <a:pt x="44624" y="708238"/>
                      <a:pt x="28110" y="666272"/>
                    </a:cubicBezTo>
                    <a:cubicBezTo>
                      <a:pt x="15910" y="635527"/>
                      <a:pt x="10210" y="603580"/>
                      <a:pt x="18430" y="570895"/>
                    </a:cubicBezTo>
                    <a:cubicBezTo>
                      <a:pt x="25779" y="541222"/>
                      <a:pt x="42144" y="518440"/>
                      <a:pt x="72231" y="508194"/>
                    </a:cubicBezTo>
                    <a:close/>
                    <a:moveTo>
                      <a:pt x="828778" y="368188"/>
                    </a:moveTo>
                    <a:cubicBezTo>
                      <a:pt x="858645" y="362262"/>
                      <a:pt x="883627" y="370681"/>
                      <a:pt x="903402" y="393916"/>
                    </a:cubicBezTo>
                    <a:cubicBezTo>
                      <a:pt x="939823" y="436686"/>
                      <a:pt x="947900" y="510155"/>
                      <a:pt x="921670" y="560021"/>
                    </a:cubicBezTo>
                    <a:cubicBezTo>
                      <a:pt x="910516" y="581230"/>
                      <a:pt x="894205" y="597688"/>
                      <a:pt x="873673" y="610037"/>
                    </a:cubicBezTo>
                    <a:cubicBezTo>
                      <a:pt x="872564" y="610650"/>
                      <a:pt x="871455" y="611263"/>
                      <a:pt x="870382" y="612071"/>
                    </a:cubicBezTo>
                    <a:cubicBezTo>
                      <a:pt x="874134" y="626859"/>
                      <a:pt x="879155" y="640802"/>
                      <a:pt x="881183" y="655093"/>
                    </a:cubicBezTo>
                    <a:cubicBezTo>
                      <a:pt x="888104" y="700259"/>
                      <a:pt x="856642" y="737240"/>
                      <a:pt x="811085" y="738732"/>
                    </a:cubicBezTo>
                    <a:cubicBezTo>
                      <a:pt x="805423" y="738963"/>
                      <a:pt x="799923" y="738961"/>
                      <a:pt x="793636" y="739105"/>
                    </a:cubicBezTo>
                    <a:cubicBezTo>
                      <a:pt x="795456" y="748953"/>
                      <a:pt x="797633" y="758532"/>
                      <a:pt x="799023" y="768256"/>
                    </a:cubicBezTo>
                    <a:cubicBezTo>
                      <a:pt x="800761" y="780973"/>
                      <a:pt x="799166" y="793286"/>
                      <a:pt x="794668" y="805320"/>
                    </a:cubicBezTo>
                    <a:cubicBezTo>
                      <a:pt x="785846" y="828135"/>
                      <a:pt x="763672" y="842622"/>
                      <a:pt x="736637" y="842933"/>
                    </a:cubicBezTo>
                    <a:cubicBezTo>
                      <a:pt x="728307" y="843046"/>
                      <a:pt x="719830" y="842371"/>
                      <a:pt x="711441" y="841070"/>
                    </a:cubicBezTo>
                    <a:cubicBezTo>
                      <a:pt x="707480" y="840580"/>
                      <a:pt x="705153" y="841213"/>
                      <a:pt x="702708" y="844516"/>
                    </a:cubicBezTo>
                    <a:cubicBezTo>
                      <a:pt x="696891" y="852721"/>
                      <a:pt x="690436" y="860229"/>
                      <a:pt x="683025" y="866563"/>
                    </a:cubicBezTo>
                    <a:lnTo>
                      <a:pt x="657843" y="881435"/>
                    </a:lnTo>
                    <a:lnTo>
                      <a:pt x="694319" y="1016214"/>
                    </a:lnTo>
                    <a:cubicBezTo>
                      <a:pt x="705217" y="1069419"/>
                      <a:pt x="712131" y="1119734"/>
                      <a:pt x="713201" y="1156998"/>
                    </a:cubicBezTo>
                    <a:cubicBezTo>
                      <a:pt x="715065" y="1190532"/>
                      <a:pt x="714032" y="1228757"/>
                      <a:pt x="720960" y="1258622"/>
                    </a:cubicBezTo>
                    <a:lnTo>
                      <a:pt x="679557" y="1261399"/>
                    </a:lnTo>
                    <a:cubicBezTo>
                      <a:pt x="678850" y="1223119"/>
                      <a:pt x="678143" y="1184840"/>
                      <a:pt x="677437" y="1146560"/>
                    </a:cubicBezTo>
                    <a:cubicBezTo>
                      <a:pt x="674228" y="1101631"/>
                      <a:pt x="668194" y="1057242"/>
                      <a:pt x="658812" y="1013559"/>
                    </a:cubicBezTo>
                    <a:lnTo>
                      <a:pt x="620096" y="884815"/>
                    </a:lnTo>
                    <a:lnTo>
                      <a:pt x="617487" y="885041"/>
                    </a:lnTo>
                    <a:cubicBezTo>
                      <a:pt x="604917" y="882194"/>
                      <a:pt x="593230" y="875442"/>
                      <a:pt x="582656" y="865072"/>
                    </a:cubicBezTo>
                    <a:cubicBezTo>
                      <a:pt x="556244" y="838990"/>
                      <a:pt x="550041" y="806525"/>
                      <a:pt x="558217" y="771403"/>
                    </a:cubicBezTo>
                    <a:cubicBezTo>
                      <a:pt x="562112" y="754999"/>
                      <a:pt x="569609" y="739354"/>
                      <a:pt x="575867" y="722513"/>
                    </a:cubicBezTo>
                    <a:cubicBezTo>
                      <a:pt x="571718" y="718798"/>
                      <a:pt x="565774" y="714192"/>
                      <a:pt x="560670" y="708618"/>
                    </a:cubicBezTo>
                    <a:cubicBezTo>
                      <a:pt x="531466" y="677348"/>
                      <a:pt x="519772" y="641620"/>
                      <a:pt x="534291" y="600031"/>
                    </a:cubicBezTo>
                    <a:cubicBezTo>
                      <a:pt x="540848" y="581504"/>
                      <a:pt x="552919" y="567458"/>
                      <a:pt x="572231" y="560631"/>
                    </a:cubicBezTo>
                    <a:cubicBezTo>
                      <a:pt x="582540" y="556892"/>
                      <a:pt x="593183" y="557167"/>
                      <a:pt x="603475" y="559950"/>
                    </a:cubicBezTo>
                    <a:cubicBezTo>
                      <a:pt x="609267" y="561527"/>
                      <a:pt x="614846" y="564164"/>
                      <a:pt x="618559" y="565514"/>
                    </a:cubicBezTo>
                    <a:cubicBezTo>
                      <a:pt x="629322" y="557618"/>
                      <a:pt x="638415" y="548400"/>
                      <a:pt x="649454" y="543101"/>
                    </a:cubicBezTo>
                    <a:cubicBezTo>
                      <a:pt x="672605" y="531694"/>
                      <a:pt x="692487" y="542279"/>
                      <a:pt x="697970" y="567543"/>
                    </a:cubicBezTo>
                    <a:cubicBezTo>
                      <a:pt x="699586" y="575189"/>
                      <a:pt x="699788" y="582892"/>
                      <a:pt x="700456" y="590917"/>
                    </a:cubicBezTo>
                    <a:cubicBezTo>
                      <a:pt x="706933" y="593998"/>
                      <a:pt x="713927" y="596576"/>
                      <a:pt x="720550" y="600445"/>
                    </a:cubicBezTo>
                    <a:cubicBezTo>
                      <a:pt x="735858" y="609431"/>
                      <a:pt x="747467" y="621545"/>
                      <a:pt x="751604" y="639520"/>
                    </a:cubicBezTo>
                    <a:cubicBezTo>
                      <a:pt x="755595" y="656708"/>
                      <a:pt x="750549" y="671289"/>
                      <a:pt x="738347" y="683525"/>
                    </a:cubicBezTo>
                    <a:cubicBezTo>
                      <a:pt x="729932" y="692006"/>
                      <a:pt x="719754" y="697554"/>
                      <a:pt x="707956" y="700956"/>
                    </a:cubicBezTo>
                    <a:cubicBezTo>
                      <a:pt x="693641" y="669787"/>
                      <a:pt x="669443" y="653481"/>
                      <a:pt x="634896" y="651717"/>
                    </a:cubicBezTo>
                    <a:cubicBezTo>
                      <a:pt x="634543" y="659726"/>
                      <a:pt x="634350" y="667503"/>
                      <a:pt x="633997" y="675512"/>
                    </a:cubicBezTo>
                    <a:cubicBezTo>
                      <a:pt x="660271" y="678805"/>
                      <a:pt x="681371" y="689369"/>
                      <a:pt x="687058" y="716835"/>
                    </a:cubicBezTo>
                    <a:cubicBezTo>
                      <a:pt x="692854" y="744894"/>
                      <a:pt x="679387" y="765716"/>
                      <a:pt x="656986" y="782282"/>
                    </a:cubicBezTo>
                    <a:cubicBezTo>
                      <a:pt x="661091" y="789060"/>
                      <a:pt x="665158" y="795641"/>
                      <a:pt x="669532" y="802778"/>
                    </a:cubicBezTo>
                    <a:cubicBezTo>
                      <a:pt x="693852" y="786673"/>
                      <a:pt x="709290" y="765487"/>
                      <a:pt x="712109" y="736651"/>
                    </a:cubicBezTo>
                    <a:cubicBezTo>
                      <a:pt x="712907" y="727745"/>
                      <a:pt x="715710" y="724171"/>
                      <a:pt x="723692" y="721066"/>
                    </a:cubicBezTo>
                    <a:cubicBezTo>
                      <a:pt x="753809" y="708779"/>
                      <a:pt x="773689" y="687383"/>
                      <a:pt x="776459" y="653872"/>
                    </a:cubicBezTo>
                    <a:cubicBezTo>
                      <a:pt x="779084" y="619572"/>
                      <a:pt x="762709" y="594895"/>
                      <a:pt x="733368" y="578317"/>
                    </a:cubicBezTo>
                    <a:cubicBezTo>
                      <a:pt x="727912" y="575252"/>
                      <a:pt x="725127" y="572303"/>
                      <a:pt x="723890" y="565605"/>
                    </a:cubicBezTo>
                    <a:cubicBezTo>
                      <a:pt x="720505" y="547287"/>
                      <a:pt x="710304" y="532876"/>
                      <a:pt x="694098" y="523444"/>
                    </a:cubicBezTo>
                    <a:cubicBezTo>
                      <a:pt x="690671" y="521430"/>
                      <a:pt x="689446" y="519211"/>
                      <a:pt x="690243" y="515805"/>
                    </a:cubicBezTo>
                    <a:cubicBezTo>
                      <a:pt x="692866" y="505747"/>
                      <a:pt x="694394" y="495279"/>
                      <a:pt x="698774" y="485914"/>
                    </a:cubicBezTo>
                    <a:cubicBezTo>
                      <a:pt x="710120" y="462428"/>
                      <a:pt x="731075" y="453464"/>
                      <a:pt x="755797" y="452765"/>
                    </a:cubicBezTo>
                    <a:cubicBezTo>
                      <a:pt x="771597" y="452290"/>
                      <a:pt x="787712" y="454610"/>
                      <a:pt x="802978" y="455658"/>
                    </a:cubicBezTo>
                    <a:cubicBezTo>
                      <a:pt x="800042" y="449682"/>
                      <a:pt x="795827" y="442313"/>
                      <a:pt x="792796" y="434725"/>
                    </a:cubicBezTo>
                    <a:cubicBezTo>
                      <a:pt x="780108" y="402441"/>
                      <a:pt x="795007" y="375039"/>
                      <a:pt x="828778" y="368188"/>
                    </a:cubicBezTo>
                    <a:close/>
                    <a:moveTo>
                      <a:pt x="80732" y="236718"/>
                    </a:moveTo>
                    <a:cubicBezTo>
                      <a:pt x="82386" y="239060"/>
                      <a:pt x="84041" y="241402"/>
                      <a:pt x="85733" y="243941"/>
                    </a:cubicBezTo>
                    <a:cubicBezTo>
                      <a:pt x="105038" y="272355"/>
                      <a:pt x="132213" y="289334"/>
                      <a:pt x="165483" y="295204"/>
                    </a:cubicBezTo>
                    <a:cubicBezTo>
                      <a:pt x="183391" y="298413"/>
                      <a:pt x="193256" y="308813"/>
                      <a:pt x="199590" y="324345"/>
                    </a:cubicBezTo>
                    <a:cubicBezTo>
                      <a:pt x="208088" y="344979"/>
                      <a:pt x="200922" y="370136"/>
                      <a:pt x="183395" y="381115"/>
                    </a:cubicBezTo>
                    <a:cubicBezTo>
                      <a:pt x="178799" y="383798"/>
                      <a:pt x="173231" y="385642"/>
                      <a:pt x="167577" y="388113"/>
                    </a:cubicBezTo>
                    <a:cubicBezTo>
                      <a:pt x="171406" y="392294"/>
                      <a:pt x="175861" y="396564"/>
                      <a:pt x="179565" y="401175"/>
                    </a:cubicBezTo>
                    <a:cubicBezTo>
                      <a:pt x="191398" y="416711"/>
                      <a:pt x="191808" y="434357"/>
                      <a:pt x="179992" y="449781"/>
                    </a:cubicBezTo>
                    <a:cubicBezTo>
                      <a:pt x="161928" y="473286"/>
                      <a:pt x="138040" y="484014"/>
                      <a:pt x="108044" y="482632"/>
                    </a:cubicBezTo>
                    <a:cubicBezTo>
                      <a:pt x="70199" y="480662"/>
                      <a:pt x="58475" y="484458"/>
                      <a:pt x="27201" y="505923"/>
                    </a:cubicBezTo>
                    <a:cubicBezTo>
                      <a:pt x="7335" y="488816"/>
                      <a:pt x="-2562" y="467219"/>
                      <a:pt x="570" y="441177"/>
                    </a:cubicBezTo>
                    <a:cubicBezTo>
                      <a:pt x="5466" y="399329"/>
                      <a:pt x="29111" y="372959"/>
                      <a:pt x="70413" y="361661"/>
                    </a:cubicBezTo>
                    <a:cubicBezTo>
                      <a:pt x="68706" y="360143"/>
                      <a:pt x="67197" y="358588"/>
                      <a:pt x="65724" y="357231"/>
                    </a:cubicBezTo>
                    <a:cubicBezTo>
                      <a:pt x="47471" y="340029"/>
                      <a:pt x="37055" y="318936"/>
                      <a:pt x="36050" y="293659"/>
                    </a:cubicBezTo>
                    <a:cubicBezTo>
                      <a:pt x="35113" y="266537"/>
                      <a:pt x="51607" y="245563"/>
                      <a:pt x="80732" y="236718"/>
                    </a:cubicBezTo>
                    <a:close/>
                    <a:moveTo>
                      <a:pt x="734063" y="115786"/>
                    </a:moveTo>
                    <a:cubicBezTo>
                      <a:pt x="769312" y="112531"/>
                      <a:pt x="794903" y="133062"/>
                      <a:pt x="800039" y="168575"/>
                    </a:cubicBezTo>
                    <a:cubicBezTo>
                      <a:pt x="802927" y="188615"/>
                      <a:pt x="799667" y="207347"/>
                      <a:pt x="790133" y="225202"/>
                    </a:cubicBezTo>
                    <a:cubicBezTo>
                      <a:pt x="789688" y="226098"/>
                      <a:pt x="789279" y="227193"/>
                      <a:pt x="788636" y="228126"/>
                    </a:cubicBezTo>
                    <a:cubicBezTo>
                      <a:pt x="788673" y="228323"/>
                      <a:pt x="788709" y="228520"/>
                      <a:pt x="788782" y="228914"/>
                    </a:cubicBezTo>
                    <a:cubicBezTo>
                      <a:pt x="828453" y="224231"/>
                      <a:pt x="859115" y="239140"/>
                      <a:pt x="879477" y="273265"/>
                    </a:cubicBezTo>
                    <a:cubicBezTo>
                      <a:pt x="893897" y="297285"/>
                      <a:pt x="893683" y="322583"/>
                      <a:pt x="880462" y="348046"/>
                    </a:cubicBezTo>
                    <a:cubicBezTo>
                      <a:pt x="878741" y="347548"/>
                      <a:pt x="877093" y="347446"/>
                      <a:pt x="875371" y="346949"/>
                    </a:cubicBezTo>
                    <a:cubicBezTo>
                      <a:pt x="850156" y="338368"/>
                      <a:pt x="825797" y="341036"/>
                      <a:pt x="802289" y="352714"/>
                    </a:cubicBezTo>
                    <a:cubicBezTo>
                      <a:pt x="779174" y="364318"/>
                      <a:pt x="755458" y="366052"/>
                      <a:pt x="731227" y="357290"/>
                    </a:cubicBezTo>
                    <a:cubicBezTo>
                      <a:pt x="714189" y="351067"/>
                      <a:pt x="701420" y="340390"/>
                      <a:pt x="699035" y="320868"/>
                    </a:cubicBezTo>
                    <a:cubicBezTo>
                      <a:pt x="697732" y="310516"/>
                      <a:pt x="701091" y="301136"/>
                      <a:pt x="705546" y="292165"/>
                    </a:cubicBezTo>
                    <a:cubicBezTo>
                      <a:pt x="706115" y="290837"/>
                      <a:pt x="706882" y="289474"/>
                      <a:pt x="707611" y="287913"/>
                    </a:cubicBezTo>
                    <a:cubicBezTo>
                      <a:pt x="702111" y="287911"/>
                      <a:pt x="696917" y="288463"/>
                      <a:pt x="691898" y="287761"/>
                    </a:cubicBezTo>
                    <a:cubicBezTo>
                      <a:pt x="673669" y="285018"/>
                      <a:pt x="662761" y="273386"/>
                      <a:pt x="656836" y="256759"/>
                    </a:cubicBezTo>
                    <a:cubicBezTo>
                      <a:pt x="652880" y="245268"/>
                      <a:pt x="652504" y="233319"/>
                      <a:pt x="657076" y="221678"/>
                    </a:cubicBezTo>
                    <a:cubicBezTo>
                      <a:pt x="660099" y="213786"/>
                      <a:pt x="664631" y="207448"/>
                      <a:pt x="672162" y="203002"/>
                    </a:cubicBezTo>
                    <a:cubicBezTo>
                      <a:pt x="704464" y="183791"/>
                      <a:pt x="725615" y="156050"/>
                      <a:pt x="732996" y="118834"/>
                    </a:cubicBezTo>
                    <a:cubicBezTo>
                      <a:pt x="733405" y="117741"/>
                      <a:pt x="733851" y="116844"/>
                      <a:pt x="734063" y="115786"/>
                    </a:cubicBezTo>
                    <a:close/>
                    <a:moveTo>
                      <a:pt x="234805" y="54681"/>
                    </a:moveTo>
                    <a:cubicBezTo>
                      <a:pt x="244119" y="50796"/>
                      <a:pt x="254214" y="48930"/>
                      <a:pt x="265378" y="49820"/>
                    </a:cubicBezTo>
                    <a:cubicBezTo>
                      <a:pt x="285431" y="51412"/>
                      <a:pt x="301834" y="60807"/>
                      <a:pt x="314937" y="75496"/>
                    </a:cubicBezTo>
                    <a:cubicBezTo>
                      <a:pt x="346284" y="110647"/>
                      <a:pt x="354358" y="152137"/>
                      <a:pt x="345601" y="197347"/>
                    </a:cubicBezTo>
                    <a:cubicBezTo>
                      <a:pt x="343095" y="210236"/>
                      <a:pt x="338042" y="222577"/>
                      <a:pt x="334083" y="235327"/>
                    </a:cubicBezTo>
                    <a:cubicBezTo>
                      <a:pt x="396552" y="283468"/>
                      <a:pt x="397932" y="358175"/>
                      <a:pt x="353353" y="413468"/>
                    </a:cubicBezTo>
                    <a:cubicBezTo>
                      <a:pt x="386181" y="433475"/>
                      <a:pt x="408834" y="461271"/>
                      <a:pt x="418223" y="498850"/>
                    </a:cubicBezTo>
                    <a:cubicBezTo>
                      <a:pt x="424422" y="523575"/>
                      <a:pt x="422771" y="547713"/>
                      <a:pt x="414075" y="570097"/>
                    </a:cubicBezTo>
                    <a:cubicBezTo>
                      <a:pt x="400353" y="570800"/>
                      <a:pt x="387201" y="570175"/>
                      <a:pt x="374791" y="572468"/>
                    </a:cubicBezTo>
                    <a:cubicBezTo>
                      <a:pt x="365336" y="574215"/>
                      <a:pt x="356339" y="579545"/>
                      <a:pt x="347212" y="583064"/>
                    </a:cubicBezTo>
                    <a:cubicBezTo>
                      <a:pt x="345118" y="583858"/>
                      <a:pt x="342703" y="585119"/>
                      <a:pt x="340945" y="584425"/>
                    </a:cubicBezTo>
                    <a:cubicBezTo>
                      <a:pt x="320158" y="576656"/>
                      <a:pt x="306706" y="577716"/>
                      <a:pt x="286621" y="583668"/>
                    </a:cubicBezTo>
                    <a:cubicBezTo>
                      <a:pt x="275089" y="560947"/>
                      <a:pt x="258734" y="542988"/>
                      <a:pt x="233948" y="534531"/>
                    </a:cubicBezTo>
                    <a:cubicBezTo>
                      <a:pt x="209361" y="526039"/>
                      <a:pt x="185309" y="529261"/>
                      <a:pt x="162779" y="538517"/>
                    </a:cubicBezTo>
                    <a:cubicBezTo>
                      <a:pt x="157261" y="526295"/>
                      <a:pt x="151853" y="514665"/>
                      <a:pt x="146371" y="502641"/>
                    </a:cubicBezTo>
                    <a:cubicBezTo>
                      <a:pt x="166223" y="496529"/>
                      <a:pt x="183874" y="485119"/>
                      <a:pt x="196829" y="467040"/>
                    </a:cubicBezTo>
                    <a:cubicBezTo>
                      <a:pt x="227102" y="489760"/>
                      <a:pt x="261161" y="489985"/>
                      <a:pt x="291634" y="464187"/>
                    </a:cubicBezTo>
                    <a:cubicBezTo>
                      <a:pt x="303898" y="479847"/>
                      <a:pt x="319250" y="491269"/>
                      <a:pt x="339848" y="495814"/>
                    </a:cubicBezTo>
                    <a:cubicBezTo>
                      <a:pt x="341456" y="487981"/>
                      <a:pt x="343137" y="480540"/>
                      <a:pt x="344709" y="472509"/>
                    </a:cubicBezTo>
                    <a:cubicBezTo>
                      <a:pt x="322528" y="466016"/>
                      <a:pt x="308439" y="451508"/>
                      <a:pt x="302160" y="429650"/>
                    </a:cubicBezTo>
                    <a:cubicBezTo>
                      <a:pt x="295916" y="407989"/>
                      <a:pt x="301505" y="388623"/>
                      <a:pt x="317151" y="371880"/>
                    </a:cubicBezTo>
                    <a:cubicBezTo>
                      <a:pt x="311383" y="366020"/>
                      <a:pt x="305921" y="360715"/>
                      <a:pt x="300153" y="354855"/>
                    </a:cubicBezTo>
                    <a:cubicBezTo>
                      <a:pt x="284879" y="370308"/>
                      <a:pt x="276797" y="388301"/>
                      <a:pt x="275979" y="409229"/>
                    </a:cubicBezTo>
                    <a:cubicBezTo>
                      <a:pt x="275646" y="418457"/>
                      <a:pt x="277948" y="427606"/>
                      <a:pt x="278835" y="436812"/>
                    </a:cubicBezTo>
                    <a:cubicBezTo>
                      <a:pt x="279002" y="438818"/>
                      <a:pt x="278688" y="441524"/>
                      <a:pt x="277330" y="442997"/>
                    </a:cubicBezTo>
                    <a:cubicBezTo>
                      <a:pt x="260099" y="463292"/>
                      <a:pt x="230451" y="464901"/>
                      <a:pt x="211427" y="446824"/>
                    </a:cubicBezTo>
                    <a:cubicBezTo>
                      <a:pt x="209954" y="445467"/>
                      <a:pt x="208941" y="442191"/>
                      <a:pt x="209401" y="440273"/>
                    </a:cubicBezTo>
                    <a:cubicBezTo>
                      <a:pt x="212477" y="426056"/>
                      <a:pt x="211775" y="412334"/>
                      <a:pt x="206434" y="398858"/>
                    </a:cubicBezTo>
                    <a:cubicBezTo>
                      <a:pt x="205748" y="397356"/>
                      <a:pt x="205990" y="394255"/>
                      <a:pt x="207223" y="393213"/>
                    </a:cubicBezTo>
                    <a:cubicBezTo>
                      <a:pt x="231524" y="370389"/>
                      <a:pt x="232881" y="331435"/>
                      <a:pt x="213263" y="300227"/>
                    </a:cubicBezTo>
                    <a:cubicBezTo>
                      <a:pt x="212417" y="298958"/>
                      <a:pt x="211768" y="297651"/>
                      <a:pt x="210849" y="295987"/>
                    </a:cubicBezTo>
                    <a:cubicBezTo>
                      <a:pt x="217525" y="293531"/>
                      <a:pt x="224114" y="291704"/>
                      <a:pt x="230359" y="289124"/>
                    </a:cubicBezTo>
                    <a:cubicBezTo>
                      <a:pt x="263644" y="275232"/>
                      <a:pt x="282205" y="244506"/>
                      <a:pt x="278448" y="208737"/>
                    </a:cubicBezTo>
                    <a:cubicBezTo>
                      <a:pt x="277932" y="203741"/>
                      <a:pt x="278998" y="200692"/>
                      <a:pt x="283559" y="197812"/>
                    </a:cubicBezTo>
                    <a:cubicBezTo>
                      <a:pt x="302800" y="185089"/>
                      <a:pt x="313049" y="166696"/>
                      <a:pt x="314933" y="142718"/>
                    </a:cubicBezTo>
                    <a:cubicBezTo>
                      <a:pt x="306726" y="142401"/>
                      <a:pt x="299111" y="141975"/>
                      <a:pt x="291729" y="141710"/>
                    </a:cubicBezTo>
                    <a:cubicBezTo>
                      <a:pt x="288305" y="184917"/>
                      <a:pt x="240257" y="198277"/>
                      <a:pt x="204653" y="172059"/>
                    </a:cubicBezTo>
                    <a:cubicBezTo>
                      <a:pt x="199850" y="178039"/>
                      <a:pt x="195085" y="184217"/>
                      <a:pt x="190282" y="190196"/>
                    </a:cubicBezTo>
                    <a:cubicBezTo>
                      <a:pt x="203291" y="203274"/>
                      <a:pt x="223160" y="209381"/>
                      <a:pt x="254302" y="210348"/>
                    </a:cubicBezTo>
                    <a:cubicBezTo>
                      <a:pt x="258834" y="241492"/>
                      <a:pt x="238558" y="268460"/>
                      <a:pt x="206445" y="272154"/>
                    </a:cubicBezTo>
                    <a:cubicBezTo>
                      <a:pt x="171144" y="276232"/>
                      <a:pt x="139743" y="266146"/>
                      <a:pt x="114462" y="240670"/>
                    </a:cubicBezTo>
                    <a:cubicBezTo>
                      <a:pt x="86234" y="212479"/>
                      <a:pt x="89402" y="167894"/>
                      <a:pt x="120246" y="146306"/>
                    </a:cubicBezTo>
                    <a:cubicBezTo>
                      <a:pt x="131958" y="138030"/>
                      <a:pt x="145083" y="135198"/>
                      <a:pt x="159117" y="137290"/>
                    </a:cubicBezTo>
                    <a:cubicBezTo>
                      <a:pt x="163311" y="137940"/>
                      <a:pt x="165136" y="136789"/>
                      <a:pt x="166880" y="133004"/>
                    </a:cubicBezTo>
                    <a:cubicBezTo>
                      <a:pt x="177313" y="110095"/>
                      <a:pt x="189847" y="88630"/>
                      <a:pt x="208914" y="71662"/>
                    </a:cubicBezTo>
                    <a:cubicBezTo>
                      <a:pt x="216957" y="64472"/>
                      <a:pt x="225490" y="58567"/>
                      <a:pt x="234805" y="54681"/>
                    </a:cubicBezTo>
                    <a:close/>
                    <a:moveTo>
                      <a:pt x="518054" y="685"/>
                    </a:moveTo>
                    <a:cubicBezTo>
                      <a:pt x="535695" y="-1964"/>
                      <a:pt x="551960" y="3383"/>
                      <a:pt x="567481" y="11310"/>
                    </a:cubicBezTo>
                    <a:cubicBezTo>
                      <a:pt x="586392" y="21056"/>
                      <a:pt x="602181" y="34843"/>
                      <a:pt x="617166" y="49796"/>
                    </a:cubicBezTo>
                    <a:cubicBezTo>
                      <a:pt x="619412" y="52029"/>
                      <a:pt x="621119" y="53546"/>
                      <a:pt x="624803" y="51439"/>
                    </a:cubicBezTo>
                    <a:cubicBezTo>
                      <a:pt x="645553" y="40272"/>
                      <a:pt x="666213" y="40732"/>
                      <a:pt x="685335" y="54921"/>
                    </a:cubicBezTo>
                    <a:cubicBezTo>
                      <a:pt x="704960" y="69628"/>
                      <a:pt x="713618" y="90027"/>
                      <a:pt x="709531" y="114208"/>
                    </a:cubicBezTo>
                    <a:cubicBezTo>
                      <a:pt x="704617" y="143838"/>
                      <a:pt x="686008" y="164388"/>
                      <a:pt x="661812" y="180063"/>
                    </a:cubicBezTo>
                    <a:cubicBezTo>
                      <a:pt x="646343" y="190051"/>
                      <a:pt x="629358" y="196244"/>
                      <a:pt x="610202" y="195099"/>
                    </a:cubicBezTo>
                    <a:cubicBezTo>
                      <a:pt x="586961" y="193894"/>
                      <a:pt x="565244" y="174481"/>
                      <a:pt x="562692" y="152954"/>
                    </a:cubicBezTo>
                    <a:cubicBezTo>
                      <a:pt x="585571" y="146688"/>
                      <a:pt x="602749" y="132718"/>
                      <a:pt x="615624" y="112005"/>
                    </a:cubicBezTo>
                    <a:cubicBezTo>
                      <a:pt x="608733" y="107779"/>
                      <a:pt x="602074" y="103714"/>
                      <a:pt x="594985" y="99523"/>
                    </a:cubicBezTo>
                    <a:cubicBezTo>
                      <a:pt x="584014" y="116217"/>
                      <a:pt x="569428" y="127672"/>
                      <a:pt x="549403" y="129539"/>
                    </a:cubicBezTo>
                    <a:cubicBezTo>
                      <a:pt x="528196" y="131624"/>
                      <a:pt x="513136" y="121778"/>
                      <a:pt x="503638" y="102348"/>
                    </a:cubicBezTo>
                    <a:cubicBezTo>
                      <a:pt x="496480" y="105504"/>
                      <a:pt x="489322" y="108659"/>
                      <a:pt x="481968" y="111852"/>
                    </a:cubicBezTo>
                    <a:cubicBezTo>
                      <a:pt x="491757" y="132858"/>
                      <a:pt x="507348" y="146680"/>
                      <a:pt x="529275" y="151795"/>
                    </a:cubicBezTo>
                    <a:cubicBezTo>
                      <a:pt x="536517" y="153512"/>
                      <a:pt x="538661" y="157394"/>
                      <a:pt x="540380" y="163391"/>
                    </a:cubicBezTo>
                    <a:cubicBezTo>
                      <a:pt x="547848" y="187270"/>
                      <a:pt x="562876" y="204659"/>
                      <a:pt x="586552" y="213729"/>
                    </a:cubicBezTo>
                    <a:cubicBezTo>
                      <a:pt x="601672" y="219490"/>
                      <a:pt x="617458" y="220036"/>
                      <a:pt x="633128" y="217751"/>
                    </a:cubicBezTo>
                    <a:cubicBezTo>
                      <a:pt x="632490" y="226425"/>
                      <a:pt x="631028" y="235047"/>
                      <a:pt x="631375" y="243538"/>
                    </a:cubicBezTo>
                    <a:cubicBezTo>
                      <a:pt x="632531" y="271842"/>
                      <a:pt x="644151" y="293936"/>
                      <a:pt x="670400" y="307011"/>
                    </a:cubicBezTo>
                    <a:cubicBezTo>
                      <a:pt x="672391" y="307865"/>
                      <a:pt x="674389" y="310959"/>
                      <a:pt x="674359" y="313002"/>
                    </a:cubicBezTo>
                    <a:cubicBezTo>
                      <a:pt x="674507" y="327029"/>
                      <a:pt x="678128" y="340009"/>
                      <a:pt x="686366" y="351523"/>
                    </a:cubicBezTo>
                    <a:cubicBezTo>
                      <a:pt x="688597" y="354777"/>
                      <a:pt x="688444" y="357250"/>
                      <a:pt x="686786" y="360408"/>
                    </a:cubicBezTo>
                    <a:cubicBezTo>
                      <a:pt x="674346" y="383485"/>
                      <a:pt x="647586" y="391893"/>
                      <a:pt x="624276" y="379293"/>
                    </a:cubicBezTo>
                    <a:cubicBezTo>
                      <a:pt x="622212" y="378045"/>
                      <a:pt x="620696" y="374251"/>
                      <a:pt x="620186" y="371494"/>
                    </a:cubicBezTo>
                    <a:cubicBezTo>
                      <a:pt x="616003" y="343340"/>
                      <a:pt x="601859" y="321918"/>
                      <a:pt x="577039" y="307763"/>
                    </a:cubicBezTo>
                    <a:cubicBezTo>
                      <a:pt x="575443" y="306837"/>
                      <a:pt x="573488" y="306179"/>
                      <a:pt x="571263" y="305164"/>
                    </a:cubicBezTo>
                    <a:cubicBezTo>
                      <a:pt x="567934" y="312501"/>
                      <a:pt x="564766" y="319605"/>
                      <a:pt x="561472" y="327139"/>
                    </a:cubicBezTo>
                    <a:cubicBezTo>
                      <a:pt x="582070" y="337186"/>
                      <a:pt x="594443" y="353436"/>
                      <a:pt x="596193" y="376131"/>
                    </a:cubicBezTo>
                    <a:cubicBezTo>
                      <a:pt x="598066" y="398396"/>
                      <a:pt x="590093" y="416979"/>
                      <a:pt x="571697" y="430972"/>
                    </a:cubicBezTo>
                    <a:cubicBezTo>
                      <a:pt x="575998" y="437714"/>
                      <a:pt x="580263" y="444259"/>
                      <a:pt x="584565" y="451001"/>
                    </a:cubicBezTo>
                    <a:cubicBezTo>
                      <a:pt x="602215" y="439591"/>
                      <a:pt x="612471" y="423437"/>
                      <a:pt x="618292" y="404232"/>
                    </a:cubicBezTo>
                    <a:cubicBezTo>
                      <a:pt x="656636" y="417720"/>
                      <a:pt x="688185" y="404353"/>
                      <a:pt x="707017" y="373985"/>
                    </a:cubicBezTo>
                    <a:cubicBezTo>
                      <a:pt x="717097" y="377826"/>
                      <a:pt x="726965" y="382724"/>
                      <a:pt x="737381" y="385077"/>
                    </a:cubicBezTo>
                    <a:cubicBezTo>
                      <a:pt x="747600" y="387467"/>
                      <a:pt x="758243" y="387740"/>
                      <a:pt x="767814" y="388823"/>
                    </a:cubicBezTo>
                    <a:cubicBezTo>
                      <a:pt x="767007" y="400991"/>
                      <a:pt x="766309" y="413750"/>
                      <a:pt x="765487" y="426939"/>
                    </a:cubicBezTo>
                    <a:cubicBezTo>
                      <a:pt x="708784" y="427639"/>
                      <a:pt x="673764" y="455296"/>
                      <a:pt x="665711" y="514227"/>
                    </a:cubicBezTo>
                    <a:cubicBezTo>
                      <a:pt x="646576" y="514301"/>
                      <a:pt x="629861" y="520852"/>
                      <a:pt x="615799" y="534043"/>
                    </a:cubicBezTo>
                    <a:cubicBezTo>
                      <a:pt x="614762" y="535049"/>
                      <a:pt x="612633" y="535647"/>
                      <a:pt x="611378" y="535471"/>
                    </a:cubicBezTo>
                    <a:cubicBezTo>
                      <a:pt x="587569" y="530093"/>
                      <a:pt x="565924" y="535315"/>
                      <a:pt x="545354" y="547467"/>
                    </a:cubicBezTo>
                    <a:cubicBezTo>
                      <a:pt x="544800" y="547774"/>
                      <a:pt x="544172" y="547686"/>
                      <a:pt x="543618" y="547992"/>
                    </a:cubicBezTo>
                    <a:cubicBezTo>
                      <a:pt x="504751" y="508527"/>
                      <a:pt x="497966" y="435430"/>
                      <a:pt x="543114" y="378809"/>
                    </a:cubicBezTo>
                    <a:cubicBezTo>
                      <a:pt x="513284" y="360692"/>
                      <a:pt x="490336" y="336822"/>
                      <a:pt x="481297" y="302233"/>
                    </a:cubicBezTo>
                    <a:cubicBezTo>
                      <a:pt x="471988" y="267287"/>
                      <a:pt x="479922" y="235266"/>
                      <a:pt x="497521" y="205940"/>
                    </a:cubicBezTo>
                    <a:cubicBezTo>
                      <a:pt x="488494" y="194571"/>
                      <a:pt x="478826" y="184135"/>
                      <a:pt x="471375" y="172476"/>
                    </a:cubicBezTo>
                    <a:cubicBezTo>
                      <a:pt x="446267" y="132505"/>
                      <a:pt x="440053" y="90061"/>
                      <a:pt x="460261" y="46197"/>
                    </a:cubicBezTo>
                    <a:cubicBezTo>
                      <a:pt x="471621" y="21691"/>
                      <a:pt x="490099" y="4833"/>
                      <a:pt x="518054" y="685"/>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grpSp>
        <p:grpSp>
          <p:nvGrpSpPr>
            <p:cNvPr id="12" name="Group 11">
              <a:extLst>
                <a:ext uri="{FF2B5EF4-FFF2-40B4-BE49-F238E27FC236}">
                  <a16:creationId xmlns:a16="http://schemas.microsoft.com/office/drawing/2014/main" xmlns="" id="{BF5BFD28-98A6-5777-84CC-B3CF44CFF2F3}"/>
                </a:ext>
              </a:extLst>
            </p:cNvPr>
            <p:cNvGrpSpPr/>
            <p:nvPr/>
          </p:nvGrpSpPr>
          <p:grpSpPr>
            <a:xfrm>
              <a:off x="219453" y="2580615"/>
              <a:ext cx="2625263" cy="1036484"/>
              <a:chOff x="1525348" y="1579815"/>
              <a:chExt cx="6070988" cy="2761700"/>
            </a:xfrm>
          </p:grpSpPr>
          <p:sp>
            <p:nvSpPr>
              <p:cNvPr id="13" name="Rectangle 5">
                <a:extLst>
                  <a:ext uri="{FF2B5EF4-FFF2-40B4-BE49-F238E27FC236}">
                    <a16:creationId xmlns:a16="http://schemas.microsoft.com/office/drawing/2014/main" xmlns="" id="{C53514F5-3635-5BB2-C9D7-0CF9B253E4AB}"/>
                  </a:ext>
                </a:extLst>
              </p:cNvPr>
              <p:cNvSpPr/>
              <p:nvPr/>
            </p:nvSpPr>
            <p:spPr>
              <a:xfrm>
                <a:off x="3268739" y="2309740"/>
                <a:ext cx="2598977"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4" name="Rectangle 5">
                <a:extLst>
                  <a:ext uri="{FF2B5EF4-FFF2-40B4-BE49-F238E27FC236}">
                    <a16:creationId xmlns:a16="http://schemas.microsoft.com/office/drawing/2014/main" xmlns="" id="{0767EC94-8A44-C4C0-58AF-76EEB724BE76}"/>
                  </a:ext>
                </a:extLst>
              </p:cNvPr>
              <p:cNvSpPr/>
              <p:nvPr/>
            </p:nvSpPr>
            <p:spPr>
              <a:xfrm>
                <a:off x="3268739" y="2704966"/>
                <a:ext cx="2598977"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ysClr val="windowText" lastClr="000000">
                  <a:alpha val="2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5" name="Freeform 22">
                <a:extLst>
                  <a:ext uri="{FF2B5EF4-FFF2-40B4-BE49-F238E27FC236}">
                    <a16:creationId xmlns:a16="http://schemas.microsoft.com/office/drawing/2014/main" xmlns="" id="{C47DD3E0-AD69-03E1-8614-67A99561B628}"/>
                  </a:ext>
                </a:extLst>
              </p:cNvPr>
              <p:cNvSpPr/>
              <p:nvPr/>
            </p:nvSpPr>
            <p:spPr>
              <a:xfrm>
                <a:off x="1525348" y="1579815"/>
                <a:ext cx="6070988" cy="1788714"/>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cxnSp>
            <p:nvCxnSpPr>
              <p:cNvPr id="16" name="Straight Connector 15">
                <a:extLst>
                  <a:ext uri="{FF2B5EF4-FFF2-40B4-BE49-F238E27FC236}">
                    <a16:creationId xmlns:a16="http://schemas.microsoft.com/office/drawing/2014/main" xmlns="" id="{94375548-5E6B-9EB4-AEF1-6D3ACAC030DA}"/>
                  </a:ext>
                </a:extLst>
              </p:cNvPr>
              <p:cNvCxnSpPr/>
              <p:nvPr/>
            </p:nvCxnSpPr>
            <p:spPr>
              <a:xfrm>
                <a:off x="4662703" y="2187506"/>
                <a:ext cx="1586226" cy="614736"/>
              </a:xfrm>
              <a:prstGeom prst="line">
                <a:avLst/>
              </a:prstGeom>
              <a:solidFill>
                <a:srgbClr val="FF0000"/>
              </a:solidFill>
              <a:ln w="19050" cap="flat" cmpd="sng" algn="ctr">
                <a:solidFill>
                  <a:srgbClr val="FF0000"/>
                </a:solidFill>
                <a:prstDash val="solid"/>
                <a:miter lim="800000"/>
              </a:ln>
              <a:effectLst/>
            </p:spPr>
          </p:cxnSp>
          <p:cxnSp>
            <p:nvCxnSpPr>
              <p:cNvPr id="17" name="Straight Connector 16">
                <a:extLst>
                  <a:ext uri="{FF2B5EF4-FFF2-40B4-BE49-F238E27FC236}">
                    <a16:creationId xmlns:a16="http://schemas.microsoft.com/office/drawing/2014/main" xmlns="" id="{7BD69B1F-0000-D1F4-9EFB-76C5C53683E5}"/>
                  </a:ext>
                </a:extLst>
              </p:cNvPr>
              <p:cNvCxnSpPr/>
              <p:nvPr/>
            </p:nvCxnSpPr>
            <p:spPr>
              <a:xfrm>
                <a:off x="6248932" y="2802241"/>
                <a:ext cx="0" cy="1010602"/>
              </a:xfrm>
              <a:prstGeom prst="line">
                <a:avLst/>
              </a:prstGeom>
              <a:noFill/>
              <a:ln w="19050" cap="flat" cmpd="sng" algn="ctr">
                <a:solidFill>
                  <a:srgbClr val="FF0000"/>
                </a:solidFill>
                <a:prstDash val="solid"/>
                <a:miter lim="800000"/>
              </a:ln>
              <a:effectLst/>
            </p:spPr>
          </p:cxnSp>
          <p:sp>
            <p:nvSpPr>
              <p:cNvPr id="18" name="Isosceles Triangle 17">
                <a:extLst>
                  <a:ext uri="{FF2B5EF4-FFF2-40B4-BE49-F238E27FC236}">
                    <a16:creationId xmlns:a16="http://schemas.microsoft.com/office/drawing/2014/main" xmlns="" id="{F5A0E9B9-08A2-5A4B-3957-E52F8C367268}"/>
                  </a:ext>
                </a:extLst>
              </p:cNvPr>
              <p:cNvSpPr/>
              <p:nvPr/>
            </p:nvSpPr>
            <p:spPr>
              <a:xfrm>
                <a:off x="6018666" y="3406130"/>
                <a:ext cx="460523" cy="920944"/>
              </a:xfrm>
              <a:prstGeom prst="triangl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9" name="Oval 18">
                <a:extLst>
                  <a:ext uri="{FF2B5EF4-FFF2-40B4-BE49-F238E27FC236}">
                    <a16:creationId xmlns:a16="http://schemas.microsoft.com/office/drawing/2014/main" xmlns="" id="{E269F471-A76A-389F-F009-5C6E07F2908D}"/>
                  </a:ext>
                </a:extLst>
              </p:cNvPr>
              <p:cNvSpPr/>
              <p:nvPr/>
            </p:nvSpPr>
            <p:spPr>
              <a:xfrm>
                <a:off x="6122006" y="3356992"/>
                <a:ext cx="236067" cy="271996"/>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grpSp>
      </p:grpSp>
      <p:sp>
        <p:nvSpPr>
          <p:cNvPr id="59" name="Google Shape;25;p4">
            <a:hlinkClick r:id="rId2" action="ppaction://hlinksldjump"/>
            <a:extLst>
              <a:ext uri="{FF2B5EF4-FFF2-40B4-BE49-F238E27FC236}">
                <a16:creationId xmlns:a16="http://schemas.microsoft.com/office/drawing/2014/main" xmlns="" id="{C07B15E5-ADFA-65A0-B725-BFBA14469014}"/>
              </a:ext>
            </a:extLst>
          </p:cNvPr>
          <p:cNvSpPr/>
          <p:nvPr/>
        </p:nvSpPr>
        <p:spPr>
          <a:xfrm>
            <a:off x="9329510" y="1739454"/>
            <a:ext cx="1846336" cy="560099"/>
          </a:xfrm>
          <a:prstGeom prst="rect">
            <a:avLst/>
          </a:prstGeom>
          <a:noFill/>
          <a:ln>
            <a:noFill/>
          </a:ln>
          <a:effectLst/>
        </p:spPr>
        <p:txBody>
          <a:bodyPr spcFirstLastPara="1" wrap="square" lIns="121900" tIns="121900" rIns="121900" bIns="121900" anchor="ctr" anchorCtr="0">
            <a:noAutofit/>
          </a:bodyPr>
          <a:lstStyle/>
          <a:p>
            <a:pPr algn="ctr" rtl="1"/>
            <a:r>
              <a:rPr lang="fa-IR" sz="2200" dirty="0">
                <a:solidFill>
                  <a:schemeClr val="tx1"/>
                </a:solidFill>
                <a:latin typeface="Lalezar" panose="00000500000000000000" pitchFamily="2" charset="-78"/>
                <a:cs typeface="B Titr" panose="00000700000000000000" pitchFamily="2" charset="-78"/>
              </a:rPr>
              <a:t>مقدمه و کلیات</a:t>
            </a:r>
            <a:endParaRPr sz="2200" dirty="0">
              <a:solidFill>
                <a:schemeClr val="tx1"/>
              </a:solidFill>
              <a:latin typeface="Lalezar" panose="00000500000000000000" pitchFamily="2" charset="-78"/>
              <a:cs typeface="B Titr" panose="00000700000000000000" pitchFamily="2" charset="-78"/>
            </a:endParaRPr>
          </a:p>
        </p:txBody>
      </p:sp>
      <p:sp>
        <p:nvSpPr>
          <p:cNvPr id="61" name="Google Shape;25;p4">
            <a:hlinkClick r:id="rId3" action="ppaction://hlinksldjump"/>
            <a:extLst>
              <a:ext uri="{FF2B5EF4-FFF2-40B4-BE49-F238E27FC236}">
                <a16:creationId xmlns:a16="http://schemas.microsoft.com/office/drawing/2014/main" xmlns="" id="{DB60FCDB-6266-BE53-3F10-665D62B4E642}"/>
              </a:ext>
            </a:extLst>
          </p:cNvPr>
          <p:cNvSpPr/>
          <p:nvPr/>
        </p:nvSpPr>
        <p:spPr>
          <a:xfrm>
            <a:off x="4363607" y="1670682"/>
            <a:ext cx="1846336" cy="562270"/>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400" dirty="0">
                <a:solidFill>
                  <a:schemeClr val="bg1"/>
                </a:solidFill>
                <a:latin typeface="Lalezar" panose="00000500000000000000" pitchFamily="2" charset="-78"/>
                <a:cs typeface="B Titr" panose="00000700000000000000" pitchFamily="2" charset="-78"/>
              </a:rPr>
              <a:t>مبانی و پیشینه</a:t>
            </a:r>
            <a:endParaRPr sz="2400" dirty="0">
              <a:solidFill>
                <a:schemeClr val="bg1"/>
              </a:solidFill>
              <a:latin typeface="Lalezar" panose="00000500000000000000" pitchFamily="2" charset="-78"/>
              <a:cs typeface="B Titr" panose="00000700000000000000" pitchFamily="2" charset="-78"/>
            </a:endParaRPr>
          </a:p>
        </p:txBody>
      </p:sp>
      <p:sp>
        <p:nvSpPr>
          <p:cNvPr id="9" name="Diamond 8">
            <a:extLst>
              <a:ext uri="{FF2B5EF4-FFF2-40B4-BE49-F238E27FC236}">
                <a16:creationId xmlns:a16="http://schemas.microsoft.com/office/drawing/2014/main" xmlns="" id="{C3DFF4AD-7692-150F-FE81-A8849913E24B}"/>
              </a:ext>
            </a:extLst>
          </p:cNvPr>
          <p:cNvSpPr/>
          <p:nvPr/>
        </p:nvSpPr>
        <p:spPr>
          <a:xfrm flipH="1">
            <a:off x="10110172" y="1012382"/>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1</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8" name="Diamond 27">
            <a:extLst>
              <a:ext uri="{FF2B5EF4-FFF2-40B4-BE49-F238E27FC236}">
                <a16:creationId xmlns:a16="http://schemas.microsoft.com/office/drawing/2014/main" xmlns="" id="{8A5D386F-3383-FF0A-1AEE-8223E1654E1C}"/>
              </a:ext>
            </a:extLst>
          </p:cNvPr>
          <p:cNvSpPr/>
          <p:nvPr/>
        </p:nvSpPr>
        <p:spPr>
          <a:xfrm flipH="1">
            <a:off x="5057571" y="1014536"/>
            <a:ext cx="543069" cy="590907"/>
          </a:xfrm>
          <a:prstGeom prst="diamond">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2</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9" name="Diamond 28">
            <a:extLst>
              <a:ext uri="{FF2B5EF4-FFF2-40B4-BE49-F238E27FC236}">
                <a16:creationId xmlns:a16="http://schemas.microsoft.com/office/drawing/2014/main" xmlns="" id="{DF341C2D-E2E5-570F-4D9A-5330E1BDE30F}"/>
              </a:ext>
            </a:extLst>
          </p:cNvPr>
          <p:cNvSpPr/>
          <p:nvPr/>
        </p:nvSpPr>
        <p:spPr>
          <a:xfrm flipH="1">
            <a:off x="8738258" y="3147727"/>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4</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30" name="Diamond 29">
            <a:extLst>
              <a:ext uri="{FF2B5EF4-FFF2-40B4-BE49-F238E27FC236}">
                <a16:creationId xmlns:a16="http://schemas.microsoft.com/office/drawing/2014/main" xmlns="" id="{C842A1E1-8FB2-FE91-2FBA-4227E04BC3D5}"/>
              </a:ext>
            </a:extLst>
          </p:cNvPr>
          <p:cNvSpPr/>
          <p:nvPr/>
        </p:nvSpPr>
        <p:spPr>
          <a:xfrm flipH="1">
            <a:off x="5246237" y="3156968"/>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3</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51" name="Diamond 50">
            <a:extLst>
              <a:ext uri="{FF2B5EF4-FFF2-40B4-BE49-F238E27FC236}">
                <a16:creationId xmlns:a16="http://schemas.microsoft.com/office/drawing/2014/main" xmlns="" id="{7FF5FD2A-9162-1F35-F7F5-F79FBEEACCB5}"/>
              </a:ext>
            </a:extLst>
          </p:cNvPr>
          <p:cNvSpPr/>
          <p:nvPr/>
        </p:nvSpPr>
        <p:spPr>
          <a:xfrm flipH="1">
            <a:off x="3243118" y="5308713"/>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5</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grpSp>
        <p:nvGrpSpPr>
          <p:cNvPr id="66" name="Group 65">
            <a:extLst>
              <a:ext uri="{FF2B5EF4-FFF2-40B4-BE49-F238E27FC236}">
                <a16:creationId xmlns:a16="http://schemas.microsoft.com/office/drawing/2014/main" xmlns="" id="{FBB980E8-C95C-DFEF-5589-61AD7AA0728F}"/>
              </a:ext>
            </a:extLst>
          </p:cNvPr>
          <p:cNvGrpSpPr/>
          <p:nvPr/>
        </p:nvGrpSpPr>
        <p:grpSpPr>
          <a:xfrm>
            <a:off x="0" y="6734895"/>
            <a:ext cx="12192003" cy="123093"/>
            <a:chOff x="2879947" y="5044093"/>
            <a:chExt cx="6264054" cy="101614"/>
          </a:xfrm>
        </p:grpSpPr>
        <p:sp>
          <p:nvSpPr>
            <p:cNvPr id="67" name="sm 17">
              <a:extLst>
                <a:ext uri="{FF2B5EF4-FFF2-40B4-BE49-F238E27FC236}">
                  <a16:creationId xmlns:a16="http://schemas.microsoft.com/office/drawing/2014/main" xmlns="" id="{DAF19E38-6050-F2E6-EE37-B8862528ADAE}"/>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68" name="sm 17">
              <a:extLst>
                <a:ext uri="{FF2B5EF4-FFF2-40B4-BE49-F238E27FC236}">
                  <a16:creationId xmlns:a16="http://schemas.microsoft.com/office/drawing/2014/main" xmlns="" id="{D4C9E0E5-D536-2290-08A5-996667830087}"/>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22" name="Google Shape;25;p4">
            <a:hlinkClick r:id="rId4" action="ppaction://hlinksldjump"/>
            <a:extLst>
              <a:ext uri="{FF2B5EF4-FFF2-40B4-BE49-F238E27FC236}">
                <a16:creationId xmlns:a16="http://schemas.microsoft.com/office/drawing/2014/main" xmlns="" id="{A3B9AB02-2BA8-5F9C-3EF5-8DA874BFA786}"/>
              </a:ext>
            </a:extLst>
          </p:cNvPr>
          <p:cNvSpPr/>
          <p:nvPr/>
        </p:nvSpPr>
        <p:spPr>
          <a:xfrm>
            <a:off x="4591635" y="3777946"/>
            <a:ext cx="1730945" cy="56227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روش شناسی</a:t>
            </a:r>
            <a:endParaRPr sz="2400" dirty="0">
              <a:solidFill>
                <a:schemeClr val="tx1"/>
              </a:solidFill>
              <a:latin typeface="Lalezar" panose="00000500000000000000" pitchFamily="2" charset="-78"/>
              <a:cs typeface="B Titr" panose="00000700000000000000" pitchFamily="2" charset="-78"/>
            </a:endParaRPr>
          </a:p>
        </p:txBody>
      </p:sp>
      <p:sp>
        <p:nvSpPr>
          <p:cNvPr id="23" name="Google Shape;25;p4">
            <a:hlinkClick r:id="rId4" action="ppaction://hlinksldjump"/>
            <a:extLst>
              <a:ext uri="{FF2B5EF4-FFF2-40B4-BE49-F238E27FC236}">
                <a16:creationId xmlns:a16="http://schemas.microsoft.com/office/drawing/2014/main" xmlns="" id="{CDE77BC6-EE8F-59BC-ACB7-2A6A6FE4A742}"/>
              </a:ext>
            </a:extLst>
          </p:cNvPr>
          <p:cNvSpPr/>
          <p:nvPr/>
        </p:nvSpPr>
        <p:spPr>
          <a:xfrm>
            <a:off x="8138256" y="3773697"/>
            <a:ext cx="1606430" cy="56010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نتایج و بحث</a:t>
            </a:r>
            <a:endParaRPr sz="2400" dirty="0">
              <a:solidFill>
                <a:schemeClr val="tx1"/>
              </a:solidFill>
              <a:latin typeface="Lalezar" panose="00000500000000000000" pitchFamily="2" charset="-78"/>
              <a:cs typeface="B Titr" panose="00000700000000000000" pitchFamily="2" charset="-78"/>
            </a:endParaRPr>
          </a:p>
        </p:txBody>
      </p:sp>
      <p:sp>
        <p:nvSpPr>
          <p:cNvPr id="24" name="Google Shape;25;p4">
            <a:hlinkClick r:id="rId5" action="ppaction://hlinksldjump"/>
            <a:extLst>
              <a:ext uri="{FF2B5EF4-FFF2-40B4-BE49-F238E27FC236}">
                <a16:creationId xmlns:a16="http://schemas.microsoft.com/office/drawing/2014/main" xmlns="" id="{F4B71C12-AEA8-87DA-5DB8-9B09C3B443D2}"/>
              </a:ext>
            </a:extLst>
          </p:cNvPr>
          <p:cNvSpPr/>
          <p:nvPr/>
        </p:nvSpPr>
        <p:spPr>
          <a:xfrm>
            <a:off x="2117611" y="4723532"/>
            <a:ext cx="2935341" cy="562270"/>
          </a:xfrm>
          <a:prstGeom prst="rect">
            <a:avLst/>
          </a:prstGeom>
          <a:noFill/>
          <a:ln>
            <a:noFill/>
          </a:ln>
          <a:effectLst/>
        </p:spPr>
        <p:txBody>
          <a:bodyPr spcFirstLastPara="1" wrap="square" lIns="121900" tIns="121900" rIns="121900" bIns="121900" anchor="ctr" anchorCtr="0">
            <a:noAutofit/>
          </a:bodyPr>
          <a:lstStyle/>
          <a:p>
            <a:pPr algn="ctr" rtl="1"/>
            <a:r>
              <a:rPr lang="fa-IR" sz="2200" dirty="0">
                <a:solidFill>
                  <a:schemeClr val="tx1"/>
                </a:solidFill>
                <a:latin typeface="Lalezar" panose="00000500000000000000" pitchFamily="2" charset="-78"/>
                <a:cs typeface="B Titr" panose="00000700000000000000" pitchFamily="2" charset="-78"/>
              </a:rPr>
              <a:t>نتیجه گیری و پیشنهادات</a:t>
            </a:r>
          </a:p>
        </p:txBody>
      </p:sp>
      <p:sp>
        <p:nvSpPr>
          <p:cNvPr id="34" name="Isosceles Triangle 33"/>
          <p:cNvSpPr/>
          <p:nvPr/>
        </p:nvSpPr>
        <p:spPr>
          <a:xfrm rot="16200000">
            <a:off x="7379422" y="1108685"/>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p:cNvSpPr/>
          <p:nvPr/>
        </p:nvSpPr>
        <p:spPr>
          <a:xfrm rot="5400000" flipH="1">
            <a:off x="3375156" y="3246406"/>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p:cNvSpPr/>
          <p:nvPr/>
        </p:nvSpPr>
        <p:spPr>
          <a:xfrm rot="16200000">
            <a:off x="7182648" y="5402608"/>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5037097"/>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402D34-0192-7A3E-8066-2D92D6ECD908}"/>
              </a:ext>
            </a:extLst>
          </p:cNvPr>
          <p:cNvSpPr>
            <a:spLocks noGrp="1"/>
          </p:cNvSpPr>
          <p:nvPr>
            <p:ph type="title"/>
          </p:nvPr>
        </p:nvSpPr>
        <p:spPr>
          <a:xfrm>
            <a:off x="654746" y="743181"/>
            <a:ext cx="10882508" cy="633487"/>
          </a:xfrm>
        </p:spPr>
        <p:txBody>
          <a:bodyPr/>
          <a:lstStyle/>
          <a:p>
            <a:r>
              <a:rPr lang="fa-IR" sz="3200" dirty="0" smtClean="0"/>
              <a:t>پیشینه تحقیق داخلی و خارجی</a:t>
            </a:r>
            <a:endParaRPr lang="en-US" sz="3200" dirty="0"/>
          </a:p>
        </p:txBody>
      </p:sp>
      <p:sp>
        <p:nvSpPr>
          <p:cNvPr id="4" name="Rectangle 3"/>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5" name="Rectangle 4"/>
          <p:cNvSpPr/>
          <p:nvPr/>
        </p:nvSpPr>
        <p:spPr>
          <a:xfrm>
            <a:off x="7329055" y="-2"/>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solidFill>
                  <a:schemeClr val="bg1"/>
                </a:solidFill>
                <a:cs typeface="B Titr" panose="00000700000000000000" pitchFamily="2" charset="-78"/>
              </a:rPr>
              <a:t>مبانی و پیشینه</a:t>
            </a:r>
            <a:endParaRPr lang="en-US" sz="2000" dirty="0">
              <a:solidFill>
                <a:schemeClr val="bg1"/>
              </a:solidFill>
              <a:cs typeface="B Titr" panose="00000700000000000000" pitchFamily="2" charset="-78"/>
            </a:endParaRPr>
          </a:p>
        </p:txBody>
      </p:sp>
      <p:sp>
        <p:nvSpPr>
          <p:cNvPr id="7" name="Rectangle 6"/>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6</a:t>
            </a:r>
            <a:endParaRPr lang="en-US" dirty="0">
              <a:cs typeface="B Titr" panose="00000700000000000000" pitchFamily="2" charset="-78"/>
            </a:endParaRPr>
          </a:p>
        </p:txBody>
      </p:sp>
      <p:graphicFrame>
        <p:nvGraphicFramePr>
          <p:cNvPr id="6" name="Table 5"/>
          <p:cNvGraphicFramePr>
            <a:graphicFrameLocks noGrp="1"/>
          </p:cNvGraphicFramePr>
          <p:nvPr>
            <p:extLst>
              <p:ext uri="{D42A27DB-BD31-4B8C-83A1-F6EECF244321}">
                <p14:modId xmlns:p14="http://schemas.microsoft.com/office/powerpoint/2010/main" val="598825441"/>
              </p:ext>
            </p:extLst>
          </p:nvPr>
        </p:nvGraphicFramePr>
        <p:xfrm>
          <a:off x="789709" y="1376668"/>
          <a:ext cx="10802963" cy="3849624"/>
        </p:xfrm>
        <a:graphic>
          <a:graphicData uri="http://schemas.openxmlformats.org/drawingml/2006/table">
            <a:tbl>
              <a:tblPr rtl="1" firstRow="1" firstCol="1" bandRow="1">
                <a:tableStyleId>{EC56A574-FFAE-44B5-984D-0BB5ACFF0E28}</a:tableStyleId>
              </a:tblPr>
              <a:tblGrid>
                <a:gridCol w="1401399">
                  <a:extLst>
                    <a:ext uri="{9D8B030D-6E8A-4147-A177-3AD203B41FA5}">
                      <a16:colId xmlns:a16="http://schemas.microsoft.com/office/drawing/2014/main" xmlns="" val="1680604333"/>
                    </a:ext>
                  </a:extLst>
                </a:gridCol>
                <a:gridCol w="9401564">
                  <a:extLst>
                    <a:ext uri="{9D8B030D-6E8A-4147-A177-3AD203B41FA5}">
                      <a16:colId xmlns:a16="http://schemas.microsoft.com/office/drawing/2014/main" xmlns="" val="2526375328"/>
                    </a:ext>
                  </a:extLst>
                </a:gridCol>
              </a:tblGrid>
              <a:tr h="62482">
                <a:tc>
                  <a:txBody>
                    <a:bodyPr/>
                    <a:lstStyle/>
                    <a:p>
                      <a:pPr marL="0" marR="0" algn="just" rtl="1">
                        <a:lnSpc>
                          <a:spcPct val="107000"/>
                        </a:lnSpc>
                        <a:spcBef>
                          <a:spcPts val="0"/>
                        </a:spcBef>
                        <a:spcAft>
                          <a:spcPts val="0"/>
                        </a:spcAft>
                      </a:pPr>
                      <a:r>
                        <a:rPr lang="ar-SA" sz="2000" dirty="0">
                          <a:effectLst/>
                          <a:cs typeface="B Lotus" panose="00000400000000000000" pitchFamily="2" charset="-78"/>
                        </a:rPr>
                        <a:t>نویسنده</a:t>
                      </a:r>
                      <a:endParaRPr lang="en-US" sz="2000" dirty="0">
                        <a:effectLst/>
                        <a:latin typeface="Calibri" panose="020F0502020204030204" pitchFamily="34" charset="0"/>
                        <a:ea typeface="Calibri" panose="020F0502020204030204" pitchFamily="34" charset="0"/>
                        <a:cs typeface="B Lotus" panose="00000400000000000000" pitchFamily="2" charset="-78"/>
                      </a:endParaRPr>
                    </a:p>
                  </a:txBody>
                  <a:tcPr marL="21895" marR="21895" marT="0" marB="0"/>
                </a:tc>
                <a:tc>
                  <a:txBody>
                    <a:bodyPr/>
                    <a:lstStyle/>
                    <a:p>
                      <a:pPr marL="0" marR="0" algn="just" rtl="1">
                        <a:lnSpc>
                          <a:spcPct val="107000"/>
                        </a:lnSpc>
                        <a:spcBef>
                          <a:spcPts val="0"/>
                        </a:spcBef>
                        <a:spcAft>
                          <a:spcPts val="0"/>
                        </a:spcAft>
                      </a:pPr>
                      <a:r>
                        <a:rPr lang="ar-SA" sz="2000" dirty="0">
                          <a:effectLst/>
                          <a:cs typeface="B Lotus" panose="00000400000000000000" pitchFamily="2" charset="-78"/>
                        </a:rPr>
                        <a:t>نتیجه</a:t>
                      </a:r>
                      <a:endParaRPr lang="en-US" sz="2000" dirty="0">
                        <a:effectLst/>
                        <a:latin typeface="Calibri" panose="020F0502020204030204" pitchFamily="34" charset="0"/>
                        <a:ea typeface="Calibri" panose="020F0502020204030204" pitchFamily="34" charset="0"/>
                        <a:cs typeface="B Lotus" panose="00000400000000000000" pitchFamily="2" charset="-78"/>
                      </a:endParaRPr>
                    </a:p>
                  </a:txBody>
                  <a:tcPr marL="21895" marR="21895" marT="0" marB="0"/>
                </a:tc>
                <a:extLst>
                  <a:ext uri="{0D108BD9-81ED-4DB2-BD59-A6C34878D82A}">
                    <a16:rowId xmlns:a16="http://schemas.microsoft.com/office/drawing/2014/main" xmlns="" val="771265597"/>
                  </a:ext>
                </a:extLst>
              </a:tr>
              <a:tr h="312408">
                <a:tc>
                  <a:txBody>
                    <a:bodyPr/>
                    <a:lstStyle/>
                    <a:p>
                      <a:pPr marL="0" marR="0" algn="just" rtl="1">
                        <a:lnSpc>
                          <a:spcPct val="107000"/>
                        </a:lnSpc>
                        <a:spcBef>
                          <a:spcPts val="0"/>
                        </a:spcBef>
                        <a:spcAft>
                          <a:spcPts val="0"/>
                        </a:spcAft>
                      </a:pPr>
                      <a:r>
                        <a:rPr lang="fa-IR" sz="2000" kern="1200" dirty="0" smtClean="0">
                          <a:solidFill>
                            <a:srgbClr val="000000"/>
                          </a:solidFill>
                          <a:effectLst/>
                          <a:latin typeface="Arial"/>
                          <a:ea typeface="Arial"/>
                          <a:cs typeface="B Lotus" panose="00000400000000000000" pitchFamily="2" charset="-78"/>
                        </a:rPr>
                        <a:t>یوسفی‌افراشته، فرتاش و ابوترابی (۱۴۰۴)</a:t>
                      </a:r>
                      <a:endParaRPr lang="en-US" sz="2000" dirty="0">
                        <a:effectLst/>
                        <a:latin typeface="Calibri" panose="020F0502020204030204" pitchFamily="34" charset="0"/>
                        <a:ea typeface="Calibri" panose="020F0502020204030204" pitchFamily="34" charset="0"/>
                        <a:cs typeface="B Lotus" panose="00000400000000000000" pitchFamily="2" charset="-78"/>
                      </a:endParaRPr>
                    </a:p>
                  </a:txBody>
                  <a:tcPr marL="21895" marR="21895" marT="0" marB="0"/>
                </a:tc>
                <a:tc>
                  <a:txBody>
                    <a:bodyPr/>
                    <a:lstStyle/>
                    <a:p>
                      <a:pPr marL="0" marR="0" algn="just" rtl="1">
                        <a:lnSpc>
                          <a:spcPct val="107000"/>
                        </a:lnSpc>
                        <a:spcBef>
                          <a:spcPts val="0"/>
                        </a:spcBef>
                        <a:spcAft>
                          <a:spcPts val="0"/>
                        </a:spcAft>
                      </a:pPr>
                      <a:r>
                        <a:rPr lang="fa-IR" sz="2000" kern="1200" dirty="0" smtClean="0">
                          <a:solidFill>
                            <a:srgbClr val="000000"/>
                          </a:solidFill>
                          <a:effectLst/>
                          <a:latin typeface="Arial"/>
                          <a:ea typeface="Arial"/>
                          <a:cs typeface="B Lotus" panose="00000400000000000000" pitchFamily="2" charset="-78"/>
                        </a:rPr>
                        <a:t>بین هوش معنوی و اضطراب مرگ رابطه منفی و معنادار وجود دارد و معنای زندگی و تاب‌آوری در این رابطه نقش میانجی ایفا می‌کنند؛ به‌عبارت‌دیگر، سالمندانی که از هوش معنوی بالاتری برخوردار بودند، اضطراب مرگ کمتری را تجربه کردند. </a:t>
                      </a:r>
                      <a:endParaRPr lang="en-US" sz="2000" dirty="0">
                        <a:effectLst/>
                        <a:latin typeface="Calibri" panose="020F0502020204030204" pitchFamily="34" charset="0"/>
                        <a:ea typeface="Calibri" panose="020F0502020204030204" pitchFamily="34" charset="0"/>
                        <a:cs typeface="B Lotus" panose="00000400000000000000" pitchFamily="2" charset="-78"/>
                      </a:endParaRPr>
                    </a:p>
                  </a:txBody>
                  <a:tcPr marL="21895" marR="21895" marT="0" marB="0"/>
                </a:tc>
                <a:extLst>
                  <a:ext uri="{0D108BD9-81ED-4DB2-BD59-A6C34878D82A}">
                    <a16:rowId xmlns:a16="http://schemas.microsoft.com/office/drawing/2014/main" xmlns="" val="3073240994"/>
                  </a:ext>
                </a:extLst>
              </a:tr>
              <a:tr h="249926">
                <a:tc>
                  <a:txBody>
                    <a:bodyPr/>
                    <a:lstStyle/>
                    <a:p>
                      <a:pPr marL="0" marR="0" algn="just" rtl="1">
                        <a:lnSpc>
                          <a:spcPct val="107000"/>
                        </a:lnSpc>
                        <a:spcBef>
                          <a:spcPts val="0"/>
                        </a:spcBef>
                        <a:spcAft>
                          <a:spcPts val="0"/>
                        </a:spcAft>
                      </a:pPr>
                      <a:r>
                        <a:rPr lang="fa-IR" sz="2000" kern="1200" dirty="0" smtClean="0">
                          <a:solidFill>
                            <a:srgbClr val="000000"/>
                          </a:solidFill>
                          <a:effectLst/>
                          <a:latin typeface="Arial"/>
                          <a:ea typeface="Arial"/>
                          <a:cs typeface="B Lotus" panose="00000400000000000000" pitchFamily="2" charset="-78"/>
                        </a:rPr>
                        <a:t>سلمانی و ذوقی (۱۴۰۱) </a:t>
                      </a:r>
                      <a:endParaRPr lang="en-US" sz="2000" dirty="0">
                        <a:effectLst/>
                        <a:latin typeface="Calibri" panose="020F0502020204030204" pitchFamily="34" charset="0"/>
                        <a:ea typeface="Calibri" panose="020F0502020204030204" pitchFamily="34" charset="0"/>
                        <a:cs typeface="B Lotus" panose="00000400000000000000" pitchFamily="2" charset="-78"/>
                      </a:endParaRPr>
                    </a:p>
                  </a:txBody>
                  <a:tcPr marL="21895" marR="21895" marT="0" marB="0"/>
                </a:tc>
                <a:tc>
                  <a:txBody>
                    <a:bodyPr/>
                    <a:lstStyle/>
                    <a:p>
                      <a:pPr marL="0" marR="0" algn="just" rtl="1">
                        <a:lnSpc>
                          <a:spcPct val="107000"/>
                        </a:lnSpc>
                        <a:spcBef>
                          <a:spcPts val="0"/>
                        </a:spcBef>
                        <a:spcAft>
                          <a:spcPts val="0"/>
                        </a:spcAft>
                      </a:pPr>
                      <a:r>
                        <a:rPr lang="fa-IR" sz="2000" kern="1200" dirty="0" smtClean="0">
                          <a:solidFill>
                            <a:srgbClr val="000000"/>
                          </a:solidFill>
                          <a:effectLst/>
                          <a:latin typeface="Arial"/>
                          <a:ea typeface="Arial"/>
                          <a:cs typeface="B Lotus" panose="00000400000000000000" pitchFamily="2" charset="-78"/>
                        </a:rPr>
                        <a:t>هوش معنوی با اضطراب مرگ سالمندان رابطه منفی دارد و ذهن‌آگاهی این رابطه را میانجی‌گری می‌کند. </a:t>
                      </a:r>
                      <a:endParaRPr lang="en-US" sz="2000" dirty="0">
                        <a:effectLst/>
                        <a:latin typeface="Calibri" panose="020F0502020204030204" pitchFamily="34" charset="0"/>
                        <a:ea typeface="Calibri" panose="020F0502020204030204" pitchFamily="34" charset="0"/>
                        <a:cs typeface="B Lotus" panose="00000400000000000000" pitchFamily="2" charset="-78"/>
                      </a:endParaRPr>
                    </a:p>
                  </a:txBody>
                  <a:tcPr marL="21895" marR="21895" marT="0" marB="0"/>
                </a:tc>
                <a:extLst>
                  <a:ext uri="{0D108BD9-81ED-4DB2-BD59-A6C34878D82A}">
                    <a16:rowId xmlns:a16="http://schemas.microsoft.com/office/drawing/2014/main" xmlns="" val="3197934939"/>
                  </a:ext>
                </a:extLst>
              </a:tr>
              <a:tr h="312408">
                <a:tc>
                  <a:txBody>
                    <a:bodyPr/>
                    <a:lstStyle/>
                    <a:p>
                      <a:pPr marL="0" marR="0" algn="just" rtl="1">
                        <a:lnSpc>
                          <a:spcPct val="107000"/>
                        </a:lnSpc>
                        <a:spcBef>
                          <a:spcPts val="0"/>
                        </a:spcBef>
                        <a:spcAft>
                          <a:spcPts val="0"/>
                        </a:spcAft>
                      </a:pPr>
                      <a:r>
                        <a:rPr lang="fa-IR" sz="2000" kern="1200" dirty="0" smtClean="0">
                          <a:solidFill>
                            <a:srgbClr val="000000"/>
                          </a:solidFill>
                          <a:effectLst/>
                          <a:latin typeface="Arial"/>
                          <a:ea typeface="Arial"/>
                          <a:cs typeface="B Lotus" panose="00000400000000000000" pitchFamily="2" charset="-78"/>
                        </a:rPr>
                        <a:t>لو، یانگ و ما در سال (۲۰۲۵) </a:t>
                      </a:r>
                      <a:endParaRPr lang="en-US" sz="2000" dirty="0">
                        <a:effectLst/>
                        <a:latin typeface="Calibri" panose="020F0502020204030204" pitchFamily="34" charset="0"/>
                        <a:ea typeface="Calibri" panose="020F0502020204030204" pitchFamily="34" charset="0"/>
                        <a:cs typeface="B Lotus" panose="00000400000000000000" pitchFamily="2" charset="-78"/>
                      </a:endParaRPr>
                    </a:p>
                  </a:txBody>
                  <a:tcPr marL="21895" marR="21895" marT="0" marB="0"/>
                </a:tc>
                <a:tc>
                  <a:txBody>
                    <a:bodyPr/>
                    <a:lstStyle/>
                    <a:p>
                      <a:pPr algn="just" rtl="1"/>
                      <a:r>
                        <a:rPr lang="fa-IR" sz="2000" kern="1200" dirty="0" smtClean="0">
                          <a:solidFill>
                            <a:srgbClr val="000000"/>
                          </a:solidFill>
                          <a:effectLst/>
                          <a:latin typeface="Arial"/>
                          <a:ea typeface="Arial"/>
                          <a:cs typeface="B Lotus" panose="00000400000000000000" pitchFamily="2" charset="-78"/>
                        </a:rPr>
                        <a:t>مداخلات روان‌شناختی مختلف می‌توانند اضطراب مرگ سالمندان را کاهش دهند. در میان روش‌های بررسی‌شده، آموزش مؤلفه‌های مرتبط با هوش معنوی بیشترین رتبه اثربخشی را در کاهش اضطراب مرگ سالمندان به دست آورد. این یافته به‌طور مستقیم از اهمیت هوش معنوی در کاهش اضطراب مرگ سالمندان حمایت می‌کند.</a:t>
                      </a:r>
                      <a:endParaRPr lang="en-US" sz="2000" kern="1200" dirty="0" smtClean="0">
                        <a:solidFill>
                          <a:srgbClr val="000000"/>
                        </a:solidFill>
                        <a:effectLst/>
                        <a:latin typeface="Arial"/>
                        <a:ea typeface="Arial"/>
                        <a:cs typeface="B Lotus" panose="00000400000000000000" pitchFamily="2" charset="-78"/>
                      </a:endParaRPr>
                    </a:p>
                  </a:txBody>
                  <a:tcPr marL="21895" marR="21895" marT="0" marB="0"/>
                </a:tc>
                <a:extLst>
                  <a:ext uri="{0D108BD9-81ED-4DB2-BD59-A6C34878D82A}">
                    <a16:rowId xmlns:a16="http://schemas.microsoft.com/office/drawing/2014/main" xmlns="" val="2544393411"/>
                  </a:ext>
                </a:extLst>
              </a:tr>
              <a:tr h="187445">
                <a:tc>
                  <a:txBody>
                    <a:bodyPr/>
                    <a:lstStyle/>
                    <a:p>
                      <a:pPr marL="0" marR="0" algn="just" rtl="1">
                        <a:lnSpc>
                          <a:spcPct val="107000"/>
                        </a:lnSpc>
                        <a:spcBef>
                          <a:spcPts val="0"/>
                        </a:spcBef>
                        <a:spcAft>
                          <a:spcPts val="0"/>
                        </a:spcAft>
                      </a:pPr>
                      <a:r>
                        <a:rPr lang="fa-IR" sz="2000" kern="1200" dirty="0" smtClean="0">
                          <a:solidFill>
                            <a:srgbClr val="000000"/>
                          </a:solidFill>
                          <a:effectLst/>
                          <a:latin typeface="Arial"/>
                          <a:ea typeface="Arial"/>
                          <a:cs typeface="B Lotus" panose="00000400000000000000" pitchFamily="2" charset="-78"/>
                        </a:rPr>
                        <a:t>یونس، رحمه، راجحا و مزواک در سال (۲۰۲۴)</a:t>
                      </a:r>
                      <a:endParaRPr lang="en-US" sz="2000" dirty="0">
                        <a:effectLst/>
                        <a:latin typeface="Calibri" panose="020F0502020204030204" pitchFamily="34" charset="0"/>
                        <a:ea typeface="Calibri" panose="020F0502020204030204" pitchFamily="34" charset="0"/>
                        <a:cs typeface="B Lotus" panose="00000400000000000000" pitchFamily="2" charset="-78"/>
                      </a:endParaRPr>
                    </a:p>
                  </a:txBody>
                  <a:tcPr marL="21895" marR="21895" marT="0" marB="0"/>
                </a:tc>
                <a:tc>
                  <a:txBody>
                    <a:bodyPr/>
                    <a:lstStyle/>
                    <a:p>
                      <a:pPr algn="just" rtl="1"/>
                      <a:r>
                        <a:rPr lang="fa-IR" sz="2000" kern="1200" dirty="0" smtClean="0">
                          <a:solidFill>
                            <a:srgbClr val="000000"/>
                          </a:solidFill>
                          <a:effectLst/>
                          <a:latin typeface="Arial"/>
                          <a:ea typeface="Arial"/>
                          <a:cs typeface="B Lotus" panose="00000400000000000000" pitchFamily="2" charset="-78"/>
                        </a:rPr>
                        <a:t>اضطراب مرگ سالمندان پدیده‌ای چندبعدی است و عوامل روان‌شناختی، اجتماعی و معنوی در شکل‌گیری و شدت آن نقش دارند. این مطالعه بر اهمیت توجه به عوامل معنوی و روان‌شناختی در پیشگیری و کاهش اضطراب مرگ سالمندان تأکید می‌کند.</a:t>
                      </a:r>
                      <a:endParaRPr lang="en-US" sz="2000" kern="1200" dirty="0" smtClean="0">
                        <a:solidFill>
                          <a:srgbClr val="000000"/>
                        </a:solidFill>
                        <a:effectLst/>
                        <a:latin typeface="Arial"/>
                        <a:ea typeface="Arial"/>
                        <a:cs typeface="B Lotus" panose="00000400000000000000" pitchFamily="2" charset="-78"/>
                      </a:endParaRPr>
                    </a:p>
                  </a:txBody>
                  <a:tcPr marL="21895" marR="21895" marT="0" marB="0"/>
                </a:tc>
                <a:extLst>
                  <a:ext uri="{0D108BD9-81ED-4DB2-BD59-A6C34878D82A}">
                    <a16:rowId xmlns:a16="http://schemas.microsoft.com/office/drawing/2014/main" xmlns="" val="2446830229"/>
                  </a:ext>
                </a:extLst>
              </a:tr>
            </a:tbl>
          </a:graphicData>
        </a:graphic>
      </p:graphicFrame>
    </p:spTree>
    <p:extLst>
      <p:ext uri="{BB962C8B-B14F-4D97-AF65-F5344CB8AC3E}">
        <p14:creationId xmlns:p14="http://schemas.microsoft.com/office/powerpoint/2010/main" val="681054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1AA23FF3-EF85-6991-089C-E72D33A383EB}"/>
              </a:ext>
            </a:extLst>
          </p:cNvPr>
          <p:cNvGrpSpPr/>
          <p:nvPr/>
        </p:nvGrpSpPr>
        <p:grpSpPr>
          <a:xfrm flipH="1">
            <a:off x="883032" y="1266093"/>
            <a:ext cx="10425937" cy="4382583"/>
            <a:chOff x="495690" y="1674891"/>
            <a:chExt cx="10857355" cy="4027782"/>
          </a:xfrm>
        </p:grpSpPr>
        <p:sp>
          <p:nvSpPr>
            <p:cNvPr id="3" name="Block Arc 2">
              <a:extLst>
                <a:ext uri="{FF2B5EF4-FFF2-40B4-BE49-F238E27FC236}">
                  <a16:creationId xmlns:a16="http://schemas.microsoft.com/office/drawing/2014/main" xmlns="" id="{BF3EC49F-F336-AACA-8465-237F32F42E18}"/>
                </a:ext>
              </a:extLst>
            </p:cNvPr>
            <p:cNvSpPr/>
            <p:nvPr/>
          </p:nvSpPr>
          <p:spPr>
            <a:xfrm>
              <a:off x="9302459" y="1674891"/>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4" name="Rectangle 3">
              <a:extLst>
                <a:ext uri="{FF2B5EF4-FFF2-40B4-BE49-F238E27FC236}">
                  <a16:creationId xmlns:a16="http://schemas.microsoft.com/office/drawing/2014/main" xmlns="" id="{18BE606C-114B-FD50-AF70-5C6023FC58EA}"/>
                </a:ext>
              </a:extLst>
            </p:cNvPr>
            <p:cNvSpPr/>
            <p:nvPr/>
          </p:nvSpPr>
          <p:spPr>
            <a:xfrm>
              <a:off x="1520983" y="1674891"/>
              <a:ext cx="879355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5" name="Rectangle 4">
              <a:extLst>
                <a:ext uri="{FF2B5EF4-FFF2-40B4-BE49-F238E27FC236}">
                  <a16:creationId xmlns:a16="http://schemas.microsoft.com/office/drawing/2014/main" xmlns="" id="{145C93D3-3BE5-8C98-66E7-5A1F08E0EE61}"/>
                </a:ext>
              </a:extLst>
            </p:cNvPr>
            <p:cNvSpPr/>
            <p:nvPr/>
          </p:nvSpPr>
          <p:spPr>
            <a:xfrm>
              <a:off x="1520983" y="3643996"/>
              <a:ext cx="881283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6" name="Rectangle 5">
              <a:extLst>
                <a:ext uri="{FF2B5EF4-FFF2-40B4-BE49-F238E27FC236}">
                  <a16:creationId xmlns:a16="http://schemas.microsoft.com/office/drawing/2014/main" xmlns="" id="{E2B5AF1A-0F43-D0A5-5C07-719657D454B0}"/>
                </a:ext>
              </a:extLst>
            </p:cNvPr>
            <p:cNvSpPr/>
            <p:nvPr/>
          </p:nvSpPr>
          <p:spPr>
            <a:xfrm>
              <a:off x="1520983" y="5621192"/>
              <a:ext cx="9052560"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7" name="Block Arc 6">
              <a:extLst>
                <a:ext uri="{FF2B5EF4-FFF2-40B4-BE49-F238E27FC236}">
                  <a16:creationId xmlns:a16="http://schemas.microsoft.com/office/drawing/2014/main" xmlns="" id="{5A8CDC66-C741-705C-AF5D-2C69B30E1D23}"/>
                </a:ext>
              </a:extLst>
            </p:cNvPr>
            <p:cNvSpPr/>
            <p:nvPr/>
          </p:nvSpPr>
          <p:spPr>
            <a:xfrm flipH="1">
              <a:off x="495690" y="3643995"/>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8" name="Block Arc 7">
              <a:extLst>
                <a:ext uri="{FF2B5EF4-FFF2-40B4-BE49-F238E27FC236}">
                  <a16:creationId xmlns:a16="http://schemas.microsoft.com/office/drawing/2014/main" xmlns="" id="{CF3D43E5-1A1A-2EE6-A91F-74734FAF5768}"/>
                </a:ext>
              </a:extLst>
            </p:cNvPr>
            <p:cNvSpPr/>
            <p:nvPr/>
          </p:nvSpPr>
          <p:spPr>
            <a:xfrm>
              <a:off x="10354047" y="5261206"/>
              <a:ext cx="438991" cy="438991"/>
            </a:xfrm>
            <a:prstGeom prst="blockArc">
              <a:avLst>
                <a:gd name="adj1" fmla="val 228339"/>
                <a:gd name="adj2" fmla="val 5553148"/>
                <a:gd name="adj3" fmla="val 18207"/>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grpSp>
      <p:grpSp>
        <p:nvGrpSpPr>
          <p:cNvPr id="10" name="Group 9">
            <a:extLst>
              <a:ext uri="{FF2B5EF4-FFF2-40B4-BE49-F238E27FC236}">
                <a16:creationId xmlns:a16="http://schemas.microsoft.com/office/drawing/2014/main" xmlns="" id="{046B3647-C495-B137-90C8-D0D50BFF9388}"/>
              </a:ext>
            </a:extLst>
          </p:cNvPr>
          <p:cNvGrpSpPr/>
          <p:nvPr/>
        </p:nvGrpSpPr>
        <p:grpSpPr>
          <a:xfrm flipH="1">
            <a:off x="686762" y="3644220"/>
            <a:ext cx="1596435" cy="1807480"/>
            <a:chOff x="219453" y="2580615"/>
            <a:chExt cx="2625263" cy="2731686"/>
          </a:xfrm>
        </p:grpSpPr>
        <p:grpSp>
          <p:nvGrpSpPr>
            <p:cNvPr id="11" name="Group 10">
              <a:extLst>
                <a:ext uri="{FF2B5EF4-FFF2-40B4-BE49-F238E27FC236}">
                  <a16:creationId xmlns:a16="http://schemas.microsoft.com/office/drawing/2014/main" xmlns="" id="{B6F4A2E7-0A0A-DA5C-9066-66726552CDBA}"/>
                </a:ext>
              </a:extLst>
            </p:cNvPr>
            <p:cNvGrpSpPr/>
            <p:nvPr/>
          </p:nvGrpSpPr>
          <p:grpSpPr>
            <a:xfrm>
              <a:off x="885166" y="3186393"/>
              <a:ext cx="1319766" cy="2125908"/>
              <a:chOff x="7271291" y="1882249"/>
              <a:chExt cx="1537011" cy="2475850"/>
            </a:xfrm>
            <a:solidFill>
              <a:sysClr val="window" lastClr="FFFFFF"/>
            </a:solidFill>
          </p:grpSpPr>
          <p:sp>
            <p:nvSpPr>
              <p:cNvPr id="20" name="Freeform: Shape 19">
                <a:extLst>
                  <a:ext uri="{FF2B5EF4-FFF2-40B4-BE49-F238E27FC236}">
                    <a16:creationId xmlns:a16="http://schemas.microsoft.com/office/drawing/2014/main" xmlns="" id="{3D44C72C-D6CC-250A-8F13-C4011CFFC56D}"/>
                  </a:ext>
                </a:extLst>
              </p:cNvPr>
              <p:cNvSpPr/>
              <p:nvPr/>
            </p:nvSpPr>
            <p:spPr>
              <a:xfrm>
                <a:off x="7271291" y="1882249"/>
                <a:ext cx="1537011" cy="2475850"/>
              </a:xfrm>
              <a:custGeom>
                <a:avLst/>
                <a:gdLst>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69955 w 1537011"/>
                  <a:gd name="connsiteY16" fmla="*/ 2463220 h 2480745"/>
                  <a:gd name="connsiteX17" fmla="*/ 500911 w 1537011"/>
                  <a:gd name="connsiteY17" fmla="*/ 2459508 h 2480745"/>
                  <a:gd name="connsiteX18" fmla="*/ 447457 w 1537011"/>
                  <a:gd name="connsiteY18" fmla="*/ 2446887 h 2480745"/>
                  <a:gd name="connsiteX19" fmla="*/ 391775 w 1537011"/>
                  <a:gd name="connsiteY19" fmla="*/ 2352600 h 2480745"/>
                  <a:gd name="connsiteX20" fmla="*/ 470472 w 1537011"/>
                  <a:gd name="connsiteY20" fmla="*/ 2270192 h 2480745"/>
                  <a:gd name="connsiteX21" fmla="*/ 460819 w 1537011"/>
                  <a:gd name="connsiteY21" fmla="*/ 2117997 h 2480745"/>
                  <a:gd name="connsiteX22" fmla="*/ 417759 w 1537011"/>
                  <a:gd name="connsiteY22" fmla="*/ 2125420 h 2480745"/>
                  <a:gd name="connsiteX23" fmla="*/ 390290 w 1537011"/>
                  <a:gd name="connsiteY23" fmla="*/ 2156602 h 2480745"/>
                  <a:gd name="connsiteX24" fmla="*/ 414047 w 1537011"/>
                  <a:gd name="connsiteY24" fmla="*/ 2190753 h 2480745"/>
                  <a:gd name="connsiteX25" fmla="*/ 458592 w 1537011"/>
                  <a:gd name="connsiteY25" fmla="*/ 2201147 h 2480745"/>
                  <a:gd name="connsiteX26" fmla="*/ 763724 w 1537011"/>
                  <a:gd name="connsiteY26" fmla="*/ 2210798 h 2480745"/>
                  <a:gd name="connsiteX27" fmla="*/ 1054751 w 1537011"/>
                  <a:gd name="connsiteY27" fmla="*/ 2220450 h 2480745"/>
                  <a:gd name="connsiteX28" fmla="*/ 1106721 w 1537011"/>
                  <a:gd name="connsiteY28" fmla="*/ 2215253 h 2480745"/>
                  <a:gd name="connsiteX29" fmla="*/ 1136417 w 1537011"/>
                  <a:gd name="connsiteY29" fmla="*/ 2182586 h 2480745"/>
                  <a:gd name="connsiteX30" fmla="*/ 1110433 w 1537011"/>
                  <a:gd name="connsiteY30" fmla="*/ 2146950 h 2480745"/>
                  <a:gd name="connsiteX31" fmla="*/ 1045100 w 1537011"/>
                  <a:gd name="connsiteY31" fmla="*/ 2136557 h 2480745"/>
                  <a:gd name="connsiteX32" fmla="*/ 460819 w 1537011"/>
                  <a:gd name="connsiteY32" fmla="*/ 2117997 h 2480745"/>
                  <a:gd name="connsiteX33" fmla="*/ 425926 w 1537011"/>
                  <a:gd name="connsiteY33" fmla="*/ 2063800 h 2480745"/>
                  <a:gd name="connsiteX34" fmla="*/ 465274 w 1537011"/>
                  <a:gd name="connsiteY34" fmla="*/ 2065285 h 2480745"/>
                  <a:gd name="connsiteX35" fmla="*/ 506849 w 1537011"/>
                  <a:gd name="connsiteY35" fmla="*/ 2066770 h 2480745"/>
                  <a:gd name="connsiteX36" fmla="*/ 526151 w 1537011"/>
                  <a:gd name="connsiteY36" fmla="*/ 2066770 h 2480745"/>
                  <a:gd name="connsiteX37" fmla="*/ 1096326 w 1537011"/>
                  <a:gd name="connsiteY37" fmla="*/ 2083845 h 2480745"/>
                  <a:gd name="connsiteX38" fmla="*/ 1137159 w 1537011"/>
                  <a:gd name="connsiteY38" fmla="*/ 2097209 h 2480745"/>
                  <a:gd name="connsiteX39" fmla="*/ 1192840 w 1537011"/>
                  <a:gd name="connsiteY39" fmla="*/ 2187041 h 2480745"/>
                  <a:gd name="connsiteX40" fmla="*/ 1128251 w 1537011"/>
                  <a:gd name="connsiteY40" fmla="*/ 2267964 h 2480745"/>
                  <a:gd name="connsiteX41" fmla="*/ 1097811 w 1537011"/>
                  <a:gd name="connsiteY41" fmla="*/ 2276131 h 2480745"/>
                  <a:gd name="connsiteX42" fmla="*/ 443001 w 1537011"/>
                  <a:gd name="connsiteY42" fmla="*/ 2256828 h 2480745"/>
                  <a:gd name="connsiteX43" fmla="*/ 338320 w 1537011"/>
                  <a:gd name="connsiteY43" fmla="*/ 2126163 h 2480745"/>
                  <a:gd name="connsiteX44" fmla="*/ 425926 w 1537011"/>
                  <a:gd name="connsiteY44" fmla="*/ 2063800 h 2480745"/>
                  <a:gd name="connsiteX45" fmla="*/ 446713 w 1537011"/>
                  <a:gd name="connsiteY45" fmla="*/ 1916802 h 2480745"/>
                  <a:gd name="connsiteX46" fmla="*/ 390289 w 1537011"/>
                  <a:gd name="connsiteY46" fmla="*/ 1927939 h 2480745"/>
                  <a:gd name="connsiteX47" fmla="*/ 388062 w 1537011"/>
                  <a:gd name="connsiteY47" fmla="*/ 1982877 h 2480745"/>
                  <a:gd name="connsiteX48" fmla="*/ 440773 w 1537011"/>
                  <a:gd name="connsiteY48" fmla="*/ 1996983 h 2480745"/>
                  <a:gd name="connsiteX49" fmla="*/ 1098555 w 1537011"/>
                  <a:gd name="connsiteY49" fmla="*/ 2018513 h 2480745"/>
                  <a:gd name="connsiteX50" fmla="*/ 1149038 w 1537011"/>
                  <a:gd name="connsiteY50" fmla="*/ 2008119 h 2480745"/>
                  <a:gd name="connsiteX51" fmla="*/ 1151266 w 1537011"/>
                  <a:gd name="connsiteY51" fmla="*/ 1952438 h 2480745"/>
                  <a:gd name="connsiteX52" fmla="*/ 1098555 w 1537011"/>
                  <a:gd name="connsiteY52" fmla="*/ 1937590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00911 w 1537011"/>
                  <a:gd name="connsiteY16" fmla="*/ 2459508 h 2480745"/>
                  <a:gd name="connsiteX17" fmla="*/ 447457 w 1537011"/>
                  <a:gd name="connsiteY17" fmla="*/ 2446887 h 2480745"/>
                  <a:gd name="connsiteX18" fmla="*/ 391775 w 1537011"/>
                  <a:gd name="connsiteY18" fmla="*/ 2352600 h 2480745"/>
                  <a:gd name="connsiteX19" fmla="*/ 470472 w 1537011"/>
                  <a:gd name="connsiteY19" fmla="*/ 2270192 h 2480745"/>
                  <a:gd name="connsiteX20" fmla="*/ 460819 w 1537011"/>
                  <a:gd name="connsiteY20" fmla="*/ 2117997 h 2480745"/>
                  <a:gd name="connsiteX21" fmla="*/ 417759 w 1537011"/>
                  <a:gd name="connsiteY21" fmla="*/ 2125420 h 2480745"/>
                  <a:gd name="connsiteX22" fmla="*/ 390290 w 1537011"/>
                  <a:gd name="connsiteY22" fmla="*/ 2156602 h 2480745"/>
                  <a:gd name="connsiteX23" fmla="*/ 414047 w 1537011"/>
                  <a:gd name="connsiteY23" fmla="*/ 2190753 h 2480745"/>
                  <a:gd name="connsiteX24" fmla="*/ 458592 w 1537011"/>
                  <a:gd name="connsiteY24" fmla="*/ 2201147 h 2480745"/>
                  <a:gd name="connsiteX25" fmla="*/ 763724 w 1537011"/>
                  <a:gd name="connsiteY25" fmla="*/ 2210798 h 2480745"/>
                  <a:gd name="connsiteX26" fmla="*/ 1054751 w 1537011"/>
                  <a:gd name="connsiteY26" fmla="*/ 2220450 h 2480745"/>
                  <a:gd name="connsiteX27" fmla="*/ 1106721 w 1537011"/>
                  <a:gd name="connsiteY27" fmla="*/ 2215253 h 2480745"/>
                  <a:gd name="connsiteX28" fmla="*/ 1136417 w 1537011"/>
                  <a:gd name="connsiteY28" fmla="*/ 2182586 h 2480745"/>
                  <a:gd name="connsiteX29" fmla="*/ 1110433 w 1537011"/>
                  <a:gd name="connsiteY29" fmla="*/ 2146950 h 2480745"/>
                  <a:gd name="connsiteX30" fmla="*/ 1045100 w 1537011"/>
                  <a:gd name="connsiteY30" fmla="*/ 2136557 h 2480745"/>
                  <a:gd name="connsiteX31" fmla="*/ 460819 w 1537011"/>
                  <a:gd name="connsiteY31" fmla="*/ 2117997 h 2480745"/>
                  <a:gd name="connsiteX32" fmla="*/ 425926 w 1537011"/>
                  <a:gd name="connsiteY32" fmla="*/ 2063800 h 2480745"/>
                  <a:gd name="connsiteX33" fmla="*/ 465274 w 1537011"/>
                  <a:gd name="connsiteY33" fmla="*/ 2065285 h 2480745"/>
                  <a:gd name="connsiteX34" fmla="*/ 506849 w 1537011"/>
                  <a:gd name="connsiteY34" fmla="*/ 2066770 h 2480745"/>
                  <a:gd name="connsiteX35" fmla="*/ 526151 w 1537011"/>
                  <a:gd name="connsiteY35" fmla="*/ 2066770 h 2480745"/>
                  <a:gd name="connsiteX36" fmla="*/ 1096326 w 1537011"/>
                  <a:gd name="connsiteY36" fmla="*/ 2083845 h 2480745"/>
                  <a:gd name="connsiteX37" fmla="*/ 1137159 w 1537011"/>
                  <a:gd name="connsiteY37" fmla="*/ 2097209 h 2480745"/>
                  <a:gd name="connsiteX38" fmla="*/ 1192840 w 1537011"/>
                  <a:gd name="connsiteY38" fmla="*/ 2187041 h 2480745"/>
                  <a:gd name="connsiteX39" fmla="*/ 1128251 w 1537011"/>
                  <a:gd name="connsiteY39" fmla="*/ 2267964 h 2480745"/>
                  <a:gd name="connsiteX40" fmla="*/ 1097811 w 1537011"/>
                  <a:gd name="connsiteY40" fmla="*/ 2276131 h 2480745"/>
                  <a:gd name="connsiteX41" fmla="*/ 443001 w 1537011"/>
                  <a:gd name="connsiteY41" fmla="*/ 2256828 h 2480745"/>
                  <a:gd name="connsiteX42" fmla="*/ 338320 w 1537011"/>
                  <a:gd name="connsiteY42" fmla="*/ 2126163 h 2480745"/>
                  <a:gd name="connsiteX43" fmla="*/ 425926 w 1537011"/>
                  <a:gd name="connsiteY43" fmla="*/ 2063800 h 2480745"/>
                  <a:gd name="connsiteX44" fmla="*/ 446713 w 1537011"/>
                  <a:gd name="connsiteY44" fmla="*/ 1916802 h 2480745"/>
                  <a:gd name="connsiteX45" fmla="*/ 390289 w 1537011"/>
                  <a:gd name="connsiteY45" fmla="*/ 1927939 h 2480745"/>
                  <a:gd name="connsiteX46" fmla="*/ 388062 w 1537011"/>
                  <a:gd name="connsiteY46" fmla="*/ 1982877 h 2480745"/>
                  <a:gd name="connsiteX47" fmla="*/ 440773 w 1537011"/>
                  <a:gd name="connsiteY47" fmla="*/ 1996983 h 2480745"/>
                  <a:gd name="connsiteX48" fmla="*/ 1098555 w 1537011"/>
                  <a:gd name="connsiteY48" fmla="*/ 2018513 h 2480745"/>
                  <a:gd name="connsiteX49" fmla="*/ 1149038 w 1537011"/>
                  <a:gd name="connsiteY49" fmla="*/ 2008119 h 2480745"/>
                  <a:gd name="connsiteX50" fmla="*/ 1151266 w 1537011"/>
                  <a:gd name="connsiteY50" fmla="*/ 1952438 h 2480745"/>
                  <a:gd name="connsiteX51" fmla="*/ 1098555 w 1537011"/>
                  <a:gd name="connsiteY51" fmla="*/ 1937590 h 2480745"/>
                  <a:gd name="connsiteX52" fmla="*/ 446713 w 1537011"/>
                  <a:gd name="connsiteY52" fmla="*/ 1916802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00911 w 1537011"/>
                  <a:gd name="connsiteY15" fmla="*/ 2459508 h 2480745"/>
                  <a:gd name="connsiteX16" fmla="*/ 447457 w 1537011"/>
                  <a:gd name="connsiteY16" fmla="*/ 2446887 h 2480745"/>
                  <a:gd name="connsiteX17" fmla="*/ 391775 w 1537011"/>
                  <a:gd name="connsiteY17" fmla="*/ 2352600 h 2480745"/>
                  <a:gd name="connsiteX18" fmla="*/ 470472 w 1537011"/>
                  <a:gd name="connsiteY18" fmla="*/ 2270192 h 2480745"/>
                  <a:gd name="connsiteX19" fmla="*/ 460819 w 1537011"/>
                  <a:gd name="connsiteY19" fmla="*/ 2117997 h 2480745"/>
                  <a:gd name="connsiteX20" fmla="*/ 417759 w 1537011"/>
                  <a:gd name="connsiteY20" fmla="*/ 2125420 h 2480745"/>
                  <a:gd name="connsiteX21" fmla="*/ 390290 w 1537011"/>
                  <a:gd name="connsiteY21" fmla="*/ 2156602 h 2480745"/>
                  <a:gd name="connsiteX22" fmla="*/ 414047 w 1537011"/>
                  <a:gd name="connsiteY22" fmla="*/ 2190753 h 2480745"/>
                  <a:gd name="connsiteX23" fmla="*/ 458592 w 1537011"/>
                  <a:gd name="connsiteY23" fmla="*/ 2201147 h 2480745"/>
                  <a:gd name="connsiteX24" fmla="*/ 763724 w 1537011"/>
                  <a:gd name="connsiteY24" fmla="*/ 2210798 h 2480745"/>
                  <a:gd name="connsiteX25" fmla="*/ 1054751 w 1537011"/>
                  <a:gd name="connsiteY25" fmla="*/ 2220450 h 2480745"/>
                  <a:gd name="connsiteX26" fmla="*/ 1106721 w 1537011"/>
                  <a:gd name="connsiteY26" fmla="*/ 2215253 h 2480745"/>
                  <a:gd name="connsiteX27" fmla="*/ 1136417 w 1537011"/>
                  <a:gd name="connsiteY27" fmla="*/ 2182586 h 2480745"/>
                  <a:gd name="connsiteX28" fmla="*/ 1110433 w 1537011"/>
                  <a:gd name="connsiteY28" fmla="*/ 2146950 h 2480745"/>
                  <a:gd name="connsiteX29" fmla="*/ 1045100 w 1537011"/>
                  <a:gd name="connsiteY29" fmla="*/ 2136557 h 2480745"/>
                  <a:gd name="connsiteX30" fmla="*/ 460819 w 1537011"/>
                  <a:gd name="connsiteY30" fmla="*/ 2117997 h 2480745"/>
                  <a:gd name="connsiteX31" fmla="*/ 425926 w 1537011"/>
                  <a:gd name="connsiteY31" fmla="*/ 2063800 h 2480745"/>
                  <a:gd name="connsiteX32" fmla="*/ 465274 w 1537011"/>
                  <a:gd name="connsiteY32" fmla="*/ 2065285 h 2480745"/>
                  <a:gd name="connsiteX33" fmla="*/ 506849 w 1537011"/>
                  <a:gd name="connsiteY33" fmla="*/ 2066770 h 2480745"/>
                  <a:gd name="connsiteX34" fmla="*/ 526151 w 1537011"/>
                  <a:gd name="connsiteY34" fmla="*/ 2066770 h 2480745"/>
                  <a:gd name="connsiteX35" fmla="*/ 1096326 w 1537011"/>
                  <a:gd name="connsiteY35" fmla="*/ 2083845 h 2480745"/>
                  <a:gd name="connsiteX36" fmla="*/ 1137159 w 1537011"/>
                  <a:gd name="connsiteY36" fmla="*/ 2097209 h 2480745"/>
                  <a:gd name="connsiteX37" fmla="*/ 1192840 w 1537011"/>
                  <a:gd name="connsiteY37" fmla="*/ 2187041 h 2480745"/>
                  <a:gd name="connsiteX38" fmla="*/ 1128251 w 1537011"/>
                  <a:gd name="connsiteY38" fmla="*/ 2267964 h 2480745"/>
                  <a:gd name="connsiteX39" fmla="*/ 1097811 w 1537011"/>
                  <a:gd name="connsiteY39" fmla="*/ 2276131 h 2480745"/>
                  <a:gd name="connsiteX40" fmla="*/ 443001 w 1537011"/>
                  <a:gd name="connsiteY40" fmla="*/ 2256828 h 2480745"/>
                  <a:gd name="connsiteX41" fmla="*/ 338320 w 1537011"/>
                  <a:gd name="connsiteY41" fmla="*/ 2126163 h 2480745"/>
                  <a:gd name="connsiteX42" fmla="*/ 425926 w 1537011"/>
                  <a:gd name="connsiteY42" fmla="*/ 2063800 h 2480745"/>
                  <a:gd name="connsiteX43" fmla="*/ 446713 w 1537011"/>
                  <a:gd name="connsiteY43" fmla="*/ 1916802 h 2480745"/>
                  <a:gd name="connsiteX44" fmla="*/ 390289 w 1537011"/>
                  <a:gd name="connsiteY44" fmla="*/ 1927939 h 2480745"/>
                  <a:gd name="connsiteX45" fmla="*/ 388062 w 1537011"/>
                  <a:gd name="connsiteY45" fmla="*/ 1982877 h 2480745"/>
                  <a:gd name="connsiteX46" fmla="*/ 440773 w 1537011"/>
                  <a:gd name="connsiteY46" fmla="*/ 1996983 h 2480745"/>
                  <a:gd name="connsiteX47" fmla="*/ 1098555 w 1537011"/>
                  <a:gd name="connsiteY47" fmla="*/ 2018513 h 2480745"/>
                  <a:gd name="connsiteX48" fmla="*/ 1149038 w 1537011"/>
                  <a:gd name="connsiteY48" fmla="*/ 2008119 h 2480745"/>
                  <a:gd name="connsiteX49" fmla="*/ 1151266 w 1537011"/>
                  <a:gd name="connsiteY49" fmla="*/ 1952438 h 2480745"/>
                  <a:gd name="connsiteX50" fmla="*/ 1098555 w 1537011"/>
                  <a:gd name="connsiteY50" fmla="*/ 1937590 h 2480745"/>
                  <a:gd name="connsiteX51" fmla="*/ 446713 w 1537011"/>
                  <a:gd name="connsiteY51" fmla="*/ 1916802 h 2480745"/>
                  <a:gd name="connsiteX52" fmla="*/ 523923 w 1537011"/>
                  <a:gd name="connsiteY52" fmla="*/ 192914 h 2480745"/>
                  <a:gd name="connsiteX53" fmla="*/ 408107 w 1537011"/>
                  <a:gd name="connsiteY53" fmla="*/ 273095 h 2480745"/>
                  <a:gd name="connsiteX54" fmla="*/ 183898 w 1537011"/>
                  <a:gd name="connsiteY54" fmla="*/ 552985 h 2480745"/>
                  <a:gd name="connsiteX55" fmla="*/ 150488 w 1537011"/>
                  <a:gd name="connsiteY55" fmla="*/ 820997 h 2480745"/>
                  <a:gd name="connsiteX56" fmla="*/ 244033 w 1537011"/>
                  <a:gd name="connsiteY56" fmla="*/ 1149145 h 2480745"/>
                  <a:gd name="connsiteX57" fmla="*/ 242548 w 1537011"/>
                  <a:gd name="connsiteY57" fmla="*/ 1156569 h 2480745"/>
                  <a:gd name="connsiteX58" fmla="*/ 154200 w 1537011"/>
                  <a:gd name="connsiteY58" fmla="*/ 950920 h 2480745"/>
                  <a:gd name="connsiteX59" fmla="*/ 131186 w 1537011"/>
                  <a:gd name="connsiteY59" fmla="*/ 648757 h 2480745"/>
                  <a:gd name="connsiteX60" fmla="*/ 215821 w 1537011"/>
                  <a:gd name="connsiteY60" fmla="*/ 443851 h 2480745"/>
                  <a:gd name="connsiteX61" fmla="*/ 500165 w 1537011"/>
                  <a:gd name="connsiteY61" fmla="*/ 201081 h 2480745"/>
                  <a:gd name="connsiteX62" fmla="*/ 523923 w 1537011"/>
                  <a:gd name="connsiteY62" fmla="*/ 192914 h 2480745"/>
                  <a:gd name="connsiteX63" fmla="*/ 800630 w 1537011"/>
                  <a:gd name="connsiteY63" fmla="*/ 46764 h 2480745"/>
                  <a:gd name="connsiteX64" fmla="*/ 713588 w 1537011"/>
                  <a:gd name="connsiteY64" fmla="*/ 47343 h 2480745"/>
                  <a:gd name="connsiteX65" fmla="*/ 595938 w 1537011"/>
                  <a:gd name="connsiteY65" fmla="*/ 67446 h 2480745"/>
                  <a:gd name="connsiteX66" fmla="*/ 175732 w 1537011"/>
                  <a:gd name="connsiteY66" fmla="*/ 344366 h 2480745"/>
                  <a:gd name="connsiteX67" fmla="*/ 49521 w 1537011"/>
                  <a:gd name="connsiteY67" fmla="*/ 655438 h 2480745"/>
                  <a:gd name="connsiteX68" fmla="*/ 137126 w 1537011"/>
                  <a:gd name="connsiteY68" fmla="*/ 1109796 h 2480745"/>
                  <a:gd name="connsiteX69" fmla="*/ 310109 w 1537011"/>
                  <a:gd name="connsiteY69" fmla="*/ 1387460 h 2480745"/>
                  <a:gd name="connsiteX70" fmla="*/ 440773 w 1537011"/>
                  <a:gd name="connsiteY70" fmla="*/ 1695562 h 2480745"/>
                  <a:gd name="connsiteX71" fmla="*/ 460819 w 1537011"/>
                  <a:gd name="connsiteY71" fmla="*/ 1792076 h 2480745"/>
                  <a:gd name="connsiteX72" fmla="*/ 492743 w 1537011"/>
                  <a:gd name="connsiteY72" fmla="*/ 1817318 h 2480745"/>
                  <a:gd name="connsiteX73" fmla="*/ 1065146 w 1537011"/>
                  <a:gd name="connsiteY73" fmla="*/ 1836621 h 2480745"/>
                  <a:gd name="connsiteX74" fmla="*/ 1089645 w 1537011"/>
                  <a:gd name="connsiteY74" fmla="*/ 1818803 h 2480745"/>
                  <a:gd name="connsiteX75" fmla="*/ 1116372 w 1537011"/>
                  <a:gd name="connsiteY75" fmla="*/ 1688138 h 2480745"/>
                  <a:gd name="connsiteX76" fmla="*/ 1268567 w 1537011"/>
                  <a:gd name="connsiteY76" fmla="*/ 1319900 h 2480745"/>
                  <a:gd name="connsiteX77" fmla="*/ 1376960 w 1537011"/>
                  <a:gd name="connsiteY77" fmla="*/ 1166220 h 2480745"/>
                  <a:gd name="connsiteX78" fmla="*/ 1468276 w 1537011"/>
                  <a:gd name="connsiteY78" fmla="*/ 916026 h 2480745"/>
                  <a:gd name="connsiteX79" fmla="*/ 1468276 w 1537011"/>
                  <a:gd name="connsiteY79" fmla="*/ 599015 h 2480745"/>
                  <a:gd name="connsiteX80" fmla="*/ 1056236 w 1537011"/>
                  <a:gd name="connsiteY80" fmla="*/ 110506 h 2480745"/>
                  <a:gd name="connsiteX81" fmla="*/ 800630 w 1537011"/>
                  <a:gd name="connsiteY81" fmla="*/ 46764 h 2480745"/>
                  <a:gd name="connsiteX82" fmla="*/ 794163 w 1537011"/>
                  <a:gd name="connsiteY82" fmla="*/ 814 h 2480745"/>
                  <a:gd name="connsiteX83" fmla="*/ 1036191 w 1537011"/>
                  <a:gd name="connsiteY83" fmla="*/ 52598 h 2480745"/>
                  <a:gd name="connsiteX84" fmla="*/ 1503912 w 1537011"/>
                  <a:gd name="connsiteY84" fmla="*/ 551500 h 2480745"/>
                  <a:gd name="connsiteX85" fmla="*/ 1518761 w 1537011"/>
                  <a:gd name="connsiteY85" fmla="*/ 910830 h 2480745"/>
                  <a:gd name="connsiteX86" fmla="*/ 1377702 w 1537011"/>
                  <a:gd name="connsiteY86" fmla="*/ 1250855 h 2480745"/>
                  <a:gd name="connsiteX87" fmla="*/ 1264855 w 1537011"/>
                  <a:gd name="connsiteY87" fmla="*/ 1406020 h 2480745"/>
                  <a:gd name="connsiteX88" fmla="*/ 1163144 w 1537011"/>
                  <a:gd name="connsiteY88" fmla="*/ 1694078 h 2480745"/>
                  <a:gd name="connsiteX89" fmla="*/ 1115630 w 1537011"/>
                  <a:gd name="connsiteY89" fmla="*/ 1876711 h 2480745"/>
                  <a:gd name="connsiteX90" fmla="*/ 1149781 w 1537011"/>
                  <a:gd name="connsiteY90" fmla="*/ 1887848 h 2480745"/>
                  <a:gd name="connsiteX91" fmla="*/ 1229961 w 1537011"/>
                  <a:gd name="connsiteY91" fmla="*/ 1991044 h 2480745"/>
                  <a:gd name="connsiteX92" fmla="*/ 1126023 w 1537011"/>
                  <a:gd name="connsiteY92" fmla="*/ 2077164 h 2480745"/>
                  <a:gd name="connsiteX93" fmla="*/ 1100038 w 1537011"/>
                  <a:gd name="connsiteY93" fmla="*/ 2077906 h 2480745"/>
                  <a:gd name="connsiteX94" fmla="*/ 423698 w 1537011"/>
                  <a:gd name="connsiteY94" fmla="*/ 2054891 h 2480745"/>
                  <a:gd name="connsiteX95" fmla="*/ 368017 w 1537011"/>
                  <a:gd name="connsiteY95" fmla="*/ 2039300 h 2480745"/>
                  <a:gd name="connsiteX96" fmla="*/ 311594 w 1537011"/>
                  <a:gd name="connsiteY96" fmla="*/ 1951695 h 2480745"/>
                  <a:gd name="connsiteX97" fmla="*/ 382123 w 1537011"/>
                  <a:gd name="connsiteY97" fmla="*/ 1867803 h 2480745"/>
                  <a:gd name="connsiteX98" fmla="*/ 434092 w 1537011"/>
                  <a:gd name="connsiteY98" fmla="*/ 1854439 h 2480745"/>
                  <a:gd name="connsiteX99" fmla="*/ 387320 w 1537011"/>
                  <a:gd name="connsiteY99" fmla="*/ 1655472 h 2480745"/>
                  <a:gd name="connsiteX100" fmla="*/ 301199 w 1537011"/>
                  <a:gd name="connsiteY100" fmla="*/ 1459474 h 2480745"/>
                  <a:gd name="connsiteX101" fmla="*/ 137869 w 1537011"/>
                  <a:gd name="connsiteY101" fmla="*/ 1212992 h 2480745"/>
                  <a:gd name="connsiteX102" fmla="*/ 2748 w 1537011"/>
                  <a:gd name="connsiteY102" fmla="*/ 664348 h 2480745"/>
                  <a:gd name="connsiteX103" fmla="*/ 145292 w 1537011"/>
                  <a:gd name="connsiteY103" fmla="*/ 308730 h 2480745"/>
                  <a:gd name="connsiteX104" fmla="*/ 549909 w 1537011"/>
                  <a:gd name="connsiteY104" fmla="*/ 32552 h 2480745"/>
                  <a:gd name="connsiteX105" fmla="*/ 794163 w 1537011"/>
                  <a:gd name="connsiteY105" fmla="*/ 814 h 2480745"/>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608445 w 1537011"/>
                  <a:gd name="connsiteY13" fmla="*/ 2467907 h 2475850"/>
                  <a:gd name="connsiteX14" fmla="*/ 500911 w 1537011"/>
                  <a:gd name="connsiteY14" fmla="*/ 2459508 h 2475850"/>
                  <a:gd name="connsiteX15" fmla="*/ 447457 w 1537011"/>
                  <a:gd name="connsiteY15" fmla="*/ 2446887 h 2475850"/>
                  <a:gd name="connsiteX16" fmla="*/ 391775 w 1537011"/>
                  <a:gd name="connsiteY16" fmla="*/ 2352600 h 2475850"/>
                  <a:gd name="connsiteX17" fmla="*/ 470472 w 1537011"/>
                  <a:gd name="connsiteY17" fmla="*/ 2270192 h 2475850"/>
                  <a:gd name="connsiteX18" fmla="*/ 460819 w 1537011"/>
                  <a:gd name="connsiteY18" fmla="*/ 2117997 h 2475850"/>
                  <a:gd name="connsiteX19" fmla="*/ 417759 w 1537011"/>
                  <a:gd name="connsiteY19" fmla="*/ 2125420 h 2475850"/>
                  <a:gd name="connsiteX20" fmla="*/ 390290 w 1537011"/>
                  <a:gd name="connsiteY20" fmla="*/ 2156602 h 2475850"/>
                  <a:gd name="connsiteX21" fmla="*/ 414047 w 1537011"/>
                  <a:gd name="connsiteY21" fmla="*/ 2190753 h 2475850"/>
                  <a:gd name="connsiteX22" fmla="*/ 458592 w 1537011"/>
                  <a:gd name="connsiteY22" fmla="*/ 2201147 h 2475850"/>
                  <a:gd name="connsiteX23" fmla="*/ 763724 w 1537011"/>
                  <a:gd name="connsiteY23" fmla="*/ 2210798 h 2475850"/>
                  <a:gd name="connsiteX24" fmla="*/ 1054751 w 1537011"/>
                  <a:gd name="connsiteY24" fmla="*/ 2220450 h 2475850"/>
                  <a:gd name="connsiteX25" fmla="*/ 1106721 w 1537011"/>
                  <a:gd name="connsiteY25" fmla="*/ 2215253 h 2475850"/>
                  <a:gd name="connsiteX26" fmla="*/ 1136417 w 1537011"/>
                  <a:gd name="connsiteY26" fmla="*/ 2182586 h 2475850"/>
                  <a:gd name="connsiteX27" fmla="*/ 1110433 w 1537011"/>
                  <a:gd name="connsiteY27" fmla="*/ 2146950 h 2475850"/>
                  <a:gd name="connsiteX28" fmla="*/ 1045100 w 1537011"/>
                  <a:gd name="connsiteY28" fmla="*/ 2136557 h 2475850"/>
                  <a:gd name="connsiteX29" fmla="*/ 460819 w 1537011"/>
                  <a:gd name="connsiteY29" fmla="*/ 2117997 h 2475850"/>
                  <a:gd name="connsiteX30" fmla="*/ 425926 w 1537011"/>
                  <a:gd name="connsiteY30" fmla="*/ 2063800 h 2475850"/>
                  <a:gd name="connsiteX31" fmla="*/ 465274 w 1537011"/>
                  <a:gd name="connsiteY31" fmla="*/ 2065285 h 2475850"/>
                  <a:gd name="connsiteX32" fmla="*/ 506849 w 1537011"/>
                  <a:gd name="connsiteY32" fmla="*/ 2066770 h 2475850"/>
                  <a:gd name="connsiteX33" fmla="*/ 526151 w 1537011"/>
                  <a:gd name="connsiteY33" fmla="*/ 2066770 h 2475850"/>
                  <a:gd name="connsiteX34" fmla="*/ 1096326 w 1537011"/>
                  <a:gd name="connsiteY34" fmla="*/ 2083845 h 2475850"/>
                  <a:gd name="connsiteX35" fmla="*/ 1137159 w 1537011"/>
                  <a:gd name="connsiteY35" fmla="*/ 2097209 h 2475850"/>
                  <a:gd name="connsiteX36" fmla="*/ 1192840 w 1537011"/>
                  <a:gd name="connsiteY36" fmla="*/ 2187041 h 2475850"/>
                  <a:gd name="connsiteX37" fmla="*/ 1128251 w 1537011"/>
                  <a:gd name="connsiteY37" fmla="*/ 2267964 h 2475850"/>
                  <a:gd name="connsiteX38" fmla="*/ 1097811 w 1537011"/>
                  <a:gd name="connsiteY38" fmla="*/ 2276131 h 2475850"/>
                  <a:gd name="connsiteX39" fmla="*/ 443001 w 1537011"/>
                  <a:gd name="connsiteY39" fmla="*/ 2256828 h 2475850"/>
                  <a:gd name="connsiteX40" fmla="*/ 338320 w 1537011"/>
                  <a:gd name="connsiteY40" fmla="*/ 2126163 h 2475850"/>
                  <a:gd name="connsiteX41" fmla="*/ 425926 w 1537011"/>
                  <a:gd name="connsiteY41" fmla="*/ 2063800 h 2475850"/>
                  <a:gd name="connsiteX42" fmla="*/ 446713 w 1537011"/>
                  <a:gd name="connsiteY42" fmla="*/ 1916802 h 2475850"/>
                  <a:gd name="connsiteX43" fmla="*/ 390289 w 1537011"/>
                  <a:gd name="connsiteY43" fmla="*/ 1927939 h 2475850"/>
                  <a:gd name="connsiteX44" fmla="*/ 388062 w 1537011"/>
                  <a:gd name="connsiteY44" fmla="*/ 1982877 h 2475850"/>
                  <a:gd name="connsiteX45" fmla="*/ 440773 w 1537011"/>
                  <a:gd name="connsiteY45" fmla="*/ 1996983 h 2475850"/>
                  <a:gd name="connsiteX46" fmla="*/ 1098555 w 1537011"/>
                  <a:gd name="connsiteY46" fmla="*/ 2018513 h 2475850"/>
                  <a:gd name="connsiteX47" fmla="*/ 1149038 w 1537011"/>
                  <a:gd name="connsiteY47" fmla="*/ 2008119 h 2475850"/>
                  <a:gd name="connsiteX48" fmla="*/ 1151266 w 1537011"/>
                  <a:gd name="connsiteY48" fmla="*/ 1952438 h 2475850"/>
                  <a:gd name="connsiteX49" fmla="*/ 1098555 w 1537011"/>
                  <a:gd name="connsiteY49" fmla="*/ 1937590 h 2475850"/>
                  <a:gd name="connsiteX50" fmla="*/ 446713 w 1537011"/>
                  <a:gd name="connsiteY50" fmla="*/ 1916802 h 2475850"/>
                  <a:gd name="connsiteX51" fmla="*/ 523923 w 1537011"/>
                  <a:gd name="connsiteY51" fmla="*/ 192914 h 2475850"/>
                  <a:gd name="connsiteX52" fmla="*/ 408107 w 1537011"/>
                  <a:gd name="connsiteY52" fmla="*/ 273095 h 2475850"/>
                  <a:gd name="connsiteX53" fmla="*/ 183898 w 1537011"/>
                  <a:gd name="connsiteY53" fmla="*/ 552985 h 2475850"/>
                  <a:gd name="connsiteX54" fmla="*/ 150488 w 1537011"/>
                  <a:gd name="connsiteY54" fmla="*/ 820997 h 2475850"/>
                  <a:gd name="connsiteX55" fmla="*/ 244033 w 1537011"/>
                  <a:gd name="connsiteY55" fmla="*/ 1149145 h 2475850"/>
                  <a:gd name="connsiteX56" fmla="*/ 242548 w 1537011"/>
                  <a:gd name="connsiteY56" fmla="*/ 1156569 h 2475850"/>
                  <a:gd name="connsiteX57" fmla="*/ 154200 w 1537011"/>
                  <a:gd name="connsiteY57" fmla="*/ 950920 h 2475850"/>
                  <a:gd name="connsiteX58" fmla="*/ 131186 w 1537011"/>
                  <a:gd name="connsiteY58" fmla="*/ 648757 h 2475850"/>
                  <a:gd name="connsiteX59" fmla="*/ 215821 w 1537011"/>
                  <a:gd name="connsiteY59" fmla="*/ 443851 h 2475850"/>
                  <a:gd name="connsiteX60" fmla="*/ 500165 w 1537011"/>
                  <a:gd name="connsiteY60" fmla="*/ 201081 h 2475850"/>
                  <a:gd name="connsiteX61" fmla="*/ 523923 w 1537011"/>
                  <a:gd name="connsiteY61" fmla="*/ 192914 h 2475850"/>
                  <a:gd name="connsiteX62" fmla="*/ 800630 w 1537011"/>
                  <a:gd name="connsiteY62" fmla="*/ 46764 h 2475850"/>
                  <a:gd name="connsiteX63" fmla="*/ 713588 w 1537011"/>
                  <a:gd name="connsiteY63" fmla="*/ 47343 h 2475850"/>
                  <a:gd name="connsiteX64" fmla="*/ 595938 w 1537011"/>
                  <a:gd name="connsiteY64" fmla="*/ 67446 h 2475850"/>
                  <a:gd name="connsiteX65" fmla="*/ 175732 w 1537011"/>
                  <a:gd name="connsiteY65" fmla="*/ 344366 h 2475850"/>
                  <a:gd name="connsiteX66" fmla="*/ 49521 w 1537011"/>
                  <a:gd name="connsiteY66" fmla="*/ 655438 h 2475850"/>
                  <a:gd name="connsiteX67" fmla="*/ 137126 w 1537011"/>
                  <a:gd name="connsiteY67" fmla="*/ 1109796 h 2475850"/>
                  <a:gd name="connsiteX68" fmla="*/ 310109 w 1537011"/>
                  <a:gd name="connsiteY68" fmla="*/ 1387460 h 2475850"/>
                  <a:gd name="connsiteX69" fmla="*/ 440773 w 1537011"/>
                  <a:gd name="connsiteY69" fmla="*/ 1695562 h 2475850"/>
                  <a:gd name="connsiteX70" fmla="*/ 460819 w 1537011"/>
                  <a:gd name="connsiteY70" fmla="*/ 1792076 h 2475850"/>
                  <a:gd name="connsiteX71" fmla="*/ 492743 w 1537011"/>
                  <a:gd name="connsiteY71" fmla="*/ 1817318 h 2475850"/>
                  <a:gd name="connsiteX72" fmla="*/ 1065146 w 1537011"/>
                  <a:gd name="connsiteY72" fmla="*/ 1836621 h 2475850"/>
                  <a:gd name="connsiteX73" fmla="*/ 1089645 w 1537011"/>
                  <a:gd name="connsiteY73" fmla="*/ 1818803 h 2475850"/>
                  <a:gd name="connsiteX74" fmla="*/ 1116372 w 1537011"/>
                  <a:gd name="connsiteY74" fmla="*/ 1688138 h 2475850"/>
                  <a:gd name="connsiteX75" fmla="*/ 1268567 w 1537011"/>
                  <a:gd name="connsiteY75" fmla="*/ 1319900 h 2475850"/>
                  <a:gd name="connsiteX76" fmla="*/ 1376960 w 1537011"/>
                  <a:gd name="connsiteY76" fmla="*/ 1166220 h 2475850"/>
                  <a:gd name="connsiteX77" fmla="*/ 1468276 w 1537011"/>
                  <a:gd name="connsiteY77" fmla="*/ 916026 h 2475850"/>
                  <a:gd name="connsiteX78" fmla="*/ 1468276 w 1537011"/>
                  <a:gd name="connsiteY78" fmla="*/ 599015 h 2475850"/>
                  <a:gd name="connsiteX79" fmla="*/ 1056236 w 1537011"/>
                  <a:gd name="connsiteY79" fmla="*/ 110506 h 2475850"/>
                  <a:gd name="connsiteX80" fmla="*/ 800630 w 1537011"/>
                  <a:gd name="connsiteY80" fmla="*/ 46764 h 2475850"/>
                  <a:gd name="connsiteX81" fmla="*/ 794163 w 1537011"/>
                  <a:gd name="connsiteY81" fmla="*/ 814 h 2475850"/>
                  <a:gd name="connsiteX82" fmla="*/ 1036191 w 1537011"/>
                  <a:gd name="connsiteY82" fmla="*/ 52598 h 2475850"/>
                  <a:gd name="connsiteX83" fmla="*/ 1503912 w 1537011"/>
                  <a:gd name="connsiteY83" fmla="*/ 551500 h 2475850"/>
                  <a:gd name="connsiteX84" fmla="*/ 1518761 w 1537011"/>
                  <a:gd name="connsiteY84" fmla="*/ 910830 h 2475850"/>
                  <a:gd name="connsiteX85" fmla="*/ 1377702 w 1537011"/>
                  <a:gd name="connsiteY85" fmla="*/ 1250855 h 2475850"/>
                  <a:gd name="connsiteX86" fmla="*/ 1264855 w 1537011"/>
                  <a:gd name="connsiteY86" fmla="*/ 1406020 h 2475850"/>
                  <a:gd name="connsiteX87" fmla="*/ 1163144 w 1537011"/>
                  <a:gd name="connsiteY87" fmla="*/ 1694078 h 2475850"/>
                  <a:gd name="connsiteX88" fmla="*/ 1115630 w 1537011"/>
                  <a:gd name="connsiteY88" fmla="*/ 1876711 h 2475850"/>
                  <a:gd name="connsiteX89" fmla="*/ 1149781 w 1537011"/>
                  <a:gd name="connsiteY89" fmla="*/ 1887848 h 2475850"/>
                  <a:gd name="connsiteX90" fmla="*/ 1229961 w 1537011"/>
                  <a:gd name="connsiteY90" fmla="*/ 1991044 h 2475850"/>
                  <a:gd name="connsiteX91" fmla="*/ 1126023 w 1537011"/>
                  <a:gd name="connsiteY91" fmla="*/ 2077164 h 2475850"/>
                  <a:gd name="connsiteX92" fmla="*/ 1100038 w 1537011"/>
                  <a:gd name="connsiteY92" fmla="*/ 2077906 h 2475850"/>
                  <a:gd name="connsiteX93" fmla="*/ 423698 w 1537011"/>
                  <a:gd name="connsiteY93" fmla="*/ 2054891 h 2475850"/>
                  <a:gd name="connsiteX94" fmla="*/ 368017 w 1537011"/>
                  <a:gd name="connsiteY94" fmla="*/ 2039300 h 2475850"/>
                  <a:gd name="connsiteX95" fmla="*/ 311594 w 1537011"/>
                  <a:gd name="connsiteY95" fmla="*/ 1951695 h 2475850"/>
                  <a:gd name="connsiteX96" fmla="*/ 382123 w 1537011"/>
                  <a:gd name="connsiteY96" fmla="*/ 1867803 h 2475850"/>
                  <a:gd name="connsiteX97" fmla="*/ 434092 w 1537011"/>
                  <a:gd name="connsiteY97" fmla="*/ 1854439 h 2475850"/>
                  <a:gd name="connsiteX98" fmla="*/ 387320 w 1537011"/>
                  <a:gd name="connsiteY98" fmla="*/ 1655472 h 2475850"/>
                  <a:gd name="connsiteX99" fmla="*/ 301199 w 1537011"/>
                  <a:gd name="connsiteY99" fmla="*/ 1459474 h 2475850"/>
                  <a:gd name="connsiteX100" fmla="*/ 137869 w 1537011"/>
                  <a:gd name="connsiteY100" fmla="*/ 1212992 h 2475850"/>
                  <a:gd name="connsiteX101" fmla="*/ 2748 w 1537011"/>
                  <a:gd name="connsiteY101" fmla="*/ 664348 h 2475850"/>
                  <a:gd name="connsiteX102" fmla="*/ 145292 w 1537011"/>
                  <a:gd name="connsiteY102" fmla="*/ 308730 h 2475850"/>
                  <a:gd name="connsiteX103" fmla="*/ 549909 w 1537011"/>
                  <a:gd name="connsiteY103" fmla="*/ 32552 h 2475850"/>
                  <a:gd name="connsiteX104" fmla="*/ 794163 w 1537011"/>
                  <a:gd name="connsiteY104"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500911 w 1537011"/>
                  <a:gd name="connsiteY13" fmla="*/ 2459508 h 2475850"/>
                  <a:gd name="connsiteX14" fmla="*/ 447457 w 1537011"/>
                  <a:gd name="connsiteY14" fmla="*/ 2446887 h 2475850"/>
                  <a:gd name="connsiteX15" fmla="*/ 391775 w 1537011"/>
                  <a:gd name="connsiteY15" fmla="*/ 2352600 h 2475850"/>
                  <a:gd name="connsiteX16" fmla="*/ 470472 w 1537011"/>
                  <a:gd name="connsiteY16" fmla="*/ 2270192 h 2475850"/>
                  <a:gd name="connsiteX17" fmla="*/ 460819 w 1537011"/>
                  <a:gd name="connsiteY17" fmla="*/ 2117997 h 2475850"/>
                  <a:gd name="connsiteX18" fmla="*/ 417759 w 1537011"/>
                  <a:gd name="connsiteY18" fmla="*/ 2125420 h 2475850"/>
                  <a:gd name="connsiteX19" fmla="*/ 390290 w 1537011"/>
                  <a:gd name="connsiteY19" fmla="*/ 2156602 h 2475850"/>
                  <a:gd name="connsiteX20" fmla="*/ 414047 w 1537011"/>
                  <a:gd name="connsiteY20" fmla="*/ 2190753 h 2475850"/>
                  <a:gd name="connsiteX21" fmla="*/ 458592 w 1537011"/>
                  <a:gd name="connsiteY21" fmla="*/ 2201147 h 2475850"/>
                  <a:gd name="connsiteX22" fmla="*/ 763724 w 1537011"/>
                  <a:gd name="connsiteY22" fmla="*/ 2210798 h 2475850"/>
                  <a:gd name="connsiteX23" fmla="*/ 1054751 w 1537011"/>
                  <a:gd name="connsiteY23" fmla="*/ 2220450 h 2475850"/>
                  <a:gd name="connsiteX24" fmla="*/ 1106721 w 1537011"/>
                  <a:gd name="connsiteY24" fmla="*/ 2215253 h 2475850"/>
                  <a:gd name="connsiteX25" fmla="*/ 1136417 w 1537011"/>
                  <a:gd name="connsiteY25" fmla="*/ 2182586 h 2475850"/>
                  <a:gd name="connsiteX26" fmla="*/ 1110433 w 1537011"/>
                  <a:gd name="connsiteY26" fmla="*/ 2146950 h 2475850"/>
                  <a:gd name="connsiteX27" fmla="*/ 1045100 w 1537011"/>
                  <a:gd name="connsiteY27" fmla="*/ 2136557 h 2475850"/>
                  <a:gd name="connsiteX28" fmla="*/ 460819 w 1537011"/>
                  <a:gd name="connsiteY28" fmla="*/ 2117997 h 2475850"/>
                  <a:gd name="connsiteX29" fmla="*/ 425926 w 1537011"/>
                  <a:gd name="connsiteY29" fmla="*/ 2063800 h 2475850"/>
                  <a:gd name="connsiteX30" fmla="*/ 465274 w 1537011"/>
                  <a:gd name="connsiteY30" fmla="*/ 2065285 h 2475850"/>
                  <a:gd name="connsiteX31" fmla="*/ 506849 w 1537011"/>
                  <a:gd name="connsiteY31" fmla="*/ 2066770 h 2475850"/>
                  <a:gd name="connsiteX32" fmla="*/ 526151 w 1537011"/>
                  <a:gd name="connsiteY32" fmla="*/ 2066770 h 2475850"/>
                  <a:gd name="connsiteX33" fmla="*/ 1096326 w 1537011"/>
                  <a:gd name="connsiteY33" fmla="*/ 2083845 h 2475850"/>
                  <a:gd name="connsiteX34" fmla="*/ 1137159 w 1537011"/>
                  <a:gd name="connsiteY34" fmla="*/ 2097209 h 2475850"/>
                  <a:gd name="connsiteX35" fmla="*/ 1192840 w 1537011"/>
                  <a:gd name="connsiteY35" fmla="*/ 2187041 h 2475850"/>
                  <a:gd name="connsiteX36" fmla="*/ 1128251 w 1537011"/>
                  <a:gd name="connsiteY36" fmla="*/ 2267964 h 2475850"/>
                  <a:gd name="connsiteX37" fmla="*/ 1097811 w 1537011"/>
                  <a:gd name="connsiteY37" fmla="*/ 2276131 h 2475850"/>
                  <a:gd name="connsiteX38" fmla="*/ 443001 w 1537011"/>
                  <a:gd name="connsiteY38" fmla="*/ 2256828 h 2475850"/>
                  <a:gd name="connsiteX39" fmla="*/ 338320 w 1537011"/>
                  <a:gd name="connsiteY39" fmla="*/ 2126163 h 2475850"/>
                  <a:gd name="connsiteX40" fmla="*/ 425926 w 1537011"/>
                  <a:gd name="connsiteY40" fmla="*/ 2063800 h 2475850"/>
                  <a:gd name="connsiteX41" fmla="*/ 446713 w 1537011"/>
                  <a:gd name="connsiteY41" fmla="*/ 1916802 h 2475850"/>
                  <a:gd name="connsiteX42" fmla="*/ 390289 w 1537011"/>
                  <a:gd name="connsiteY42" fmla="*/ 1927939 h 2475850"/>
                  <a:gd name="connsiteX43" fmla="*/ 388062 w 1537011"/>
                  <a:gd name="connsiteY43" fmla="*/ 1982877 h 2475850"/>
                  <a:gd name="connsiteX44" fmla="*/ 440773 w 1537011"/>
                  <a:gd name="connsiteY44" fmla="*/ 1996983 h 2475850"/>
                  <a:gd name="connsiteX45" fmla="*/ 1098555 w 1537011"/>
                  <a:gd name="connsiteY45" fmla="*/ 2018513 h 2475850"/>
                  <a:gd name="connsiteX46" fmla="*/ 1149038 w 1537011"/>
                  <a:gd name="connsiteY46" fmla="*/ 2008119 h 2475850"/>
                  <a:gd name="connsiteX47" fmla="*/ 1151266 w 1537011"/>
                  <a:gd name="connsiteY47" fmla="*/ 1952438 h 2475850"/>
                  <a:gd name="connsiteX48" fmla="*/ 1098555 w 1537011"/>
                  <a:gd name="connsiteY48" fmla="*/ 1937590 h 2475850"/>
                  <a:gd name="connsiteX49" fmla="*/ 446713 w 1537011"/>
                  <a:gd name="connsiteY49" fmla="*/ 1916802 h 2475850"/>
                  <a:gd name="connsiteX50" fmla="*/ 523923 w 1537011"/>
                  <a:gd name="connsiteY50" fmla="*/ 192914 h 2475850"/>
                  <a:gd name="connsiteX51" fmla="*/ 408107 w 1537011"/>
                  <a:gd name="connsiteY51" fmla="*/ 273095 h 2475850"/>
                  <a:gd name="connsiteX52" fmla="*/ 183898 w 1537011"/>
                  <a:gd name="connsiteY52" fmla="*/ 552985 h 2475850"/>
                  <a:gd name="connsiteX53" fmla="*/ 150488 w 1537011"/>
                  <a:gd name="connsiteY53" fmla="*/ 820997 h 2475850"/>
                  <a:gd name="connsiteX54" fmla="*/ 244033 w 1537011"/>
                  <a:gd name="connsiteY54" fmla="*/ 1149145 h 2475850"/>
                  <a:gd name="connsiteX55" fmla="*/ 242548 w 1537011"/>
                  <a:gd name="connsiteY55" fmla="*/ 1156569 h 2475850"/>
                  <a:gd name="connsiteX56" fmla="*/ 154200 w 1537011"/>
                  <a:gd name="connsiteY56" fmla="*/ 950920 h 2475850"/>
                  <a:gd name="connsiteX57" fmla="*/ 131186 w 1537011"/>
                  <a:gd name="connsiteY57" fmla="*/ 648757 h 2475850"/>
                  <a:gd name="connsiteX58" fmla="*/ 215821 w 1537011"/>
                  <a:gd name="connsiteY58" fmla="*/ 443851 h 2475850"/>
                  <a:gd name="connsiteX59" fmla="*/ 500165 w 1537011"/>
                  <a:gd name="connsiteY59" fmla="*/ 201081 h 2475850"/>
                  <a:gd name="connsiteX60" fmla="*/ 523923 w 1537011"/>
                  <a:gd name="connsiteY60" fmla="*/ 192914 h 2475850"/>
                  <a:gd name="connsiteX61" fmla="*/ 800630 w 1537011"/>
                  <a:gd name="connsiteY61" fmla="*/ 46764 h 2475850"/>
                  <a:gd name="connsiteX62" fmla="*/ 713588 w 1537011"/>
                  <a:gd name="connsiteY62" fmla="*/ 47343 h 2475850"/>
                  <a:gd name="connsiteX63" fmla="*/ 595938 w 1537011"/>
                  <a:gd name="connsiteY63" fmla="*/ 67446 h 2475850"/>
                  <a:gd name="connsiteX64" fmla="*/ 175732 w 1537011"/>
                  <a:gd name="connsiteY64" fmla="*/ 344366 h 2475850"/>
                  <a:gd name="connsiteX65" fmla="*/ 49521 w 1537011"/>
                  <a:gd name="connsiteY65" fmla="*/ 655438 h 2475850"/>
                  <a:gd name="connsiteX66" fmla="*/ 137126 w 1537011"/>
                  <a:gd name="connsiteY66" fmla="*/ 1109796 h 2475850"/>
                  <a:gd name="connsiteX67" fmla="*/ 310109 w 1537011"/>
                  <a:gd name="connsiteY67" fmla="*/ 1387460 h 2475850"/>
                  <a:gd name="connsiteX68" fmla="*/ 440773 w 1537011"/>
                  <a:gd name="connsiteY68" fmla="*/ 1695562 h 2475850"/>
                  <a:gd name="connsiteX69" fmla="*/ 460819 w 1537011"/>
                  <a:gd name="connsiteY69" fmla="*/ 1792076 h 2475850"/>
                  <a:gd name="connsiteX70" fmla="*/ 492743 w 1537011"/>
                  <a:gd name="connsiteY70" fmla="*/ 1817318 h 2475850"/>
                  <a:gd name="connsiteX71" fmla="*/ 1065146 w 1537011"/>
                  <a:gd name="connsiteY71" fmla="*/ 1836621 h 2475850"/>
                  <a:gd name="connsiteX72" fmla="*/ 1089645 w 1537011"/>
                  <a:gd name="connsiteY72" fmla="*/ 1818803 h 2475850"/>
                  <a:gd name="connsiteX73" fmla="*/ 1116372 w 1537011"/>
                  <a:gd name="connsiteY73" fmla="*/ 1688138 h 2475850"/>
                  <a:gd name="connsiteX74" fmla="*/ 1268567 w 1537011"/>
                  <a:gd name="connsiteY74" fmla="*/ 1319900 h 2475850"/>
                  <a:gd name="connsiteX75" fmla="*/ 1376960 w 1537011"/>
                  <a:gd name="connsiteY75" fmla="*/ 1166220 h 2475850"/>
                  <a:gd name="connsiteX76" fmla="*/ 1468276 w 1537011"/>
                  <a:gd name="connsiteY76" fmla="*/ 916026 h 2475850"/>
                  <a:gd name="connsiteX77" fmla="*/ 1468276 w 1537011"/>
                  <a:gd name="connsiteY77" fmla="*/ 599015 h 2475850"/>
                  <a:gd name="connsiteX78" fmla="*/ 1056236 w 1537011"/>
                  <a:gd name="connsiteY78" fmla="*/ 110506 h 2475850"/>
                  <a:gd name="connsiteX79" fmla="*/ 800630 w 1537011"/>
                  <a:gd name="connsiteY79" fmla="*/ 46764 h 2475850"/>
                  <a:gd name="connsiteX80" fmla="*/ 794163 w 1537011"/>
                  <a:gd name="connsiteY80" fmla="*/ 814 h 2475850"/>
                  <a:gd name="connsiteX81" fmla="*/ 1036191 w 1537011"/>
                  <a:gd name="connsiteY81" fmla="*/ 52598 h 2475850"/>
                  <a:gd name="connsiteX82" fmla="*/ 1503912 w 1537011"/>
                  <a:gd name="connsiteY82" fmla="*/ 551500 h 2475850"/>
                  <a:gd name="connsiteX83" fmla="*/ 1518761 w 1537011"/>
                  <a:gd name="connsiteY83" fmla="*/ 910830 h 2475850"/>
                  <a:gd name="connsiteX84" fmla="*/ 1377702 w 1537011"/>
                  <a:gd name="connsiteY84" fmla="*/ 1250855 h 2475850"/>
                  <a:gd name="connsiteX85" fmla="*/ 1264855 w 1537011"/>
                  <a:gd name="connsiteY85" fmla="*/ 1406020 h 2475850"/>
                  <a:gd name="connsiteX86" fmla="*/ 1163144 w 1537011"/>
                  <a:gd name="connsiteY86" fmla="*/ 1694078 h 2475850"/>
                  <a:gd name="connsiteX87" fmla="*/ 1115630 w 1537011"/>
                  <a:gd name="connsiteY87" fmla="*/ 1876711 h 2475850"/>
                  <a:gd name="connsiteX88" fmla="*/ 1149781 w 1537011"/>
                  <a:gd name="connsiteY88" fmla="*/ 1887848 h 2475850"/>
                  <a:gd name="connsiteX89" fmla="*/ 1229961 w 1537011"/>
                  <a:gd name="connsiteY89" fmla="*/ 1991044 h 2475850"/>
                  <a:gd name="connsiteX90" fmla="*/ 1126023 w 1537011"/>
                  <a:gd name="connsiteY90" fmla="*/ 2077164 h 2475850"/>
                  <a:gd name="connsiteX91" fmla="*/ 1100038 w 1537011"/>
                  <a:gd name="connsiteY91" fmla="*/ 2077906 h 2475850"/>
                  <a:gd name="connsiteX92" fmla="*/ 423698 w 1537011"/>
                  <a:gd name="connsiteY92" fmla="*/ 2054891 h 2475850"/>
                  <a:gd name="connsiteX93" fmla="*/ 368017 w 1537011"/>
                  <a:gd name="connsiteY93" fmla="*/ 2039300 h 2475850"/>
                  <a:gd name="connsiteX94" fmla="*/ 311594 w 1537011"/>
                  <a:gd name="connsiteY94" fmla="*/ 1951695 h 2475850"/>
                  <a:gd name="connsiteX95" fmla="*/ 382123 w 1537011"/>
                  <a:gd name="connsiteY95" fmla="*/ 1867803 h 2475850"/>
                  <a:gd name="connsiteX96" fmla="*/ 434092 w 1537011"/>
                  <a:gd name="connsiteY96" fmla="*/ 1854439 h 2475850"/>
                  <a:gd name="connsiteX97" fmla="*/ 387320 w 1537011"/>
                  <a:gd name="connsiteY97" fmla="*/ 1655472 h 2475850"/>
                  <a:gd name="connsiteX98" fmla="*/ 301199 w 1537011"/>
                  <a:gd name="connsiteY98" fmla="*/ 1459474 h 2475850"/>
                  <a:gd name="connsiteX99" fmla="*/ 137869 w 1537011"/>
                  <a:gd name="connsiteY99" fmla="*/ 1212992 h 2475850"/>
                  <a:gd name="connsiteX100" fmla="*/ 2748 w 1537011"/>
                  <a:gd name="connsiteY100" fmla="*/ 664348 h 2475850"/>
                  <a:gd name="connsiteX101" fmla="*/ 145292 w 1537011"/>
                  <a:gd name="connsiteY101" fmla="*/ 308730 h 2475850"/>
                  <a:gd name="connsiteX102" fmla="*/ 549909 w 1537011"/>
                  <a:gd name="connsiteY102" fmla="*/ 32552 h 2475850"/>
                  <a:gd name="connsiteX103" fmla="*/ 794163 w 1537011"/>
                  <a:gd name="connsiteY103"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500911 w 1537011"/>
                  <a:gd name="connsiteY12" fmla="*/ 2459508 h 2475850"/>
                  <a:gd name="connsiteX13" fmla="*/ 447457 w 1537011"/>
                  <a:gd name="connsiteY13" fmla="*/ 2446887 h 2475850"/>
                  <a:gd name="connsiteX14" fmla="*/ 391775 w 1537011"/>
                  <a:gd name="connsiteY14" fmla="*/ 2352600 h 2475850"/>
                  <a:gd name="connsiteX15" fmla="*/ 470472 w 1537011"/>
                  <a:gd name="connsiteY15" fmla="*/ 2270192 h 2475850"/>
                  <a:gd name="connsiteX16" fmla="*/ 460819 w 1537011"/>
                  <a:gd name="connsiteY16" fmla="*/ 2117997 h 2475850"/>
                  <a:gd name="connsiteX17" fmla="*/ 417759 w 1537011"/>
                  <a:gd name="connsiteY17" fmla="*/ 2125420 h 2475850"/>
                  <a:gd name="connsiteX18" fmla="*/ 390290 w 1537011"/>
                  <a:gd name="connsiteY18" fmla="*/ 2156602 h 2475850"/>
                  <a:gd name="connsiteX19" fmla="*/ 414047 w 1537011"/>
                  <a:gd name="connsiteY19" fmla="*/ 2190753 h 2475850"/>
                  <a:gd name="connsiteX20" fmla="*/ 458592 w 1537011"/>
                  <a:gd name="connsiteY20" fmla="*/ 2201147 h 2475850"/>
                  <a:gd name="connsiteX21" fmla="*/ 763724 w 1537011"/>
                  <a:gd name="connsiteY21" fmla="*/ 2210798 h 2475850"/>
                  <a:gd name="connsiteX22" fmla="*/ 1054751 w 1537011"/>
                  <a:gd name="connsiteY22" fmla="*/ 2220450 h 2475850"/>
                  <a:gd name="connsiteX23" fmla="*/ 1106721 w 1537011"/>
                  <a:gd name="connsiteY23" fmla="*/ 2215253 h 2475850"/>
                  <a:gd name="connsiteX24" fmla="*/ 1136417 w 1537011"/>
                  <a:gd name="connsiteY24" fmla="*/ 2182586 h 2475850"/>
                  <a:gd name="connsiteX25" fmla="*/ 1110433 w 1537011"/>
                  <a:gd name="connsiteY25" fmla="*/ 2146950 h 2475850"/>
                  <a:gd name="connsiteX26" fmla="*/ 1045100 w 1537011"/>
                  <a:gd name="connsiteY26" fmla="*/ 2136557 h 2475850"/>
                  <a:gd name="connsiteX27" fmla="*/ 460819 w 1537011"/>
                  <a:gd name="connsiteY27" fmla="*/ 2117997 h 2475850"/>
                  <a:gd name="connsiteX28" fmla="*/ 425926 w 1537011"/>
                  <a:gd name="connsiteY28" fmla="*/ 2063800 h 2475850"/>
                  <a:gd name="connsiteX29" fmla="*/ 465274 w 1537011"/>
                  <a:gd name="connsiteY29" fmla="*/ 2065285 h 2475850"/>
                  <a:gd name="connsiteX30" fmla="*/ 506849 w 1537011"/>
                  <a:gd name="connsiteY30" fmla="*/ 2066770 h 2475850"/>
                  <a:gd name="connsiteX31" fmla="*/ 526151 w 1537011"/>
                  <a:gd name="connsiteY31" fmla="*/ 2066770 h 2475850"/>
                  <a:gd name="connsiteX32" fmla="*/ 1096326 w 1537011"/>
                  <a:gd name="connsiteY32" fmla="*/ 2083845 h 2475850"/>
                  <a:gd name="connsiteX33" fmla="*/ 1137159 w 1537011"/>
                  <a:gd name="connsiteY33" fmla="*/ 2097209 h 2475850"/>
                  <a:gd name="connsiteX34" fmla="*/ 1192840 w 1537011"/>
                  <a:gd name="connsiteY34" fmla="*/ 2187041 h 2475850"/>
                  <a:gd name="connsiteX35" fmla="*/ 1128251 w 1537011"/>
                  <a:gd name="connsiteY35" fmla="*/ 2267964 h 2475850"/>
                  <a:gd name="connsiteX36" fmla="*/ 1097811 w 1537011"/>
                  <a:gd name="connsiteY36" fmla="*/ 2276131 h 2475850"/>
                  <a:gd name="connsiteX37" fmla="*/ 443001 w 1537011"/>
                  <a:gd name="connsiteY37" fmla="*/ 2256828 h 2475850"/>
                  <a:gd name="connsiteX38" fmla="*/ 338320 w 1537011"/>
                  <a:gd name="connsiteY38" fmla="*/ 2126163 h 2475850"/>
                  <a:gd name="connsiteX39" fmla="*/ 425926 w 1537011"/>
                  <a:gd name="connsiteY39" fmla="*/ 2063800 h 2475850"/>
                  <a:gd name="connsiteX40" fmla="*/ 446713 w 1537011"/>
                  <a:gd name="connsiteY40" fmla="*/ 1916802 h 2475850"/>
                  <a:gd name="connsiteX41" fmla="*/ 390289 w 1537011"/>
                  <a:gd name="connsiteY41" fmla="*/ 1927939 h 2475850"/>
                  <a:gd name="connsiteX42" fmla="*/ 388062 w 1537011"/>
                  <a:gd name="connsiteY42" fmla="*/ 1982877 h 2475850"/>
                  <a:gd name="connsiteX43" fmla="*/ 440773 w 1537011"/>
                  <a:gd name="connsiteY43" fmla="*/ 1996983 h 2475850"/>
                  <a:gd name="connsiteX44" fmla="*/ 1098555 w 1537011"/>
                  <a:gd name="connsiteY44" fmla="*/ 2018513 h 2475850"/>
                  <a:gd name="connsiteX45" fmla="*/ 1149038 w 1537011"/>
                  <a:gd name="connsiteY45" fmla="*/ 2008119 h 2475850"/>
                  <a:gd name="connsiteX46" fmla="*/ 1151266 w 1537011"/>
                  <a:gd name="connsiteY46" fmla="*/ 1952438 h 2475850"/>
                  <a:gd name="connsiteX47" fmla="*/ 1098555 w 1537011"/>
                  <a:gd name="connsiteY47" fmla="*/ 1937590 h 2475850"/>
                  <a:gd name="connsiteX48" fmla="*/ 446713 w 1537011"/>
                  <a:gd name="connsiteY48" fmla="*/ 1916802 h 2475850"/>
                  <a:gd name="connsiteX49" fmla="*/ 523923 w 1537011"/>
                  <a:gd name="connsiteY49" fmla="*/ 192914 h 2475850"/>
                  <a:gd name="connsiteX50" fmla="*/ 408107 w 1537011"/>
                  <a:gd name="connsiteY50" fmla="*/ 273095 h 2475850"/>
                  <a:gd name="connsiteX51" fmla="*/ 183898 w 1537011"/>
                  <a:gd name="connsiteY51" fmla="*/ 552985 h 2475850"/>
                  <a:gd name="connsiteX52" fmla="*/ 150488 w 1537011"/>
                  <a:gd name="connsiteY52" fmla="*/ 820997 h 2475850"/>
                  <a:gd name="connsiteX53" fmla="*/ 244033 w 1537011"/>
                  <a:gd name="connsiteY53" fmla="*/ 1149145 h 2475850"/>
                  <a:gd name="connsiteX54" fmla="*/ 242548 w 1537011"/>
                  <a:gd name="connsiteY54" fmla="*/ 1156569 h 2475850"/>
                  <a:gd name="connsiteX55" fmla="*/ 154200 w 1537011"/>
                  <a:gd name="connsiteY55" fmla="*/ 950920 h 2475850"/>
                  <a:gd name="connsiteX56" fmla="*/ 131186 w 1537011"/>
                  <a:gd name="connsiteY56" fmla="*/ 648757 h 2475850"/>
                  <a:gd name="connsiteX57" fmla="*/ 215821 w 1537011"/>
                  <a:gd name="connsiteY57" fmla="*/ 443851 h 2475850"/>
                  <a:gd name="connsiteX58" fmla="*/ 500165 w 1537011"/>
                  <a:gd name="connsiteY58" fmla="*/ 201081 h 2475850"/>
                  <a:gd name="connsiteX59" fmla="*/ 523923 w 1537011"/>
                  <a:gd name="connsiteY59" fmla="*/ 192914 h 2475850"/>
                  <a:gd name="connsiteX60" fmla="*/ 800630 w 1537011"/>
                  <a:gd name="connsiteY60" fmla="*/ 46764 h 2475850"/>
                  <a:gd name="connsiteX61" fmla="*/ 713588 w 1537011"/>
                  <a:gd name="connsiteY61" fmla="*/ 47343 h 2475850"/>
                  <a:gd name="connsiteX62" fmla="*/ 595938 w 1537011"/>
                  <a:gd name="connsiteY62" fmla="*/ 67446 h 2475850"/>
                  <a:gd name="connsiteX63" fmla="*/ 175732 w 1537011"/>
                  <a:gd name="connsiteY63" fmla="*/ 344366 h 2475850"/>
                  <a:gd name="connsiteX64" fmla="*/ 49521 w 1537011"/>
                  <a:gd name="connsiteY64" fmla="*/ 655438 h 2475850"/>
                  <a:gd name="connsiteX65" fmla="*/ 137126 w 1537011"/>
                  <a:gd name="connsiteY65" fmla="*/ 1109796 h 2475850"/>
                  <a:gd name="connsiteX66" fmla="*/ 310109 w 1537011"/>
                  <a:gd name="connsiteY66" fmla="*/ 1387460 h 2475850"/>
                  <a:gd name="connsiteX67" fmla="*/ 440773 w 1537011"/>
                  <a:gd name="connsiteY67" fmla="*/ 1695562 h 2475850"/>
                  <a:gd name="connsiteX68" fmla="*/ 460819 w 1537011"/>
                  <a:gd name="connsiteY68" fmla="*/ 1792076 h 2475850"/>
                  <a:gd name="connsiteX69" fmla="*/ 492743 w 1537011"/>
                  <a:gd name="connsiteY69" fmla="*/ 1817318 h 2475850"/>
                  <a:gd name="connsiteX70" fmla="*/ 1065146 w 1537011"/>
                  <a:gd name="connsiteY70" fmla="*/ 1836621 h 2475850"/>
                  <a:gd name="connsiteX71" fmla="*/ 1089645 w 1537011"/>
                  <a:gd name="connsiteY71" fmla="*/ 1818803 h 2475850"/>
                  <a:gd name="connsiteX72" fmla="*/ 1116372 w 1537011"/>
                  <a:gd name="connsiteY72" fmla="*/ 1688138 h 2475850"/>
                  <a:gd name="connsiteX73" fmla="*/ 1268567 w 1537011"/>
                  <a:gd name="connsiteY73" fmla="*/ 1319900 h 2475850"/>
                  <a:gd name="connsiteX74" fmla="*/ 1376960 w 1537011"/>
                  <a:gd name="connsiteY74" fmla="*/ 1166220 h 2475850"/>
                  <a:gd name="connsiteX75" fmla="*/ 1468276 w 1537011"/>
                  <a:gd name="connsiteY75" fmla="*/ 916026 h 2475850"/>
                  <a:gd name="connsiteX76" fmla="*/ 1468276 w 1537011"/>
                  <a:gd name="connsiteY76" fmla="*/ 599015 h 2475850"/>
                  <a:gd name="connsiteX77" fmla="*/ 1056236 w 1537011"/>
                  <a:gd name="connsiteY77" fmla="*/ 110506 h 2475850"/>
                  <a:gd name="connsiteX78" fmla="*/ 800630 w 1537011"/>
                  <a:gd name="connsiteY78" fmla="*/ 46764 h 2475850"/>
                  <a:gd name="connsiteX79" fmla="*/ 794163 w 1537011"/>
                  <a:gd name="connsiteY79" fmla="*/ 814 h 2475850"/>
                  <a:gd name="connsiteX80" fmla="*/ 1036191 w 1537011"/>
                  <a:gd name="connsiteY80" fmla="*/ 52598 h 2475850"/>
                  <a:gd name="connsiteX81" fmla="*/ 1503912 w 1537011"/>
                  <a:gd name="connsiteY81" fmla="*/ 551500 h 2475850"/>
                  <a:gd name="connsiteX82" fmla="*/ 1518761 w 1537011"/>
                  <a:gd name="connsiteY82" fmla="*/ 910830 h 2475850"/>
                  <a:gd name="connsiteX83" fmla="*/ 1377702 w 1537011"/>
                  <a:gd name="connsiteY83" fmla="*/ 1250855 h 2475850"/>
                  <a:gd name="connsiteX84" fmla="*/ 1264855 w 1537011"/>
                  <a:gd name="connsiteY84" fmla="*/ 1406020 h 2475850"/>
                  <a:gd name="connsiteX85" fmla="*/ 1163144 w 1537011"/>
                  <a:gd name="connsiteY85" fmla="*/ 1694078 h 2475850"/>
                  <a:gd name="connsiteX86" fmla="*/ 1115630 w 1537011"/>
                  <a:gd name="connsiteY86" fmla="*/ 1876711 h 2475850"/>
                  <a:gd name="connsiteX87" fmla="*/ 1149781 w 1537011"/>
                  <a:gd name="connsiteY87" fmla="*/ 1887848 h 2475850"/>
                  <a:gd name="connsiteX88" fmla="*/ 1229961 w 1537011"/>
                  <a:gd name="connsiteY88" fmla="*/ 1991044 h 2475850"/>
                  <a:gd name="connsiteX89" fmla="*/ 1126023 w 1537011"/>
                  <a:gd name="connsiteY89" fmla="*/ 2077164 h 2475850"/>
                  <a:gd name="connsiteX90" fmla="*/ 1100038 w 1537011"/>
                  <a:gd name="connsiteY90" fmla="*/ 2077906 h 2475850"/>
                  <a:gd name="connsiteX91" fmla="*/ 423698 w 1537011"/>
                  <a:gd name="connsiteY91" fmla="*/ 2054891 h 2475850"/>
                  <a:gd name="connsiteX92" fmla="*/ 368017 w 1537011"/>
                  <a:gd name="connsiteY92" fmla="*/ 2039300 h 2475850"/>
                  <a:gd name="connsiteX93" fmla="*/ 311594 w 1537011"/>
                  <a:gd name="connsiteY93" fmla="*/ 1951695 h 2475850"/>
                  <a:gd name="connsiteX94" fmla="*/ 382123 w 1537011"/>
                  <a:gd name="connsiteY94" fmla="*/ 1867803 h 2475850"/>
                  <a:gd name="connsiteX95" fmla="*/ 434092 w 1537011"/>
                  <a:gd name="connsiteY95" fmla="*/ 1854439 h 2475850"/>
                  <a:gd name="connsiteX96" fmla="*/ 387320 w 1537011"/>
                  <a:gd name="connsiteY96" fmla="*/ 1655472 h 2475850"/>
                  <a:gd name="connsiteX97" fmla="*/ 301199 w 1537011"/>
                  <a:gd name="connsiteY97" fmla="*/ 1459474 h 2475850"/>
                  <a:gd name="connsiteX98" fmla="*/ 137869 w 1537011"/>
                  <a:gd name="connsiteY98" fmla="*/ 1212992 h 2475850"/>
                  <a:gd name="connsiteX99" fmla="*/ 2748 w 1537011"/>
                  <a:gd name="connsiteY99" fmla="*/ 664348 h 2475850"/>
                  <a:gd name="connsiteX100" fmla="*/ 145292 w 1537011"/>
                  <a:gd name="connsiteY100" fmla="*/ 308730 h 2475850"/>
                  <a:gd name="connsiteX101" fmla="*/ 549909 w 1537011"/>
                  <a:gd name="connsiteY101" fmla="*/ 32552 h 2475850"/>
                  <a:gd name="connsiteX102" fmla="*/ 794163 w 1537011"/>
                  <a:gd name="connsiteY102" fmla="*/ 814 h 247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37011" h="2475850">
                    <a:moveTo>
                      <a:pt x="503138" y="2319191"/>
                    </a:moveTo>
                    <a:cubicBezTo>
                      <a:pt x="466017" y="2317706"/>
                      <a:pt x="444487" y="2334039"/>
                      <a:pt x="443744" y="2360024"/>
                    </a:cubicBezTo>
                    <a:cubicBezTo>
                      <a:pt x="443744" y="2385266"/>
                      <a:pt x="466017" y="2402342"/>
                      <a:pt x="501653" y="2403827"/>
                    </a:cubicBezTo>
                    <a:lnTo>
                      <a:pt x="1051782" y="2420160"/>
                    </a:lnTo>
                    <a:cubicBezTo>
                      <a:pt x="1074055" y="2418675"/>
                      <a:pt x="1094100" y="2407539"/>
                      <a:pt x="1097070" y="2383040"/>
                    </a:cubicBezTo>
                    <a:cubicBezTo>
                      <a:pt x="1099297" y="2357797"/>
                      <a:pt x="1080737" y="2345176"/>
                      <a:pt x="1058465" y="2339237"/>
                    </a:cubicBezTo>
                    <a:cubicBezTo>
                      <a:pt x="1047329" y="2336267"/>
                      <a:pt x="618212" y="2322161"/>
                      <a:pt x="503138" y="2319191"/>
                    </a:cubicBezTo>
                    <a:close/>
                    <a:moveTo>
                      <a:pt x="470472" y="2270192"/>
                    </a:moveTo>
                    <a:cubicBezTo>
                      <a:pt x="489032" y="2270192"/>
                      <a:pt x="506850" y="2269450"/>
                      <a:pt x="525411" y="2270192"/>
                    </a:cubicBezTo>
                    <a:lnTo>
                      <a:pt x="1067374" y="2287268"/>
                    </a:lnTo>
                    <a:cubicBezTo>
                      <a:pt x="1120828" y="2297661"/>
                      <a:pt x="1155721" y="2339237"/>
                      <a:pt x="1152751" y="2388236"/>
                    </a:cubicBezTo>
                    <a:cubicBezTo>
                      <a:pt x="1149782" y="2435751"/>
                      <a:pt x="1106721" y="2476583"/>
                      <a:pt x="1054010" y="2475841"/>
                    </a:cubicBezTo>
                    <a:lnTo>
                      <a:pt x="500911" y="2459508"/>
                    </a:lnTo>
                    <a:cubicBezTo>
                      <a:pt x="468245" y="2456662"/>
                      <a:pt x="464532" y="2455053"/>
                      <a:pt x="447457" y="2446887"/>
                    </a:cubicBezTo>
                    <a:cubicBezTo>
                      <a:pt x="410336" y="2428327"/>
                      <a:pt x="385837" y="2388978"/>
                      <a:pt x="391775" y="2352600"/>
                    </a:cubicBezTo>
                    <a:cubicBezTo>
                      <a:pt x="398457" y="2308055"/>
                      <a:pt x="425926" y="2280586"/>
                      <a:pt x="470472" y="2270192"/>
                    </a:cubicBezTo>
                    <a:close/>
                    <a:moveTo>
                      <a:pt x="460819" y="2117997"/>
                    </a:moveTo>
                    <a:cubicBezTo>
                      <a:pt x="445229" y="2117997"/>
                      <a:pt x="431123" y="2119481"/>
                      <a:pt x="417759" y="2125420"/>
                    </a:cubicBezTo>
                    <a:cubicBezTo>
                      <a:pt x="404395" y="2131360"/>
                      <a:pt x="391774" y="2140269"/>
                      <a:pt x="390290" y="2156602"/>
                    </a:cubicBezTo>
                    <a:cubicBezTo>
                      <a:pt x="388805" y="2173678"/>
                      <a:pt x="401425" y="2183329"/>
                      <a:pt x="414047" y="2190753"/>
                    </a:cubicBezTo>
                    <a:cubicBezTo>
                      <a:pt x="427411" y="2198919"/>
                      <a:pt x="443001" y="2201147"/>
                      <a:pt x="458592" y="2201147"/>
                    </a:cubicBezTo>
                    <a:lnTo>
                      <a:pt x="763724" y="2210798"/>
                    </a:lnTo>
                    <a:lnTo>
                      <a:pt x="1054751" y="2220450"/>
                    </a:lnTo>
                    <a:cubicBezTo>
                      <a:pt x="1072569" y="2221192"/>
                      <a:pt x="1090387" y="2221935"/>
                      <a:pt x="1106721" y="2215253"/>
                    </a:cubicBezTo>
                    <a:cubicBezTo>
                      <a:pt x="1121569" y="2209314"/>
                      <a:pt x="1134932" y="2201147"/>
                      <a:pt x="1136417" y="2182586"/>
                    </a:cubicBezTo>
                    <a:cubicBezTo>
                      <a:pt x="1137159" y="2163283"/>
                      <a:pt x="1124538" y="2154375"/>
                      <a:pt x="1110433" y="2146950"/>
                    </a:cubicBezTo>
                    <a:cubicBezTo>
                      <a:pt x="1090387" y="2136557"/>
                      <a:pt x="1067372" y="2137299"/>
                      <a:pt x="1045100" y="2136557"/>
                    </a:cubicBezTo>
                    <a:lnTo>
                      <a:pt x="460819" y="2117997"/>
                    </a:lnTo>
                    <a:close/>
                    <a:moveTo>
                      <a:pt x="425926" y="2063800"/>
                    </a:moveTo>
                    <a:cubicBezTo>
                      <a:pt x="438546" y="2064543"/>
                      <a:pt x="451910" y="2064543"/>
                      <a:pt x="465274" y="2065285"/>
                    </a:cubicBezTo>
                    <a:cubicBezTo>
                      <a:pt x="479379" y="2066770"/>
                      <a:pt x="493485" y="2066770"/>
                      <a:pt x="506849" y="2066770"/>
                    </a:cubicBezTo>
                    <a:lnTo>
                      <a:pt x="526151" y="2066770"/>
                    </a:lnTo>
                    <a:lnTo>
                      <a:pt x="1096326" y="2083845"/>
                    </a:lnTo>
                    <a:cubicBezTo>
                      <a:pt x="1109690" y="2090528"/>
                      <a:pt x="1123796" y="2089785"/>
                      <a:pt x="1137159" y="2097209"/>
                    </a:cubicBezTo>
                    <a:cubicBezTo>
                      <a:pt x="1172795" y="2117254"/>
                      <a:pt x="1195810" y="2143981"/>
                      <a:pt x="1192840" y="2187041"/>
                    </a:cubicBezTo>
                    <a:cubicBezTo>
                      <a:pt x="1190613" y="2229358"/>
                      <a:pt x="1164628" y="2253116"/>
                      <a:pt x="1128251" y="2267964"/>
                    </a:cubicBezTo>
                    <a:cubicBezTo>
                      <a:pt x="1118599" y="2272419"/>
                      <a:pt x="1108205" y="2273904"/>
                      <a:pt x="1097811" y="2276131"/>
                    </a:cubicBezTo>
                    <a:cubicBezTo>
                      <a:pt x="1078508" y="2276131"/>
                      <a:pt x="492000" y="2253116"/>
                      <a:pt x="443001" y="2256828"/>
                    </a:cubicBezTo>
                    <a:cubicBezTo>
                      <a:pt x="366532" y="2253858"/>
                      <a:pt x="313078" y="2187784"/>
                      <a:pt x="338320" y="2126163"/>
                    </a:cubicBezTo>
                    <a:cubicBezTo>
                      <a:pt x="353911" y="2088299"/>
                      <a:pt x="386577" y="2070482"/>
                      <a:pt x="425926" y="2063800"/>
                    </a:cubicBezTo>
                    <a:close/>
                    <a:moveTo>
                      <a:pt x="446713" y="1916802"/>
                    </a:moveTo>
                    <a:cubicBezTo>
                      <a:pt x="426668" y="1916059"/>
                      <a:pt x="407365" y="1919029"/>
                      <a:pt x="390289" y="1927939"/>
                    </a:cubicBezTo>
                    <a:cubicBezTo>
                      <a:pt x="364305" y="1941302"/>
                      <a:pt x="363563" y="1966543"/>
                      <a:pt x="388062" y="1982877"/>
                    </a:cubicBezTo>
                    <a:cubicBezTo>
                      <a:pt x="404395" y="1992528"/>
                      <a:pt x="421471" y="1996241"/>
                      <a:pt x="440773" y="1996983"/>
                    </a:cubicBezTo>
                    <a:lnTo>
                      <a:pt x="1098555" y="2018513"/>
                    </a:lnTo>
                    <a:cubicBezTo>
                      <a:pt x="1116372" y="2019255"/>
                      <a:pt x="1133448" y="2017029"/>
                      <a:pt x="1149038" y="2008119"/>
                    </a:cubicBezTo>
                    <a:cubicBezTo>
                      <a:pt x="1176507" y="1993271"/>
                      <a:pt x="1177992" y="1969513"/>
                      <a:pt x="1151266" y="1952438"/>
                    </a:cubicBezTo>
                    <a:cubicBezTo>
                      <a:pt x="1135674" y="1942787"/>
                      <a:pt x="1117115" y="1938332"/>
                      <a:pt x="1098555" y="1937590"/>
                    </a:cubicBezTo>
                    <a:lnTo>
                      <a:pt x="446713" y="1916802"/>
                    </a:lnTo>
                    <a:close/>
                    <a:moveTo>
                      <a:pt x="523923" y="192914"/>
                    </a:moveTo>
                    <a:cubicBezTo>
                      <a:pt x="480864" y="222610"/>
                      <a:pt x="443743" y="246368"/>
                      <a:pt x="408107" y="273095"/>
                    </a:cubicBezTo>
                    <a:cubicBezTo>
                      <a:pt x="311592" y="348079"/>
                      <a:pt x="229927" y="436426"/>
                      <a:pt x="183898" y="552985"/>
                    </a:cubicBezTo>
                    <a:cubicBezTo>
                      <a:pt x="149004" y="639105"/>
                      <a:pt x="140095" y="728938"/>
                      <a:pt x="150488" y="820997"/>
                    </a:cubicBezTo>
                    <a:cubicBezTo>
                      <a:pt x="163110" y="935329"/>
                      <a:pt x="194291" y="1044464"/>
                      <a:pt x="244033" y="1149145"/>
                    </a:cubicBezTo>
                    <a:cubicBezTo>
                      <a:pt x="244775" y="1149887"/>
                      <a:pt x="243290" y="1152114"/>
                      <a:pt x="242548" y="1156569"/>
                    </a:cubicBezTo>
                    <a:cubicBezTo>
                      <a:pt x="201715" y="1091237"/>
                      <a:pt x="174988" y="1022191"/>
                      <a:pt x="154200" y="950920"/>
                    </a:cubicBezTo>
                    <a:cubicBezTo>
                      <a:pt x="125989" y="852179"/>
                      <a:pt x="115595" y="751210"/>
                      <a:pt x="131186" y="648757"/>
                    </a:cubicBezTo>
                    <a:cubicBezTo>
                      <a:pt x="142322" y="573773"/>
                      <a:pt x="173503" y="506213"/>
                      <a:pt x="215821" y="443851"/>
                    </a:cubicBezTo>
                    <a:cubicBezTo>
                      <a:pt x="288578" y="336943"/>
                      <a:pt x="387319" y="260474"/>
                      <a:pt x="500165" y="201081"/>
                    </a:cubicBezTo>
                    <a:cubicBezTo>
                      <a:pt x="505363" y="198111"/>
                      <a:pt x="510560" y="197369"/>
                      <a:pt x="523923" y="192914"/>
                    </a:cubicBezTo>
                    <a:close/>
                    <a:moveTo>
                      <a:pt x="800630" y="46764"/>
                    </a:moveTo>
                    <a:cubicBezTo>
                      <a:pt x="771780" y="44996"/>
                      <a:pt x="742769" y="45142"/>
                      <a:pt x="713588" y="47343"/>
                    </a:cubicBezTo>
                    <a:cubicBezTo>
                      <a:pt x="674681" y="50278"/>
                      <a:pt x="635472" y="56866"/>
                      <a:pt x="595938" y="67446"/>
                    </a:cubicBezTo>
                    <a:cubicBezTo>
                      <a:pt x="425183" y="112734"/>
                      <a:pt x="287836" y="210732"/>
                      <a:pt x="175732" y="344366"/>
                    </a:cubicBezTo>
                    <a:cubicBezTo>
                      <a:pt x="100748" y="434199"/>
                      <a:pt x="62142" y="540364"/>
                      <a:pt x="49521" y="655438"/>
                    </a:cubicBezTo>
                    <a:cubicBezTo>
                      <a:pt x="32446" y="815058"/>
                      <a:pt x="71793" y="965026"/>
                      <a:pt x="137126" y="1109796"/>
                    </a:cubicBezTo>
                    <a:cubicBezTo>
                      <a:pt x="182413" y="1210023"/>
                      <a:pt x="249230" y="1296886"/>
                      <a:pt x="310109" y="1387460"/>
                    </a:cubicBezTo>
                    <a:cubicBezTo>
                      <a:pt x="373956" y="1482489"/>
                      <a:pt x="427410" y="1581972"/>
                      <a:pt x="440773" y="1695562"/>
                    </a:cubicBezTo>
                    <a:cubicBezTo>
                      <a:pt x="445228" y="1727486"/>
                      <a:pt x="454138" y="1759410"/>
                      <a:pt x="460819" y="1792076"/>
                    </a:cubicBezTo>
                    <a:cubicBezTo>
                      <a:pt x="464531" y="1810636"/>
                      <a:pt x="462764" y="1817754"/>
                      <a:pt x="492743" y="1817318"/>
                    </a:cubicBezTo>
                    <a:cubicBezTo>
                      <a:pt x="593727" y="1815849"/>
                      <a:pt x="965662" y="1836373"/>
                      <a:pt x="1065146" y="1836621"/>
                    </a:cubicBezTo>
                    <a:cubicBezTo>
                      <a:pt x="1079251" y="1838106"/>
                      <a:pt x="1085190" y="1832167"/>
                      <a:pt x="1089645" y="1818803"/>
                    </a:cubicBezTo>
                    <a:cubicBezTo>
                      <a:pt x="1103008" y="1776485"/>
                      <a:pt x="1111175" y="1731941"/>
                      <a:pt x="1116372" y="1688138"/>
                    </a:cubicBezTo>
                    <a:cubicBezTo>
                      <a:pt x="1132705" y="1550791"/>
                      <a:pt x="1179477" y="1427550"/>
                      <a:pt x="1268567" y="1319900"/>
                    </a:cubicBezTo>
                    <a:cubicBezTo>
                      <a:pt x="1307915" y="1271643"/>
                      <a:pt x="1343551" y="1219674"/>
                      <a:pt x="1376960" y="1166220"/>
                    </a:cubicBezTo>
                    <a:cubicBezTo>
                      <a:pt x="1425217" y="1089752"/>
                      <a:pt x="1448232" y="1002889"/>
                      <a:pt x="1468276" y="916026"/>
                    </a:cubicBezTo>
                    <a:cubicBezTo>
                      <a:pt x="1493519" y="809861"/>
                      <a:pt x="1500201" y="703696"/>
                      <a:pt x="1468276" y="599015"/>
                    </a:cubicBezTo>
                    <a:cubicBezTo>
                      <a:pt x="1401459" y="377775"/>
                      <a:pt x="1275248" y="204792"/>
                      <a:pt x="1056236" y="110506"/>
                    </a:cubicBezTo>
                    <a:cubicBezTo>
                      <a:pt x="972297" y="74592"/>
                      <a:pt x="887183" y="52067"/>
                      <a:pt x="800630" y="46764"/>
                    </a:cubicBezTo>
                    <a:close/>
                    <a:moveTo>
                      <a:pt x="794163" y="814"/>
                    </a:moveTo>
                    <a:cubicBezTo>
                      <a:pt x="875086" y="4712"/>
                      <a:pt x="955638" y="22530"/>
                      <a:pt x="1036191" y="52598"/>
                    </a:cubicBezTo>
                    <a:cubicBezTo>
                      <a:pt x="1275248" y="140945"/>
                      <a:pt x="1421504" y="317640"/>
                      <a:pt x="1503912" y="551500"/>
                    </a:cubicBezTo>
                    <a:cubicBezTo>
                      <a:pt x="1544745" y="668802"/>
                      <a:pt x="1545488" y="789816"/>
                      <a:pt x="1518761" y="910830"/>
                    </a:cubicBezTo>
                    <a:cubicBezTo>
                      <a:pt x="1492034" y="1032586"/>
                      <a:pt x="1457140" y="1149887"/>
                      <a:pt x="1377702" y="1250855"/>
                    </a:cubicBezTo>
                    <a:cubicBezTo>
                      <a:pt x="1337612" y="1300597"/>
                      <a:pt x="1301233" y="1354051"/>
                      <a:pt x="1264855" y="1406020"/>
                    </a:cubicBezTo>
                    <a:cubicBezTo>
                      <a:pt x="1203977" y="1492140"/>
                      <a:pt x="1177250" y="1590882"/>
                      <a:pt x="1163144" y="1694078"/>
                    </a:cubicBezTo>
                    <a:cubicBezTo>
                      <a:pt x="1154235" y="1756440"/>
                      <a:pt x="1146811" y="1819546"/>
                      <a:pt x="1115630" y="1876711"/>
                    </a:cubicBezTo>
                    <a:cubicBezTo>
                      <a:pt x="1125281" y="1884878"/>
                      <a:pt x="1138644" y="1884136"/>
                      <a:pt x="1149781" y="1887848"/>
                    </a:cubicBezTo>
                    <a:cubicBezTo>
                      <a:pt x="1203235" y="1904923"/>
                      <a:pt x="1235158" y="1945757"/>
                      <a:pt x="1229961" y="1991044"/>
                    </a:cubicBezTo>
                    <a:cubicBezTo>
                      <a:pt x="1224022" y="2034846"/>
                      <a:pt x="1177992" y="2073451"/>
                      <a:pt x="1126023" y="2077164"/>
                    </a:cubicBezTo>
                    <a:cubicBezTo>
                      <a:pt x="1117857" y="2077906"/>
                      <a:pt x="1108948" y="2077906"/>
                      <a:pt x="1100038" y="2077906"/>
                    </a:cubicBezTo>
                    <a:cubicBezTo>
                      <a:pt x="1038418" y="2074936"/>
                      <a:pt x="496455" y="2056376"/>
                      <a:pt x="423698" y="2054891"/>
                    </a:cubicBezTo>
                    <a:cubicBezTo>
                      <a:pt x="403653" y="2055633"/>
                      <a:pt x="385093" y="2048210"/>
                      <a:pt x="368017" y="2039300"/>
                    </a:cubicBezTo>
                    <a:cubicBezTo>
                      <a:pt x="333866" y="2020740"/>
                      <a:pt x="309366" y="1994013"/>
                      <a:pt x="311594" y="1951695"/>
                    </a:cubicBezTo>
                    <a:cubicBezTo>
                      <a:pt x="314565" y="1907151"/>
                      <a:pt x="344260" y="1882651"/>
                      <a:pt x="382123" y="1867803"/>
                    </a:cubicBezTo>
                    <a:cubicBezTo>
                      <a:pt x="397714" y="1861121"/>
                      <a:pt x="415532" y="1858893"/>
                      <a:pt x="434092" y="1854439"/>
                    </a:cubicBezTo>
                    <a:cubicBezTo>
                      <a:pt x="408107" y="1790591"/>
                      <a:pt x="400684" y="1722289"/>
                      <a:pt x="387320" y="1655472"/>
                    </a:cubicBezTo>
                    <a:cubicBezTo>
                      <a:pt x="372471" y="1584200"/>
                      <a:pt x="337578" y="1521837"/>
                      <a:pt x="301199" y="1459474"/>
                    </a:cubicBezTo>
                    <a:cubicBezTo>
                      <a:pt x="251458" y="1374096"/>
                      <a:pt x="185383" y="1299855"/>
                      <a:pt x="137869" y="1212992"/>
                    </a:cubicBezTo>
                    <a:cubicBezTo>
                      <a:pt x="44324" y="1041494"/>
                      <a:pt x="-13585" y="861830"/>
                      <a:pt x="2748" y="664348"/>
                    </a:cubicBezTo>
                    <a:cubicBezTo>
                      <a:pt x="13885" y="531456"/>
                      <a:pt x="57687" y="409699"/>
                      <a:pt x="145292" y="308730"/>
                    </a:cubicBezTo>
                    <a:cubicBezTo>
                      <a:pt x="254428" y="180293"/>
                      <a:pt x="387320" y="83779"/>
                      <a:pt x="549909" y="32552"/>
                    </a:cubicBezTo>
                    <a:cubicBezTo>
                      <a:pt x="631946" y="6939"/>
                      <a:pt x="713240" y="-3084"/>
                      <a:pt x="794163" y="814"/>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sp>
            <p:nvSpPr>
              <p:cNvPr id="21" name="Freeform: Shape 20">
                <a:extLst>
                  <a:ext uri="{FF2B5EF4-FFF2-40B4-BE49-F238E27FC236}">
                    <a16:creationId xmlns:a16="http://schemas.microsoft.com/office/drawing/2014/main" xmlns="" id="{2055AE3E-1E2C-54E2-2133-8F0419BED34D}"/>
                  </a:ext>
                </a:extLst>
              </p:cNvPr>
              <p:cNvSpPr/>
              <p:nvPr/>
            </p:nvSpPr>
            <p:spPr>
              <a:xfrm rot="628173">
                <a:off x="7558838" y="2427102"/>
                <a:ext cx="937061" cy="1282256"/>
              </a:xfrm>
              <a:custGeom>
                <a:avLst/>
                <a:gdLst>
                  <a:gd name="connsiteX0" fmla="*/ 72231 w 937061"/>
                  <a:gd name="connsiteY0" fmla="*/ 508194 h 1282256"/>
                  <a:gd name="connsiteX1" fmla="*/ 139689 w 937061"/>
                  <a:gd name="connsiteY1" fmla="*/ 559080 h 1282256"/>
                  <a:gd name="connsiteX2" fmla="*/ 137581 w 937061"/>
                  <a:gd name="connsiteY2" fmla="*/ 579636 h 1282256"/>
                  <a:gd name="connsiteX3" fmla="*/ 173595 w 937061"/>
                  <a:gd name="connsiteY3" fmla="*/ 561778 h 1282256"/>
                  <a:gd name="connsiteX4" fmla="*/ 235622 w 937061"/>
                  <a:gd name="connsiteY4" fmla="*/ 562333 h 1282256"/>
                  <a:gd name="connsiteX5" fmla="*/ 265212 w 937061"/>
                  <a:gd name="connsiteY5" fmla="*/ 596791 h 1282256"/>
                  <a:gd name="connsiteX6" fmla="*/ 264188 w 937061"/>
                  <a:gd name="connsiteY6" fmla="*/ 602277 h 1282256"/>
                  <a:gd name="connsiteX7" fmla="*/ 251467 w 937061"/>
                  <a:gd name="connsiteY7" fmla="*/ 657997 h 1282256"/>
                  <a:gd name="connsiteX8" fmla="*/ 248802 w 937061"/>
                  <a:gd name="connsiteY8" fmla="*/ 665620 h 1282256"/>
                  <a:gd name="connsiteX9" fmla="*/ 226702 w 937061"/>
                  <a:gd name="connsiteY9" fmla="*/ 731221 h 1282256"/>
                  <a:gd name="connsiteX10" fmla="*/ 292287 w 937061"/>
                  <a:gd name="connsiteY10" fmla="*/ 797322 h 1282256"/>
                  <a:gd name="connsiteX11" fmla="*/ 318540 w 937061"/>
                  <a:gd name="connsiteY11" fmla="*/ 799397 h 1282256"/>
                  <a:gd name="connsiteX12" fmla="*/ 386587 w 937061"/>
                  <a:gd name="connsiteY12" fmla="*/ 855674 h 1282256"/>
                  <a:gd name="connsiteX13" fmla="*/ 391213 w 937061"/>
                  <a:gd name="connsiteY13" fmla="*/ 832209 h 1282256"/>
                  <a:gd name="connsiteX14" fmla="*/ 339010 w 937061"/>
                  <a:gd name="connsiteY14" fmla="*/ 777893 h 1282256"/>
                  <a:gd name="connsiteX15" fmla="*/ 374294 w 937061"/>
                  <a:gd name="connsiteY15" fmla="*/ 724114 h 1282256"/>
                  <a:gd name="connsiteX16" fmla="*/ 365526 w 937061"/>
                  <a:gd name="connsiteY16" fmla="*/ 703124 h 1282256"/>
                  <a:gd name="connsiteX17" fmla="*/ 314275 w 937061"/>
                  <a:gd name="connsiteY17" fmla="*/ 774111 h 1282256"/>
                  <a:gd name="connsiteX18" fmla="*/ 255752 w 937061"/>
                  <a:gd name="connsiteY18" fmla="*/ 746224 h 1282256"/>
                  <a:gd name="connsiteX19" fmla="*/ 257804 w 937061"/>
                  <a:gd name="connsiteY19" fmla="*/ 700011 h 1282256"/>
                  <a:gd name="connsiteX20" fmla="*/ 281358 w 937061"/>
                  <a:gd name="connsiteY20" fmla="*/ 666529 h 1282256"/>
                  <a:gd name="connsiteX21" fmla="*/ 276069 w 937061"/>
                  <a:gd name="connsiteY21" fmla="*/ 646729 h 1282256"/>
                  <a:gd name="connsiteX22" fmla="*/ 315725 w 937061"/>
                  <a:gd name="connsiteY22" fmla="*/ 605586 h 1282256"/>
                  <a:gd name="connsiteX23" fmla="*/ 348811 w 937061"/>
                  <a:gd name="connsiteY23" fmla="*/ 615972 h 1282256"/>
                  <a:gd name="connsiteX24" fmla="*/ 355707 w 937061"/>
                  <a:gd name="connsiteY24" fmla="*/ 609198 h 1282256"/>
                  <a:gd name="connsiteX25" fmla="*/ 423989 w 937061"/>
                  <a:gd name="connsiteY25" fmla="*/ 603914 h 1282256"/>
                  <a:gd name="connsiteX26" fmla="*/ 462978 w 937061"/>
                  <a:gd name="connsiteY26" fmla="*/ 667189 h 1282256"/>
                  <a:gd name="connsiteX27" fmla="*/ 447498 w 937061"/>
                  <a:gd name="connsiteY27" fmla="*/ 742160 h 1282256"/>
                  <a:gd name="connsiteX28" fmla="*/ 444272 w 937061"/>
                  <a:gd name="connsiteY28" fmla="*/ 747849 h 1282256"/>
                  <a:gd name="connsiteX29" fmla="*/ 468977 w 937061"/>
                  <a:gd name="connsiteY29" fmla="*/ 772413 h 1282256"/>
                  <a:gd name="connsiteX30" fmla="*/ 495847 w 937061"/>
                  <a:gd name="connsiteY30" fmla="*/ 863799 h 1282256"/>
                  <a:gd name="connsiteX31" fmla="*/ 444271 w 937061"/>
                  <a:gd name="connsiteY31" fmla="*/ 922014 h 1282256"/>
                  <a:gd name="connsiteX32" fmla="*/ 431747 w 937061"/>
                  <a:gd name="connsiteY32" fmla="*/ 921551 h 1282256"/>
                  <a:gd name="connsiteX33" fmla="*/ 442410 w 937061"/>
                  <a:gd name="connsiteY33" fmla="*/ 937592 h 1282256"/>
                  <a:gd name="connsiteX34" fmla="*/ 543619 w 937061"/>
                  <a:gd name="connsiteY34" fmla="*/ 1186492 h 1282256"/>
                  <a:gd name="connsiteX35" fmla="*/ 566594 w 937061"/>
                  <a:gd name="connsiteY35" fmla="*/ 1273228 h 1282256"/>
                  <a:gd name="connsiteX36" fmla="*/ 531195 w 937061"/>
                  <a:gd name="connsiteY36" fmla="*/ 1282256 h 1282256"/>
                  <a:gd name="connsiteX37" fmla="*/ 510987 w 937061"/>
                  <a:gd name="connsiteY37" fmla="*/ 1183176 h 1282256"/>
                  <a:gd name="connsiteX38" fmla="*/ 419465 w 937061"/>
                  <a:gd name="connsiteY38" fmla="*/ 965735 h 1282256"/>
                  <a:gd name="connsiteX39" fmla="*/ 380666 w 937061"/>
                  <a:gd name="connsiteY39" fmla="*/ 911088 h 1282256"/>
                  <a:gd name="connsiteX40" fmla="*/ 370913 w 937061"/>
                  <a:gd name="connsiteY40" fmla="*/ 906441 h 1282256"/>
                  <a:gd name="connsiteX41" fmla="*/ 360466 w 937061"/>
                  <a:gd name="connsiteY41" fmla="*/ 906130 h 1282256"/>
                  <a:gd name="connsiteX42" fmla="*/ 314518 w 937061"/>
                  <a:gd name="connsiteY42" fmla="*/ 920936 h 1282256"/>
                  <a:gd name="connsiteX43" fmla="*/ 256927 w 937061"/>
                  <a:gd name="connsiteY43" fmla="*/ 880449 h 1282256"/>
                  <a:gd name="connsiteX44" fmla="*/ 248732 w 937061"/>
                  <a:gd name="connsiteY44" fmla="*/ 847130 h 1282256"/>
                  <a:gd name="connsiteX45" fmla="*/ 247889 w 937061"/>
                  <a:gd name="connsiteY45" fmla="*/ 840361 h 1282256"/>
                  <a:gd name="connsiteX46" fmla="*/ 220304 w 937061"/>
                  <a:gd name="connsiteY46" fmla="*/ 848717 h 1282256"/>
                  <a:gd name="connsiteX47" fmla="*/ 136302 w 937061"/>
                  <a:gd name="connsiteY47" fmla="*/ 795389 h 1282256"/>
                  <a:gd name="connsiteX48" fmla="*/ 132240 w 937061"/>
                  <a:gd name="connsiteY48" fmla="*/ 772306 h 1282256"/>
                  <a:gd name="connsiteX49" fmla="*/ 132030 w 937061"/>
                  <a:gd name="connsiteY49" fmla="*/ 749123 h 1282256"/>
                  <a:gd name="connsiteX50" fmla="*/ 118944 w 937061"/>
                  <a:gd name="connsiteY50" fmla="*/ 746653 h 1282256"/>
                  <a:gd name="connsiteX51" fmla="*/ 28110 w 937061"/>
                  <a:gd name="connsiteY51" fmla="*/ 666272 h 1282256"/>
                  <a:gd name="connsiteX52" fmla="*/ 18430 w 937061"/>
                  <a:gd name="connsiteY52" fmla="*/ 570895 h 1282256"/>
                  <a:gd name="connsiteX53" fmla="*/ 72231 w 937061"/>
                  <a:gd name="connsiteY53" fmla="*/ 508194 h 1282256"/>
                  <a:gd name="connsiteX54" fmla="*/ 828778 w 937061"/>
                  <a:gd name="connsiteY54" fmla="*/ 368188 h 1282256"/>
                  <a:gd name="connsiteX55" fmla="*/ 903402 w 937061"/>
                  <a:gd name="connsiteY55" fmla="*/ 393916 h 1282256"/>
                  <a:gd name="connsiteX56" fmla="*/ 921670 w 937061"/>
                  <a:gd name="connsiteY56" fmla="*/ 560021 h 1282256"/>
                  <a:gd name="connsiteX57" fmla="*/ 873673 w 937061"/>
                  <a:gd name="connsiteY57" fmla="*/ 610037 h 1282256"/>
                  <a:gd name="connsiteX58" fmla="*/ 870382 w 937061"/>
                  <a:gd name="connsiteY58" fmla="*/ 612071 h 1282256"/>
                  <a:gd name="connsiteX59" fmla="*/ 881183 w 937061"/>
                  <a:gd name="connsiteY59" fmla="*/ 655093 h 1282256"/>
                  <a:gd name="connsiteX60" fmla="*/ 811085 w 937061"/>
                  <a:gd name="connsiteY60" fmla="*/ 738732 h 1282256"/>
                  <a:gd name="connsiteX61" fmla="*/ 793636 w 937061"/>
                  <a:gd name="connsiteY61" fmla="*/ 739105 h 1282256"/>
                  <a:gd name="connsiteX62" fmla="*/ 799023 w 937061"/>
                  <a:gd name="connsiteY62" fmla="*/ 768256 h 1282256"/>
                  <a:gd name="connsiteX63" fmla="*/ 794668 w 937061"/>
                  <a:gd name="connsiteY63" fmla="*/ 805320 h 1282256"/>
                  <a:gd name="connsiteX64" fmla="*/ 736637 w 937061"/>
                  <a:gd name="connsiteY64" fmla="*/ 842933 h 1282256"/>
                  <a:gd name="connsiteX65" fmla="*/ 711441 w 937061"/>
                  <a:gd name="connsiteY65" fmla="*/ 841070 h 1282256"/>
                  <a:gd name="connsiteX66" fmla="*/ 702708 w 937061"/>
                  <a:gd name="connsiteY66" fmla="*/ 844516 h 1282256"/>
                  <a:gd name="connsiteX67" fmla="*/ 683025 w 937061"/>
                  <a:gd name="connsiteY67" fmla="*/ 866563 h 1282256"/>
                  <a:gd name="connsiteX68" fmla="*/ 657843 w 937061"/>
                  <a:gd name="connsiteY68" fmla="*/ 881435 h 1282256"/>
                  <a:gd name="connsiteX69" fmla="*/ 694319 w 937061"/>
                  <a:gd name="connsiteY69" fmla="*/ 1016214 h 1282256"/>
                  <a:gd name="connsiteX70" fmla="*/ 713201 w 937061"/>
                  <a:gd name="connsiteY70" fmla="*/ 1156998 h 1282256"/>
                  <a:gd name="connsiteX71" fmla="*/ 720960 w 937061"/>
                  <a:gd name="connsiteY71" fmla="*/ 1258622 h 1282256"/>
                  <a:gd name="connsiteX72" fmla="*/ 679557 w 937061"/>
                  <a:gd name="connsiteY72" fmla="*/ 1261399 h 1282256"/>
                  <a:gd name="connsiteX73" fmla="*/ 677437 w 937061"/>
                  <a:gd name="connsiteY73" fmla="*/ 1146560 h 1282256"/>
                  <a:gd name="connsiteX74" fmla="*/ 658812 w 937061"/>
                  <a:gd name="connsiteY74" fmla="*/ 1013559 h 1282256"/>
                  <a:gd name="connsiteX75" fmla="*/ 620096 w 937061"/>
                  <a:gd name="connsiteY75" fmla="*/ 884815 h 1282256"/>
                  <a:gd name="connsiteX76" fmla="*/ 617487 w 937061"/>
                  <a:gd name="connsiteY76" fmla="*/ 885041 h 1282256"/>
                  <a:gd name="connsiteX77" fmla="*/ 582656 w 937061"/>
                  <a:gd name="connsiteY77" fmla="*/ 865072 h 1282256"/>
                  <a:gd name="connsiteX78" fmla="*/ 558217 w 937061"/>
                  <a:gd name="connsiteY78" fmla="*/ 771403 h 1282256"/>
                  <a:gd name="connsiteX79" fmla="*/ 575867 w 937061"/>
                  <a:gd name="connsiteY79" fmla="*/ 722513 h 1282256"/>
                  <a:gd name="connsiteX80" fmla="*/ 560670 w 937061"/>
                  <a:gd name="connsiteY80" fmla="*/ 708618 h 1282256"/>
                  <a:gd name="connsiteX81" fmla="*/ 534291 w 937061"/>
                  <a:gd name="connsiteY81" fmla="*/ 600031 h 1282256"/>
                  <a:gd name="connsiteX82" fmla="*/ 572231 w 937061"/>
                  <a:gd name="connsiteY82" fmla="*/ 560631 h 1282256"/>
                  <a:gd name="connsiteX83" fmla="*/ 603475 w 937061"/>
                  <a:gd name="connsiteY83" fmla="*/ 559950 h 1282256"/>
                  <a:gd name="connsiteX84" fmla="*/ 618559 w 937061"/>
                  <a:gd name="connsiteY84" fmla="*/ 565514 h 1282256"/>
                  <a:gd name="connsiteX85" fmla="*/ 649454 w 937061"/>
                  <a:gd name="connsiteY85" fmla="*/ 543101 h 1282256"/>
                  <a:gd name="connsiteX86" fmla="*/ 697970 w 937061"/>
                  <a:gd name="connsiteY86" fmla="*/ 567543 h 1282256"/>
                  <a:gd name="connsiteX87" fmla="*/ 700456 w 937061"/>
                  <a:gd name="connsiteY87" fmla="*/ 590917 h 1282256"/>
                  <a:gd name="connsiteX88" fmla="*/ 720550 w 937061"/>
                  <a:gd name="connsiteY88" fmla="*/ 600445 h 1282256"/>
                  <a:gd name="connsiteX89" fmla="*/ 751604 w 937061"/>
                  <a:gd name="connsiteY89" fmla="*/ 639520 h 1282256"/>
                  <a:gd name="connsiteX90" fmla="*/ 738347 w 937061"/>
                  <a:gd name="connsiteY90" fmla="*/ 683525 h 1282256"/>
                  <a:gd name="connsiteX91" fmla="*/ 707956 w 937061"/>
                  <a:gd name="connsiteY91" fmla="*/ 700956 h 1282256"/>
                  <a:gd name="connsiteX92" fmla="*/ 634896 w 937061"/>
                  <a:gd name="connsiteY92" fmla="*/ 651717 h 1282256"/>
                  <a:gd name="connsiteX93" fmla="*/ 633997 w 937061"/>
                  <a:gd name="connsiteY93" fmla="*/ 675512 h 1282256"/>
                  <a:gd name="connsiteX94" fmla="*/ 687058 w 937061"/>
                  <a:gd name="connsiteY94" fmla="*/ 716835 h 1282256"/>
                  <a:gd name="connsiteX95" fmla="*/ 656986 w 937061"/>
                  <a:gd name="connsiteY95" fmla="*/ 782282 h 1282256"/>
                  <a:gd name="connsiteX96" fmla="*/ 669532 w 937061"/>
                  <a:gd name="connsiteY96" fmla="*/ 802778 h 1282256"/>
                  <a:gd name="connsiteX97" fmla="*/ 712109 w 937061"/>
                  <a:gd name="connsiteY97" fmla="*/ 736651 h 1282256"/>
                  <a:gd name="connsiteX98" fmla="*/ 723692 w 937061"/>
                  <a:gd name="connsiteY98" fmla="*/ 721066 h 1282256"/>
                  <a:gd name="connsiteX99" fmla="*/ 776459 w 937061"/>
                  <a:gd name="connsiteY99" fmla="*/ 653872 h 1282256"/>
                  <a:gd name="connsiteX100" fmla="*/ 733368 w 937061"/>
                  <a:gd name="connsiteY100" fmla="*/ 578317 h 1282256"/>
                  <a:gd name="connsiteX101" fmla="*/ 723890 w 937061"/>
                  <a:gd name="connsiteY101" fmla="*/ 565605 h 1282256"/>
                  <a:gd name="connsiteX102" fmla="*/ 694098 w 937061"/>
                  <a:gd name="connsiteY102" fmla="*/ 523444 h 1282256"/>
                  <a:gd name="connsiteX103" fmla="*/ 690243 w 937061"/>
                  <a:gd name="connsiteY103" fmla="*/ 515805 h 1282256"/>
                  <a:gd name="connsiteX104" fmla="*/ 698774 w 937061"/>
                  <a:gd name="connsiteY104" fmla="*/ 485914 h 1282256"/>
                  <a:gd name="connsiteX105" fmla="*/ 755797 w 937061"/>
                  <a:gd name="connsiteY105" fmla="*/ 452765 h 1282256"/>
                  <a:gd name="connsiteX106" fmla="*/ 802978 w 937061"/>
                  <a:gd name="connsiteY106" fmla="*/ 455658 h 1282256"/>
                  <a:gd name="connsiteX107" fmla="*/ 792796 w 937061"/>
                  <a:gd name="connsiteY107" fmla="*/ 434725 h 1282256"/>
                  <a:gd name="connsiteX108" fmla="*/ 828778 w 937061"/>
                  <a:gd name="connsiteY108" fmla="*/ 368188 h 1282256"/>
                  <a:gd name="connsiteX109" fmla="*/ 80732 w 937061"/>
                  <a:gd name="connsiteY109" fmla="*/ 236718 h 1282256"/>
                  <a:gd name="connsiteX110" fmla="*/ 85733 w 937061"/>
                  <a:gd name="connsiteY110" fmla="*/ 243941 h 1282256"/>
                  <a:gd name="connsiteX111" fmla="*/ 165483 w 937061"/>
                  <a:gd name="connsiteY111" fmla="*/ 295204 h 1282256"/>
                  <a:gd name="connsiteX112" fmla="*/ 199590 w 937061"/>
                  <a:gd name="connsiteY112" fmla="*/ 324345 h 1282256"/>
                  <a:gd name="connsiteX113" fmla="*/ 183395 w 937061"/>
                  <a:gd name="connsiteY113" fmla="*/ 381115 h 1282256"/>
                  <a:gd name="connsiteX114" fmla="*/ 167577 w 937061"/>
                  <a:gd name="connsiteY114" fmla="*/ 388113 h 1282256"/>
                  <a:gd name="connsiteX115" fmla="*/ 179565 w 937061"/>
                  <a:gd name="connsiteY115" fmla="*/ 401175 h 1282256"/>
                  <a:gd name="connsiteX116" fmla="*/ 179992 w 937061"/>
                  <a:gd name="connsiteY116" fmla="*/ 449781 h 1282256"/>
                  <a:gd name="connsiteX117" fmla="*/ 108044 w 937061"/>
                  <a:gd name="connsiteY117" fmla="*/ 482632 h 1282256"/>
                  <a:gd name="connsiteX118" fmla="*/ 27201 w 937061"/>
                  <a:gd name="connsiteY118" fmla="*/ 505923 h 1282256"/>
                  <a:gd name="connsiteX119" fmla="*/ 570 w 937061"/>
                  <a:gd name="connsiteY119" fmla="*/ 441177 h 1282256"/>
                  <a:gd name="connsiteX120" fmla="*/ 70413 w 937061"/>
                  <a:gd name="connsiteY120" fmla="*/ 361661 h 1282256"/>
                  <a:gd name="connsiteX121" fmla="*/ 65724 w 937061"/>
                  <a:gd name="connsiteY121" fmla="*/ 357231 h 1282256"/>
                  <a:gd name="connsiteX122" fmla="*/ 36050 w 937061"/>
                  <a:gd name="connsiteY122" fmla="*/ 293659 h 1282256"/>
                  <a:gd name="connsiteX123" fmla="*/ 80732 w 937061"/>
                  <a:gd name="connsiteY123" fmla="*/ 236718 h 1282256"/>
                  <a:gd name="connsiteX124" fmla="*/ 734063 w 937061"/>
                  <a:gd name="connsiteY124" fmla="*/ 115786 h 1282256"/>
                  <a:gd name="connsiteX125" fmla="*/ 800039 w 937061"/>
                  <a:gd name="connsiteY125" fmla="*/ 168575 h 1282256"/>
                  <a:gd name="connsiteX126" fmla="*/ 790133 w 937061"/>
                  <a:gd name="connsiteY126" fmla="*/ 225202 h 1282256"/>
                  <a:gd name="connsiteX127" fmla="*/ 788636 w 937061"/>
                  <a:gd name="connsiteY127" fmla="*/ 228126 h 1282256"/>
                  <a:gd name="connsiteX128" fmla="*/ 788782 w 937061"/>
                  <a:gd name="connsiteY128" fmla="*/ 228914 h 1282256"/>
                  <a:gd name="connsiteX129" fmla="*/ 879477 w 937061"/>
                  <a:gd name="connsiteY129" fmla="*/ 273265 h 1282256"/>
                  <a:gd name="connsiteX130" fmla="*/ 880462 w 937061"/>
                  <a:gd name="connsiteY130" fmla="*/ 348046 h 1282256"/>
                  <a:gd name="connsiteX131" fmla="*/ 875371 w 937061"/>
                  <a:gd name="connsiteY131" fmla="*/ 346949 h 1282256"/>
                  <a:gd name="connsiteX132" fmla="*/ 802289 w 937061"/>
                  <a:gd name="connsiteY132" fmla="*/ 352714 h 1282256"/>
                  <a:gd name="connsiteX133" fmla="*/ 731227 w 937061"/>
                  <a:gd name="connsiteY133" fmla="*/ 357290 h 1282256"/>
                  <a:gd name="connsiteX134" fmla="*/ 699035 w 937061"/>
                  <a:gd name="connsiteY134" fmla="*/ 320868 h 1282256"/>
                  <a:gd name="connsiteX135" fmla="*/ 705546 w 937061"/>
                  <a:gd name="connsiteY135" fmla="*/ 292165 h 1282256"/>
                  <a:gd name="connsiteX136" fmla="*/ 707611 w 937061"/>
                  <a:gd name="connsiteY136" fmla="*/ 287913 h 1282256"/>
                  <a:gd name="connsiteX137" fmla="*/ 691898 w 937061"/>
                  <a:gd name="connsiteY137" fmla="*/ 287761 h 1282256"/>
                  <a:gd name="connsiteX138" fmla="*/ 656836 w 937061"/>
                  <a:gd name="connsiteY138" fmla="*/ 256759 h 1282256"/>
                  <a:gd name="connsiteX139" fmla="*/ 657076 w 937061"/>
                  <a:gd name="connsiteY139" fmla="*/ 221678 h 1282256"/>
                  <a:gd name="connsiteX140" fmla="*/ 672162 w 937061"/>
                  <a:gd name="connsiteY140" fmla="*/ 203002 h 1282256"/>
                  <a:gd name="connsiteX141" fmla="*/ 732996 w 937061"/>
                  <a:gd name="connsiteY141" fmla="*/ 118834 h 1282256"/>
                  <a:gd name="connsiteX142" fmla="*/ 734063 w 937061"/>
                  <a:gd name="connsiteY142" fmla="*/ 115786 h 1282256"/>
                  <a:gd name="connsiteX143" fmla="*/ 234805 w 937061"/>
                  <a:gd name="connsiteY143" fmla="*/ 54681 h 1282256"/>
                  <a:gd name="connsiteX144" fmla="*/ 265378 w 937061"/>
                  <a:gd name="connsiteY144" fmla="*/ 49820 h 1282256"/>
                  <a:gd name="connsiteX145" fmla="*/ 314937 w 937061"/>
                  <a:gd name="connsiteY145" fmla="*/ 75496 h 1282256"/>
                  <a:gd name="connsiteX146" fmla="*/ 345601 w 937061"/>
                  <a:gd name="connsiteY146" fmla="*/ 197347 h 1282256"/>
                  <a:gd name="connsiteX147" fmla="*/ 334083 w 937061"/>
                  <a:gd name="connsiteY147" fmla="*/ 235327 h 1282256"/>
                  <a:gd name="connsiteX148" fmla="*/ 353353 w 937061"/>
                  <a:gd name="connsiteY148" fmla="*/ 413468 h 1282256"/>
                  <a:gd name="connsiteX149" fmla="*/ 418223 w 937061"/>
                  <a:gd name="connsiteY149" fmla="*/ 498850 h 1282256"/>
                  <a:gd name="connsiteX150" fmla="*/ 414075 w 937061"/>
                  <a:gd name="connsiteY150" fmla="*/ 570097 h 1282256"/>
                  <a:gd name="connsiteX151" fmla="*/ 374791 w 937061"/>
                  <a:gd name="connsiteY151" fmla="*/ 572468 h 1282256"/>
                  <a:gd name="connsiteX152" fmla="*/ 347212 w 937061"/>
                  <a:gd name="connsiteY152" fmla="*/ 583064 h 1282256"/>
                  <a:gd name="connsiteX153" fmla="*/ 340945 w 937061"/>
                  <a:gd name="connsiteY153" fmla="*/ 584425 h 1282256"/>
                  <a:gd name="connsiteX154" fmla="*/ 286621 w 937061"/>
                  <a:gd name="connsiteY154" fmla="*/ 583668 h 1282256"/>
                  <a:gd name="connsiteX155" fmla="*/ 233948 w 937061"/>
                  <a:gd name="connsiteY155" fmla="*/ 534531 h 1282256"/>
                  <a:gd name="connsiteX156" fmla="*/ 162779 w 937061"/>
                  <a:gd name="connsiteY156" fmla="*/ 538517 h 1282256"/>
                  <a:gd name="connsiteX157" fmla="*/ 146371 w 937061"/>
                  <a:gd name="connsiteY157" fmla="*/ 502641 h 1282256"/>
                  <a:gd name="connsiteX158" fmla="*/ 196829 w 937061"/>
                  <a:gd name="connsiteY158" fmla="*/ 467040 h 1282256"/>
                  <a:gd name="connsiteX159" fmla="*/ 291634 w 937061"/>
                  <a:gd name="connsiteY159" fmla="*/ 464187 h 1282256"/>
                  <a:gd name="connsiteX160" fmla="*/ 339848 w 937061"/>
                  <a:gd name="connsiteY160" fmla="*/ 495814 h 1282256"/>
                  <a:gd name="connsiteX161" fmla="*/ 344709 w 937061"/>
                  <a:gd name="connsiteY161" fmla="*/ 472509 h 1282256"/>
                  <a:gd name="connsiteX162" fmla="*/ 302160 w 937061"/>
                  <a:gd name="connsiteY162" fmla="*/ 429650 h 1282256"/>
                  <a:gd name="connsiteX163" fmla="*/ 317151 w 937061"/>
                  <a:gd name="connsiteY163" fmla="*/ 371880 h 1282256"/>
                  <a:gd name="connsiteX164" fmla="*/ 300153 w 937061"/>
                  <a:gd name="connsiteY164" fmla="*/ 354855 h 1282256"/>
                  <a:gd name="connsiteX165" fmla="*/ 275979 w 937061"/>
                  <a:gd name="connsiteY165" fmla="*/ 409229 h 1282256"/>
                  <a:gd name="connsiteX166" fmla="*/ 278835 w 937061"/>
                  <a:gd name="connsiteY166" fmla="*/ 436812 h 1282256"/>
                  <a:gd name="connsiteX167" fmla="*/ 277330 w 937061"/>
                  <a:gd name="connsiteY167" fmla="*/ 442997 h 1282256"/>
                  <a:gd name="connsiteX168" fmla="*/ 211427 w 937061"/>
                  <a:gd name="connsiteY168" fmla="*/ 446824 h 1282256"/>
                  <a:gd name="connsiteX169" fmla="*/ 209401 w 937061"/>
                  <a:gd name="connsiteY169" fmla="*/ 440273 h 1282256"/>
                  <a:gd name="connsiteX170" fmla="*/ 206434 w 937061"/>
                  <a:gd name="connsiteY170" fmla="*/ 398858 h 1282256"/>
                  <a:gd name="connsiteX171" fmla="*/ 207223 w 937061"/>
                  <a:gd name="connsiteY171" fmla="*/ 393213 h 1282256"/>
                  <a:gd name="connsiteX172" fmla="*/ 213263 w 937061"/>
                  <a:gd name="connsiteY172" fmla="*/ 300227 h 1282256"/>
                  <a:gd name="connsiteX173" fmla="*/ 210849 w 937061"/>
                  <a:gd name="connsiteY173" fmla="*/ 295987 h 1282256"/>
                  <a:gd name="connsiteX174" fmla="*/ 230359 w 937061"/>
                  <a:gd name="connsiteY174" fmla="*/ 289124 h 1282256"/>
                  <a:gd name="connsiteX175" fmla="*/ 278448 w 937061"/>
                  <a:gd name="connsiteY175" fmla="*/ 208737 h 1282256"/>
                  <a:gd name="connsiteX176" fmla="*/ 283559 w 937061"/>
                  <a:gd name="connsiteY176" fmla="*/ 197812 h 1282256"/>
                  <a:gd name="connsiteX177" fmla="*/ 314933 w 937061"/>
                  <a:gd name="connsiteY177" fmla="*/ 142718 h 1282256"/>
                  <a:gd name="connsiteX178" fmla="*/ 291729 w 937061"/>
                  <a:gd name="connsiteY178" fmla="*/ 141710 h 1282256"/>
                  <a:gd name="connsiteX179" fmla="*/ 204653 w 937061"/>
                  <a:gd name="connsiteY179" fmla="*/ 172059 h 1282256"/>
                  <a:gd name="connsiteX180" fmla="*/ 190282 w 937061"/>
                  <a:gd name="connsiteY180" fmla="*/ 190196 h 1282256"/>
                  <a:gd name="connsiteX181" fmla="*/ 254302 w 937061"/>
                  <a:gd name="connsiteY181" fmla="*/ 210348 h 1282256"/>
                  <a:gd name="connsiteX182" fmla="*/ 206445 w 937061"/>
                  <a:gd name="connsiteY182" fmla="*/ 272154 h 1282256"/>
                  <a:gd name="connsiteX183" fmla="*/ 114462 w 937061"/>
                  <a:gd name="connsiteY183" fmla="*/ 240670 h 1282256"/>
                  <a:gd name="connsiteX184" fmla="*/ 120246 w 937061"/>
                  <a:gd name="connsiteY184" fmla="*/ 146306 h 1282256"/>
                  <a:gd name="connsiteX185" fmla="*/ 159117 w 937061"/>
                  <a:gd name="connsiteY185" fmla="*/ 137290 h 1282256"/>
                  <a:gd name="connsiteX186" fmla="*/ 166880 w 937061"/>
                  <a:gd name="connsiteY186" fmla="*/ 133004 h 1282256"/>
                  <a:gd name="connsiteX187" fmla="*/ 208914 w 937061"/>
                  <a:gd name="connsiteY187" fmla="*/ 71662 h 1282256"/>
                  <a:gd name="connsiteX188" fmla="*/ 234805 w 937061"/>
                  <a:gd name="connsiteY188" fmla="*/ 54681 h 1282256"/>
                  <a:gd name="connsiteX189" fmla="*/ 518054 w 937061"/>
                  <a:gd name="connsiteY189" fmla="*/ 685 h 1282256"/>
                  <a:gd name="connsiteX190" fmla="*/ 567481 w 937061"/>
                  <a:gd name="connsiteY190" fmla="*/ 11310 h 1282256"/>
                  <a:gd name="connsiteX191" fmla="*/ 617166 w 937061"/>
                  <a:gd name="connsiteY191" fmla="*/ 49796 h 1282256"/>
                  <a:gd name="connsiteX192" fmla="*/ 624803 w 937061"/>
                  <a:gd name="connsiteY192" fmla="*/ 51439 h 1282256"/>
                  <a:gd name="connsiteX193" fmla="*/ 685335 w 937061"/>
                  <a:gd name="connsiteY193" fmla="*/ 54921 h 1282256"/>
                  <a:gd name="connsiteX194" fmla="*/ 709531 w 937061"/>
                  <a:gd name="connsiteY194" fmla="*/ 114208 h 1282256"/>
                  <a:gd name="connsiteX195" fmla="*/ 661812 w 937061"/>
                  <a:gd name="connsiteY195" fmla="*/ 180063 h 1282256"/>
                  <a:gd name="connsiteX196" fmla="*/ 610202 w 937061"/>
                  <a:gd name="connsiteY196" fmla="*/ 195099 h 1282256"/>
                  <a:gd name="connsiteX197" fmla="*/ 562692 w 937061"/>
                  <a:gd name="connsiteY197" fmla="*/ 152954 h 1282256"/>
                  <a:gd name="connsiteX198" fmla="*/ 615624 w 937061"/>
                  <a:gd name="connsiteY198" fmla="*/ 112005 h 1282256"/>
                  <a:gd name="connsiteX199" fmla="*/ 594985 w 937061"/>
                  <a:gd name="connsiteY199" fmla="*/ 99523 h 1282256"/>
                  <a:gd name="connsiteX200" fmla="*/ 549403 w 937061"/>
                  <a:gd name="connsiteY200" fmla="*/ 129539 h 1282256"/>
                  <a:gd name="connsiteX201" fmla="*/ 503638 w 937061"/>
                  <a:gd name="connsiteY201" fmla="*/ 102348 h 1282256"/>
                  <a:gd name="connsiteX202" fmla="*/ 481968 w 937061"/>
                  <a:gd name="connsiteY202" fmla="*/ 111852 h 1282256"/>
                  <a:gd name="connsiteX203" fmla="*/ 529275 w 937061"/>
                  <a:gd name="connsiteY203" fmla="*/ 151795 h 1282256"/>
                  <a:gd name="connsiteX204" fmla="*/ 540380 w 937061"/>
                  <a:gd name="connsiteY204" fmla="*/ 163391 h 1282256"/>
                  <a:gd name="connsiteX205" fmla="*/ 586552 w 937061"/>
                  <a:gd name="connsiteY205" fmla="*/ 213729 h 1282256"/>
                  <a:gd name="connsiteX206" fmla="*/ 633128 w 937061"/>
                  <a:gd name="connsiteY206" fmla="*/ 217751 h 1282256"/>
                  <a:gd name="connsiteX207" fmla="*/ 631375 w 937061"/>
                  <a:gd name="connsiteY207" fmla="*/ 243538 h 1282256"/>
                  <a:gd name="connsiteX208" fmla="*/ 670400 w 937061"/>
                  <a:gd name="connsiteY208" fmla="*/ 307011 h 1282256"/>
                  <a:gd name="connsiteX209" fmla="*/ 674359 w 937061"/>
                  <a:gd name="connsiteY209" fmla="*/ 313002 h 1282256"/>
                  <a:gd name="connsiteX210" fmla="*/ 686366 w 937061"/>
                  <a:gd name="connsiteY210" fmla="*/ 351523 h 1282256"/>
                  <a:gd name="connsiteX211" fmla="*/ 686786 w 937061"/>
                  <a:gd name="connsiteY211" fmla="*/ 360408 h 1282256"/>
                  <a:gd name="connsiteX212" fmla="*/ 624276 w 937061"/>
                  <a:gd name="connsiteY212" fmla="*/ 379293 h 1282256"/>
                  <a:gd name="connsiteX213" fmla="*/ 620186 w 937061"/>
                  <a:gd name="connsiteY213" fmla="*/ 371494 h 1282256"/>
                  <a:gd name="connsiteX214" fmla="*/ 577039 w 937061"/>
                  <a:gd name="connsiteY214" fmla="*/ 307763 h 1282256"/>
                  <a:gd name="connsiteX215" fmla="*/ 571263 w 937061"/>
                  <a:gd name="connsiteY215" fmla="*/ 305164 h 1282256"/>
                  <a:gd name="connsiteX216" fmla="*/ 561472 w 937061"/>
                  <a:gd name="connsiteY216" fmla="*/ 327139 h 1282256"/>
                  <a:gd name="connsiteX217" fmla="*/ 596193 w 937061"/>
                  <a:gd name="connsiteY217" fmla="*/ 376131 h 1282256"/>
                  <a:gd name="connsiteX218" fmla="*/ 571697 w 937061"/>
                  <a:gd name="connsiteY218" fmla="*/ 430972 h 1282256"/>
                  <a:gd name="connsiteX219" fmla="*/ 584565 w 937061"/>
                  <a:gd name="connsiteY219" fmla="*/ 451001 h 1282256"/>
                  <a:gd name="connsiteX220" fmla="*/ 618292 w 937061"/>
                  <a:gd name="connsiteY220" fmla="*/ 404232 h 1282256"/>
                  <a:gd name="connsiteX221" fmla="*/ 707017 w 937061"/>
                  <a:gd name="connsiteY221" fmla="*/ 373985 h 1282256"/>
                  <a:gd name="connsiteX222" fmla="*/ 737381 w 937061"/>
                  <a:gd name="connsiteY222" fmla="*/ 385077 h 1282256"/>
                  <a:gd name="connsiteX223" fmla="*/ 767814 w 937061"/>
                  <a:gd name="connsiteY223" fmla="*/ 388823 h 1282256"/>
                  <a:gd name="connsiteX224" fmla="*/ 765487 w 937061"/>
                  <a:gd name="connsiteY224" fmla="*/ 426939 h 1282256"/>
                  <a:gd name="connsiteX225" fmla="*/ 665711 w 937061"/>
                  <a:gd name="connsiteY225" fmla="*/ 514227 h 1282256"/>
                  <a:gd name="connsiteX226" fmla="*/ 615799 w 937061"/>
                  <a:gd name="connsiteY226" fmla="*/ 534043 h 1282256"/>
                  <a:gd name="connsiteX227" fmla="*/ 611378 w 937061"/>
                  <a:gd name="connsiteY227" fmla="*/ 535471 h 1282256"/>
                  <a:gd name="connsiteX228" fmla="*/ 545354 w 937061"/>
                  <a:gd name="connsiteY228" fmla="*/ 547467 h 1282256"/>
                  <a:gd name="connsiteX229" fmla="*/ 543618 w 937061"/>
                  <a:gd name="connsiteY229" fmla="*/ 547992 h 1282256"/>
                  <a:gd name="connsiteX230" fmla="*/ 543114 w 937061"/>
                  <a:gd name="connsiteY230" fmla="*/ 378809 h 1282256"/>
                  <a:gd name="connsiteX231" fmla="*/ 481297 w 937061"/>
                  <a:gd name="connsiteY231" fmla="*/ 302233 h 1282256"/>
                  <a:gd name="connsiteX232" fmla="*/ 497521 w 937061"/>
                  <a:gd name="connsiteY232" fmla="*/ 205940 h 1282256"/>
                  <a:gd name="connsiteX233" fmla="*/ 471375 w 937061"/>
                  <a:gd name="connsiteY233" fmla="*/ 172476 h 1282256"/>
                  <a:gd name="connsiteX234" fmla="*/ 460261 w 937061"/>
                  <a:gd name="connsiteY234" fmla="*/ 46197 h 1282256"/>
                  <a:gd name="connsiteX235" fmla="*/ 518054 w 937061"/>
                  <a:gd name="connsiteY235" fmla="*/ 685 h 128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937061" h="1282256">
                    <a:moveTo>
                      <a:pt x="72231" y="508194"/>
                    </a:moveTo>
                    <a:cubicBezTo>
                      <a:pt x="110176" y="495275"/>
                      <a:pt x="141455" y="519031"/>
                      <a:pt x="139689" y="559080"/>
                    </a:cubicBezTo>
                    <a:cubicBezTo>
                      <a:pt x="139351" y="566068"/>
                      <a:pt x="138225" y="573202"/>
                      <a:pt x="137581" y="579636"/>
                    </a:cubicBezTo>
                    <a:cubicBezTo>
                      <a:pt x="149335" y="573797"/>
                      <a:pt x="161104" y="566938"/>
                      <a:pt x="173595" y="561778"/>
                    </a:cubicBezTo>
                    <a:cubicBezTo>
                      <a:pt x="194067" y="553512"/>
                      <a:pt x="215165" y="550836"/>
                      <a:pt x="235622" y="562333"/>
                    </a:cubicBezTo>
                    <a:cubicBezTo>
                      <a:pt x="249692" y="570123"/>
                      <a:pt x="258507" y="582549"/>
                      <a:pt x="265212" y="596791"/>
                    </a:cubicBezTo>
                    <a:cubicBezTo>
                      <a:pt x="265897" y="598294"/>
                      <a:pt x="265188" y="601073"/>
                      <a:pt x="264188" y="602277"/>
                    </a:cubicBezTo>
                    <a:cubicBezTo>
                      <a:pt x="251373" y="618904"/>
                      <a:pt x="247251" y="637387"/>
                      <a:pt x="251467" y="657997"/>
                    </a:cubicBezTo>
                    <a:cubicBezTo>
                      <a:pt x="251904" y="660360"/>
                      <a:pt x="250479" y="663679"/>
                      <a:pt x="248802" y="665620"/>
                    </a:cubicBezTo>
                    <a:cubicBezTo>
                      <a:pt x="232301" y="684354"/>
                      <a:pt x="223028" y="705826"/>
                      <a:pt x="226702" y="731221"/>
                    </a:cubicBezTo>
                    <a:cubicBezTo>
                      <a:pt x="231605" y="766574"/>
                      <a:pt x="256814" y="791656"/>
                      <a:pt x="292287" y="797322"/>
                    </a:cubicBezTo>
                    <a:cubicBezTo>
                      <a:pt x="300478" y="798661"/>
                      <a:pt x="309043" y="798708"/>
                      <a:pt x="318540" y="799397"/>
                    </a:cubicBezTo>
                    <a:cubicBezTo>
                      <a:pt x="330434" y="829589"/>
                      <a:pt x="353581" y="847922"/>
                      <a:pt x="386587" y="855674"/>
                    </a:cubicBezTo>
                    <a:cubicBezTo>
                      <a:pt x="388158" y="847643"/>
                      <a:pt x="389605" y="840043"/>
                      <a:pt x="391213" y="832209"/>
                    </a:cubicBezTo>
                    <a:cubicBezTo>
                      <a:pt x="363044" y="824173"/>
                      <a:pt x="342646" y="808591"/>
                      <a:pt x="339010" y="777893"/>
                    </a:cubicBezTo>
                    <a:cubicBezTo>
                      <a:pt x="336531" y="756758"/>
                      <a:pt x="346844" y="742020"/>
                      <a:pt x="374294" y="724114"/>
                    </a:cubicBezTo>
                    <a:cubicBezTo>
                      <a:pt x="371371" y="717117"/>
                      <a:pt x="368449" y="710120"/>
                      <a:pt x="365526" y="703124"/>
                    </a:cubicBezTo>
                    <a:cubicBezTo>
                      <a:pt x="339298" y="710007"/>
                      <a:pt x="321614" y="734460"/>
                      <a:pt x="314275" y="774111"/>
                    </a:cubicBezTo>
                    <a:cubicBezTo>
                      <a:pt x="290368" y="778122"/>
                      <a:pt x="265358" y="766244"/>
                      <a:pt x="255752" y="746224"/>
                    </a:cubicBezTo>
                    <a:cubicBezTo>
                      <a:pt x="248361" y="730477"/>
                      <a:pt x="249498" y="714583"/>
                      <a:pt x="257804" y="700011"/>
                    </a:cubicBezTo>
                    <a:cubicBezTo>
                      <a:pt x="263879" y="687685"/>
                      <a:pt x="272863" y="677876"/>
                      <a:pt x="281358" y="666529"/>
                    </a:cubicBezTo>
                    <a:cubicBezTo>
                      <a:pt x="279908" y="660889"/>
                      <a:pt x="277416" y="654017"/>
                      <a:pt x="276069" y="646729"/>
                    </a:cubicBezTo>
                    <a:cubicBezTo>
                      <a:pt x="271404" y="619276"/>
                      <a:pt x="288248" y="601294"/>
                      <a:pt x="315725" y="605586"/>
                    </a:cubicBezTo>
                    <a:cubicBezTo>
                      <a:pt x="326623" y="607240"/>
                      <a:pt x="337119" y="612225"/>
                      <a:pt x="348811" y="615972"/>
                    </a:cubicBezTo>
                    <a:cubicBezTo>
                      <a:pt x="350168" y="614499"/>
                      <a:pt x="352920" y="611750"/>
                      <a:pt x="355707" y="609198"/>
                    </a:cubicBezTo>
                    <a:cubicBezTo>
                      <a:pt x="375418" y="591297"/>
                      <a:pt x="401497" y="589125"/>
                      <a:pt x="423989" y="603914"/>
                    </a:cubicBezTo>
                    <a:cubicBezTo>
                      <a:pt x="446911" y="618826"/>
                      <a:pt x="458728" y="640883"/>
                      <a:pt x="462978" y="667189"/>
                    </a:cubicBezTo>
                    <a:cubicBezTo>
                      <a:pt x="467140" y="694123"/>
                      <a:pt x="460690" y="718741"/>
                      <a:pt x="447498" y="742160"/>
                    </a:cubicBezTo>
                    <a:cubicBezTo>
                      <a:pt x="446251" y="744224"/>
                      <a:pt x="445200" y="746252"/>
                      <a:pt x="444272" y="747849"/>
                    </a:cubicBezTo>
                    <a:cubicBezTo>
                      <a:pt x="452753" y="756263"/>
                      <a:pt x="461679" y="763780"/>
                      <a:pt x="468977" y="772413"/>
                    </a:cubicBezTo>
                    <a:cubicBezTo>
                      <a:pt x="491574" y="798793"/>
                      <a:pt x="503038" y="828859"/>
                      <a:pt x="495847" y="863799"/>
                    </a:cubicBezTo>
                    <a:cubicBezTo>
                      <a:pt x="489963" y="892589"/>
                      <a:pt x="473198" y="913206"/>
                      <a:pt x="444271" y="922014"/>
                    </a:cubicBezTo>
                    <a:lnTo>
                      <a:pt x="431747" y="921551"/>
                    </a:lnTo>
                    <a:lnTo>
                      <a:pt x="442410" y="937592"/>
                    </a:lnTo>
                    <a:cubicBezTo>
                      <a:pt x="487480" y="1016676"/>
                      <a:pt x="529845" y="1122313"/>
                      <a:pt x="543619" y="1186492"/>
                    </a:cubicBezTo>
                    <a:cubicBezTo>
                      <a:pt x="550598" y="1215224"/>
                      <a:pt x="555819" y="1248481"/>
                      <a:pt x="566594" y="1273228"/>
                    </a:cubicBezTo>
                    <a:lnTo>
                      <a:pt x="531195" y="1282256"/>
                    </a:lnTo>
                    <a:cubicBezTo>
                      <a:pt x="524459" y="1249229"/>
                      <a:pt x="517723" y="1216203"/>
                      <a:pt x="510987" y="1183176"/>
                    </a:cubicBezTo>
                    <a:cubicBezTo>
                      <a:pt x="491057" y="1106410"/>
                      <a:pt x="461690" y="1033323"/>
                      <a:pt x="419465" y="965735"/>
                    </a:cubicBezTo>
                    <a:lnTo>
                      <a:pt x="380666" y="911088"/>
                    </a:lnTo>
                    <a:lnTo>
                      <a:pt x="370913" y="906441"/>
                    </a:lnTo>
                    <a:cubicBezTo>
                      <a:pt x="367054" y="904302"/>
                      <a:pt x="364509" y="903754"/>
                      <a:pt x="360466" y="906130"/>
                    </a:cubicBezTo>
                    <a:cubicBezTo>
                      <a:pt x="346392" y="914842"/>
                      <a:pt x="331143" y="920512"/>
                      <a:pt x="314518" y="920936"/>
                    </a:cubicBezTo>
                    <a:cubicBezTo>
                      <a:pt x="287950" y="921567"/>
                      <a:pt x="267107" y="906882"/>
                      <a:pt x="256927" y="880449"/>
                    </a:cubicBezTo>
                    <a:cubicBezTo>
                      <a:pt x="252918" y="869783"/>
                      <a:pt x="251397" y="858249"/>
                      <a:pt x="248732" y="847130"/>
                    </a:cubicBezTo>
                    <a:cubicBezTo>
                      <a:pt x="248098" y="844804"/>
                      <a:pt x="248092" y="842563"/>
                      <a:pt x="247889" y="840361"/>
                    </a:cubicBezTo>
                    <a:cubicBezTo>
                      <a:pt x="238455" y="843325"/>
                      <a:pt x="229525" y="846809"/>
                      <a:pt x="220304" y="848717"/>
                    </a:cubicBezTo>
                    <a:cubicBezTo>
                      <a:pt x="180981" y="856390"/>
                      <a:pt x="146339" y="834274"/>
                      <a:pt x="136302" y="795389"/>
                    </a:cubicBezTo>
                    <a:cubicBezTo>
                      <a:pt x="134291" y="787816"/>
                      <a:pt x="132872" y="780134"/>
                      <a:pt x="132240" y="772306"/>
                    </a:cubicBezTo>
                    <a:cubicBezTo>
                      <a:pt x="131484" y="764909"/>
                      <a:pt x="131910" y="757293"/>
                      <a:pt x="132030" y="749123"/>
                    </a:cubicBezTo>
                    <a:cubicBezTo>
                      <a:pt x="127799" y="748275"/>
                      <a:pt x="123408" y="747660"/>
                      <a:pt x="118944" y="746653"/>
                    </a:cubicBezTo>
                    <a:cubicBezTo>
                      <a:pt x="74070" y="736407"/>
                      <a:pt x="44624" y="708238"/>
                      <a:pt x="28110" y="666272"/>
                    </a:cubicBezTo>
                    <a:cubicBezTo>
                      <a:pt x="15910" y="635527"/>
                      <a:pt x="10210" y="603580"/>
                      <a:pt x="18430" y="570895"/>
                    </a:cubicBezTo>
                    <a:cubicBezTo>
                      <a:pt x="25779" y="541222"/>
                      <a:pt x="42144" y="518440"/>
                      <a:pt x="72231" y="508194"/>
                    </a:cubicBezTo>
                    <a:close/>
                    <a:moveTo>
                      <a:pt x="828778" y="368188"/>
                    </a:moveTo>
                    <a:cubicBezTo>
                      <a:pt x="858645" y="362262"/>
                      <a:pt x="883627" y="370681"/>
                      <a:pt x="903402" y="393916"/>
                    </a:cubicBezTo>
                    <a:cubicBezTo>
                      <a:pt x="939823" y="436686"/>
                      <a:pt x="947900" y="510155"/>
                      <a:pt x="921670" y="560021"/>
                    </a:cubicBezTo>
                    <a:cubicBezTo>
                      <a:pt x="910516" y="581230"/>
                      <a:pt x="894205" y="597688"/>
                      <a:pt x="873673" y="610037"/>
                    </a:cubicBezTo>
                    <a:cubicBezTo>
                      <a:pt x="872564" y="610650"/>
                      <a:pt x="871455" y="611263"/>
                      <a:pt x="870382" y="612071"/>
                    </a:cubicBezTo>
                    <a:cubicBezTo>
                      <a:pt x="874134" y="626859"/>
                      <a:pt x="879155" y="640802"/>
                      <a:pt x="881183" y="655093"/>
                    </a:cubicBezTo>
                    <a:cubicBezTo>
                      <a:pt x="888104" y="700259"/>
                      <a:pt x="856642" y="737240"/>
                      <a:pt x="811085" y="738732"/>
                    </a:cubicBezTo>
                    <a:cubicBezTo>
                      <a:pt x="805423" y="738963"/>
                      <a:pt x="799923" y="738961"/>
                      <a:pt x="793636" y="739105"/>
                    </a:cubicBezTo>
                    <a:cubicBezTo>
                      <a:pt x="795456" y="748953"/>
                      <a:pt x="797633" y="758532"/>
                      <a:pt x="799023" y="768256"/>
                    </a:cubicBezTo>
                    <a:cubicBezTo>
                      <a:pt x="800761" y="780973"/>
                      <a:pt x="799166" y="793286"/>
                      <a:pt x="794668" y="805320"/>
                    </a:cubicBezTo>
                    <a:cubicBezTo>
                      <a:pt x="785846" y="828135"/>
                      <a:pt x="763672" y="842622"/>
                      <a:pt x="736637" y="842933"/>
                    </a:cubicBezTo>
                    <a:cubicBezTo>
                      <a:pt x="728307" y="843046"/>
                      <a:pt x="719830" y="842371"/>
                      <a:pt x="711441" y="841070"/>
                    </a:cubicBezTo>
                    <a:cubicBezTo>
                      <a:pt x="707480" y="840580"/>
                      <a:pt x="705153" y="841213"/>
                      <a:pt x="702708" y="844516"/>
                    </a:cubicBezTo>
                    <a:cubicBezTo>
                      <a:pt x="696891" y="852721"/>
                      <a:pt x="690436" y="860229"/>
                      <a:pt x="683025" y="866563"/>
                    </a:cubicBezTo>
                    <a:lnTo>
                      <a:pt x="657843" y="881435"/>
                    </a:lnTo>
                    <a:lnTo>
                      <a:pt x="694319" y="1016214"/>
                    </a:lnTo>
                    <a:cubicBezTo>
                      <a:pt x="705217" y="1069419"/>
                      <a:pt x="712131" y="1119734"/>
                      <a:pt x="713201" y="1156998"/>
                    </a:cubicBezTo>
                    <a:cubicBezTo>
                      <a:pt x="715065" y="1190532"/>
                      <a:pt x="714032" y="1228757"/>
                      <a:pt x="720960" y="1258622"/>
                    </a:cubicBezTo>
                    <a:lnTo>
                      <a:pt x="679557" y="1261399"/>
                    </a:lnTo>
                    <a:cubicBezTo>
                      <a:pt x="678850" y="1223119"/>
                      <a:pt x="678143" y="1184840"/>
                      <a:pt x="677437" y="1146560"/>
                    </a:cubicBezTo>
                    <a:cubicBezTo>
                      <a:pt x="674228" y="1101631"/>
                      <a:pt x="668194" y="1057242"/>
                      <a:pt x="658812" y="1013559"/>
                    </a:cubicBezTo>
                    <a:lnTo>
                      <a:pt x="620096" y="884815"/>
                    </a:lnTo>
                    <a:lnTo>
                      <a:pt x="617487" y="885041"/>
                    </a:lnTo>
                    <a:cubicBezTo>
                      <a:pt x="604917" y="882194"/>
                      <a:pt x="593230" y="875442"/>
                      <a:pt x="582656" y="865072"/>
                    </a:cubicBezTo>
                    <a:cubicBezTo>
                      <a:pt x="556244" y="838990"/>
                      <a:pt x="550041" y="806525"/>
                      <a:pt x="558217" y="771403"/>
                    </a:cubicBezTo>
                    <a:cubicBezTo>
                      <a:pt x="562112" y="754999"/>
                      <a:pt x="569609" y="739354"/>
                      <a:pt x="575867" y="722513"/>
                    </a:cubicBezTo>
                    <a:cubicBezTo>
                      <a:pt x="571718" y="718798"/>
                      <a:pt x="565774" y="714192"/>
                      <a:pt x="560670" y="708618"/>
                    </a:cubicBezTo>
                    <a:cubicBezTo>
                      <a:pt x="531466" y="677348"/>
                      <a:pt x="519772" y="641620"/>
                      <a:pt x="534291" y="600031"/>
                    </a:cubicBezTo>
                    <a:cubicBezTo>
                      <a:pt x="540848" y="581504"/>
                      <a:pt x="552919" y="567458"/>
                      <a:pt x="572231" y="560631"/>
                    </a:cubicBezTo>
                    <a:cubicBezTo>
                      <a:pt x="582540" y="556892"/>
                      <a:pt x="593183" y="557167"/>
                      <a:pt x="603475" y="559950"/>
                    </a:cubicBezTo>
                    <a:cubicBezTo>
                      <a:pt x="609267" y="561527"/>
                      <a:pt x="614846" y="564164"/>
                      <a:pt x="618559" y="565514"/>
                    </a:cubicBezTo>
                    <a:cubicBezTo>
                      <a:pt x="629322" y="557618"/>
                      <a:pt x="638415" y="548400"/>
                      <a:pt x="649454" y="543101"/>
                    </a:cubicBezTo>
                    <a:cubicBezTo>
                      <a:pt x="672605" y="531694"/>
                      <a:pt x="692487" y="542279"/>
                      <a:pt x="697970" y="567543"/>
                    </a:cubicBezTo>
                    <a:cubicBezTo>
                      <a:pt x="699586" y="575189"/>
                      <a:pt x="699788" y="582892"/>
                      <a:pt x="700456" y="590917"/>
                    </a:cubicBezTo>
                    <a:cubicBezTo>
                      <a:pt x="706933" y="593998"/>
                      <a:pt x="713927" y="596576"/>
                      <a:pt x="720550" y="600445"/>
                    </a:cubicBezTo>
                    <a:cubicBezTo>
                      <a:pt x="735858" y="609431"/>
                      <a:pt x="747467" y="621545"/>
                      <a:pt x="751604" y="639520"/>
                    </a:cubicBezTo>
                    <a:cubicBezTo>
                      <a:pt x="755595" y="656708"/>
                      <a:pt x="750549" y="671289"/>
                      <a:pt x="738347" y="683525"/>
                    </a:cubicBezTo>
                    <a:cubicBezTo>
                      <a:pt x="729932" y="692006"/>
                      <a:pt x="719754" y="697554"/>
                      <a:pt x="707956" y="700956"/>
                    </a:cubicBezTo>
                    <a:cubicBezTo>
                      <a:pt x="693641" y="669787"/>
                      <a:pt x="669443" y="653481"/>
                      <a:pt x="634896" y="651717"/>
                    </a:cubicBezTo>
                    <a:cubicBezTo>
                      <a:pt x="634543" y="659726"/>
                      <a:pt x="634350" y="667503"/>
                      <a:pt x="633997" y="675512"/>
                    </a:cubicBezTo>
                    <a:cubicBezTo>
                      <a:pt x="660271" y="678805"/>
                      <a:pt x="681371" y="689369"/>
                      <a:pt x="687058" y="716835"/>
                    </a:cubicBezTo>
                    <a:cubicBezTo>
                      <a:pt x="692854" y="744894"/>
                      <a:pt x="679387" y="765716"/>
                      <a:pt x="656986" y="782282"/>
                    </a:cubicBezTo>
                    <a:cubicBezTo>
                      <a:pt x="661091" y="789060"/>
                      <a:pt x="665158" y="795641"/>
                      <a:pt x="669532" y="802778"/>
                    </a:cubicBezTo>
                    <a:cubicBezTo>
                      <a:pt x="693852" y="786673"/>
                      <a:pt x="709290" y="765487"/>
                      <a:pt x="712109" y="736651"/>
                    </a:cubicBezTo>
                    <a:cubicBezTo>
                      <a:pt x="712907" y="727745"/>
                      <a:pt x="715710" y="724171"/>
                      <a:pt x="723692" y="721066"/>
                    </a:cubicBezTo>
                    <a:cubicBezTo>
                      <a:pt x="753809" y="708779"/>
                      <a:pt x="773689" y="687383"/>
                      <a:pt x="776459" y="653872"/>
                    </a:cubicBezTo>
                    <a:cubicBezTo>
                      <a:pt x="779084" y="619572"/>
                      <a:pt x="762709" y="594895"/>
                      <a:pt x="733368" y="578317"/>
                    </a:cubicBezTo>
                    <a:cubicBezTo>
                      <a:pt x="727912" y="575252"/>
                      <a:pt x="725127" y="572303"/>
                      <a:pt x="723890" y="565605"/>
                    </a:cubicBezTo>
                    <a:cubicBezTo>
                      <a:pt x="720505" y="547287"/>
                      <a:pt x="710304" y="532876"/>
                      <a:pt x="694098" y="523444"/>
                    </a:cubicBezTo>
                    <a:cubicBezTo>
                      <a:pt x="690671" y="521430"/>
                      <a:pt x="689446" y="519211"/>
                      <a:pt x="690243" y="515805"/>
                    </a:cubicBezTo>
                    <a:cubicBezTo>
                      <a:pt x="692866" y="505747"/>
                      <a:pt x="694394" y="495279"/>
                      <a:pt x="698774" y="485914"/>
                    </a:cubicBezTo>
                    <a:cubicBezTo>
                      <a:pt x="710120" y="462428"/>
                      <a:pt x="731075" y="453464"/>
                      <a:pt x="755797" y="452765"/>
                    </a:cubicBezTo>
                    <a:cubicBezTo>
                      <a:pt x="771597" y="452290"/>
                      <a:pt x="787712" y="454610"/>
                      <a:pt x="802978" y="455658"/>
                    </a:cubicBezTo>
                    <a:cubicBezTo>
                      <a:pt x="800042" y="449682"/>
                      <a:pt x="795827" y="442313"/>
                      <a:pt x="792796" y="434725"/>
                    </a:cubicBezTo>
                    <a:cubicBezTo>
                      <a:pt x="780108" y="402441"/>
                      <a:pt x="795007" y="375039"/>
                      <a:pt x="828778" y="368188"/>
                    </a:cubicBezTo>
                    <a:close/>
                    <a:moveTo>
                      <a:pt x="80732" y="236718"/>
                    </a:moveTo>
                    <a:cubicBezTo>
                      <a:pt x="82386" y="239060"/>
                      <a:pt x="84041" y="241402"/>
                      <a:pt x="85733" y="243941"/>
                    </a:cubicBezTo>
                    <a:cubicBezTo>
                      <a:pt x="105038" y="272355"/>
                      <a:pt x="132213" y="289334"/>
                      <a:pt x="165483" y="295204"/>
                    </a:cubicBezTo>
                    <a:cubicBezTo>
                      <a:pt x="183391" y="298413"/>
                      <a:pt x="193256" y="308813"/>
                      <a:pt x="199590" y="324345"/>
                    </a:cubicBezTo>
                    <a:cubicBezTo>
                      <a:pt x="208088" y="344979"/>
                      <a:pt x="200922" y="370136"/>
                      <a:pt x="183395" y="381115"/>
                    </a:cubicBezTo>
                    <a:cubicBezTo>
                      <a:pt x="178799" y="383798"/>
                      <a:pt x="173231" y="385642"/>
                      <a:pt x="167577" y="388113"/>
                    </a:cubicBezTo>
                    <a:cubicBezTo>
                      <a:pt x="171406" y="392294"/>
                      <a:pt x="175861" y="396564"/>
                      <a:pt x="179565" y="401175"/>
                    </a:cubicBezTo>
                    <a:cubicBezTo>
                      <a:pt x="191398" y="416711"/>
                      <a:pt x="191808" y="434357"/>
                      <a:pt x="179992" y="449781"/>
                    </a:cubicBezTo>
                    <a:cubicBezTo>
                      <a:pt x="161928" y="473286"/>
                      <a:pt x="138040" y="484014"/>
                      <a:pt x="108044" y="482632"/>
                    </a:cubicBezTo>
                    <a:cubicBezTo>
                      <a:pt x="70199" y="480662"/>
                      <a:pt x="58475" y="484458"/>
                      <a:pt x="27201" y="505923"/>
                    </a:cubicBezTo>
                    <a:cubicBezTo>
                      <a:pt x="7335" y="488816"/>
                      <a:pt x="-2562" y="467219"/>
                      <a:pt x="570" y="441177"/>
                    </a:cubicBezTo>
                    <a:cubicBezTo>
                      <a:pt x="5466" y="399329"/>
                      <a:pt x="29111" y="372959"/>
                      <a:pt x="70413" y="361661"/>
                    </a:cubicBezTo>
                    <a:cubicBezTo>
                      <a:pt x="68706" y="360143"/>
                      <a:pt x="67197" y="358588"/>
                      <a:pt x="65724" y="357231"/>
                    </a:cubicBezTo>
                    <a:cubicBezTo>
                      <a:pt x="47471" y="340029"/>
                      <a:pt x="37055" y="318936"/>
                      <a:pt x="36050" y="293659"/>
                    </a:cubicBezTo>
                    <a:cubicBezTo>
                      <a:pt x="35113" y="266537"/>
                      <a:pt x="51607" y="245563"/>
                      <a:pt x="80732" y="236718"/>
                    </a:cubicBezTo>
                    <a:close/>
                    <a:moveTo>
                      <a:pt x="734063" y="115786"/>
                    </a:moveTo>
                    <a:cubicBezTo>
                      <a:pt x="769312" y="112531"/>
                      <a:pt x="794903" y="133062"/>
                      <a:pt x="800039" y="168575"/>
                    </a:cubicBezTo>
                    <a:cubicBezTo>
                      <a:pt x="802927" y="188615"/>
                      <a:pt x="799667" y="207347"/>
                      <a:pt x="790133" y="225202"/>
                    </a:cubicBezTo>
                    <a:cubicBezTo>
                      <a:pt x="789688" y="226098"/>
                      <a:pt x="789279" y="227193"/>
                      <a:pt x="788636" y="228126"/>
                    </a:cubicBezTo>
                    <a:cubicBezTo>
                      <a:pt x="788673" y="228323"/>
                      <a:pt x="788709" y="228520"/>
                      <a:pt x="788782" y="228914"/>
                    </a:cubicBezTo>
                    <a:cubicBezTo>
                      <a:pt x="828453" y="224231"/>
                      <a:pt x="859115" y="239140"/>
                      <a:pt x="879477" y="273265"/>
                    </a:cubicBezTo>
                    <a:cubicBezTo>
                      <a:pt x="893897" y="297285"/>
                      <a:pt x="893683" y="322583"/>
                      <a:pt x="880462" y="348046"/>
                    </a:cubicBezTo>
                    <a:cubicBezTo>
                      <a:pt x="878741" y="347548"/>
                      <a:pt x="877093" y="347446"/>
                      <a:pt x="875371" y="346949"/>
                    </a:cubicBezTo>
                    <a:cubicBezTo>
                      <a:pt x="850156" y="338368"/>
                      <a:pt x="825797" y="341036"/>
                      <a:pt x="802289" y="352714"/>
                    </a:cubicBezTo>
                    <a:cubicBezTo>
                      <a:pt x="779174" y="364318"/>
                      <a:pt x="755458" y="366052"/>
                      <a:pt x="731227" y="357290"/>
                    </a:cubicBezTo>
                    <a:cubicBezTo>
                      <a:pt x="714189" y="351067"/>
                      <a:pt x="701420" y="340390"/>
                      <a:pt x="699035" y="320868"/>
                    </a:cubicBezTo>
                    <a:cubicBezTo>
                      <a:pt x="697732" y="310516"/>
                      <a:pt x="701091" y="301136"/>
                      <a:pt x="705546" y="292165"/>
                    </a:cubicBezTo>
                    <a:cubicBezTo>
                      <a:pt x="706115" y="290837"/>
                      <a:pt x="706882" y="289474"/>
                      <a:pt x="707611" y="287913"/>
                    </a:cubicBezTo>
                    <a:cubicBezTo>
                      <a:pt x="702111" y="287911"/>
                      <a:pt x="696917" y="288463"/>
                      <a:pt x="691898" y="287761"/>
                    </a:cubicBezTo>
                    <a:cubicBezTo>
                      <a:pt x="673669" y="285018"/>
                      <a:pt x="662761" y="273386"/>
                      <a:pt x="656836" y="256759"/>
                    </a:cubicBezTo>
                    <a:cubicBezTo>
                      <a:pt x="652880" y="245268"/>
                      <a:pt x="652504" y="233319"/>
                      <a:pt x="657076" y="221678"/>
                    </a:cubicBezTo>
                    <a:cubicBezTo>
                      <a:pt x="660099" y="213786"/>
                      <a:pt x="664631" y="207448"/>
                      <a:pt x="672162" y="203002"/>
                    </a:cubicBezTo>
                    <a:cubicBezTo>
                      <a:pt x="704464" y="183791"/>
                      <a:pt x="725615" y="156050"/>
                      <a:pt x="732996" y="118834"/>
                    </a:cubicBezTo>
                    <a:cubicBezTo>
                      <a:pt x="733405" y="117741"/>
                      <a:pt x="733851" y="116844"/>
                      <a:pt x="734063" y="115786"/>
                    </a:cubicBezTo>
                    <a:close/>
                    <a:moveTo>
                      <a:pt x="234805" y="54681"/>
                    </a:moveTo>
                    <a:cubicBezTo>
                      <a:pt x="244119" y="50796"/>
                      <a:pt x="254214" y="48930"/>
                      <a:pt x="265378" y="49820"/>
                    </a:cubicBezTo>
                    <a:cubicBezTo>
                      <a:pt x="285431" y="51412"/>
                      <a:pt x="301834" y="60807"/>
                      <a:pt x="314937" y="75496"/>
                    </a:cubicBezTo>
                    <a:cubicBezTo>
                      <a:pt x="346284" y="110647"/>
                      <a:pt x="354358" y="152137"/>
                      <a:pt x="345601" y="197347"/>
                    </a:cubicBezTo>
                    <a:cubicBezTo>
                      <a:pt x="343095" y="210236"/>
                      <a:pt x="338042" y="222577"/>
                      <a:pt x="334083" y="235327"/>
                    </a:cubicBezTo>
                    <a:cubicBezTo>
                      <a:pt x="396552" y="283468"/>
                      <a:pt x="397932" y="358175"/>
                      <a:pt x="353353" y="413468"/>
                    </a:cubicBezTo>
                    <a:cubicBezTo>
                      <a:pt x="386181" y="433475"/>
                      <a:pt x="408834" y="461271"/>
                      <a:pt x="418223" y="498850"/>
                    </a:cubicBezTo>
                    <a:cubicBezTo>
                      <a:pt x="424422" y="523575"/>
                      <a:pt x="422771" y="547713"/>
                      <a:pt x="414075" y="570097"/>
                    </a:cubicBezTo>
                    <a:cubicBezTo>
                      <a:pt x="400353" y="570800"/>
                      <a:pt x="387201" y="570175"/>
                      <a:pt x="374791" y="572468"/>
                    </a:cubicBezTo>
                    <a:cubicBezTo>
                      <a:pt x="365336" y="574215"/>
                      <a:pt x="356339" y="579545"/>
                      <a:pt x="347212" y="583064"/>
                    </a:cubicBezTo>
                    <a:cubicBezTo>
                      <a:pt x="345118" y="583858"/>
                      <a:pt x="342703" y="585119"/>
                      <a:pt x="340945" y="584425"/>
                    </a:cubicBezTo>
                    <a:cubicBezTo>
                      <a:pt x="320158" y="576656"/>
                      <a:pt x="306706" y="577716"/>
                      <a:pt x="286621" y="583668"/>
                    </a:cubicBezTo>
                    <a:cubicBezTo>
                      <a:pt x="275089" y="560947"/>
                      <a:pt x="258734" y="542988"/>
                      <a:pt x="233948" y="534531"/>
                    </a:cubicBezTo>
                    <a:cubicBezTo>
                      <a:pt x="209361" y="526039"/>
                      <a:pt x="185309" y="529261"/>
                      <a:pt x="162779" y="538517"/>
                    </a:cubicBezTo>
                    <a:cubicBezTo>
                      <a:pt x="157261" y="526295"/>
                      <a:pt x="151853" y="514665"/>
                      <a:pt x="146371" y="502641"/>
                    </a:cubicBezTo>
                    <a:cubicBezTo>
                      <a:pt x="166223" y="496529"/>
                      <a:pt x="183874" y="485119"/>
                      <a:pt x="196829" y="467040"/>
                    </a:cubicBezTo>
                    <a:cubicBezTo>
                      <a:pt x="227102" y="489760"/>
                      <a:pt x="261161" y="489985"/>
                      <a:pt x="291634" y="464187"/>
                    </a:cubicBezTo>
                    <a:cubicBezTo>
                      <a:pt x="303898" y="479847"/>
                      <a:pt x="319250" y="491269"/>
                      <a:pt x="339848" y="495814"/>
                    </a:cubicBezTo>
                    <a:cubicBezTo>
                      <a:pt x="341456" y="487981"/>
                      <a:pt x="343137" y="480540"/>
                      <a:pt x="344709" y="472509"/>
                    </a:cubicBezTo>
                    <a:cubicBezTo>
                      <a:pt x="322528" y="466016"/>
                      <a:pt x="308439" y="451508"/>
                      <a:pt x="302160" y="429650"/>
                    </a:cubicBezTo>
                    <a:cubicBezTo>
                      <a:pt x="295916" y="407989"/>
                      <a:pt x="301505" y="388623"/>
                      <a:pt x="317151" y="371880"/>
                    </a:cubicBezTo>
                    <a:cubicBezTo>
                      <a:pt x="311383" y="366020"/>
                      <a:pt x="305921" y="360715"/>
                      <a:pt x="300153" y="354855"/>
                    </a:cubicBezTo>
                    <a:cubicBezTo>
                      <a:pt x="284879" y="370308"/>
                      <a:pt x="276797" y="388301"/>
                      <a:pt x="275979" y="409229"/>
                    </a:cubicBezTo>
                    <a:cubicBezTo>
                      <a:pt x="275646" y="418457"/>
                      <a:pt x="277948" y="427606"/>
                      <a:pt x="278835" y="436812"/>
                    </a:cubicBezTo>
                    <a:cubicBezTo>
                      <a:pt x="279002" y="438818"/>
                      <a:pt x="278688" y="441524"/>
                      <a:pt x="277330" y="442997"/>
                    </a:cubicBezTo>
                    <a:cubicBezTo>
                      <a:pt x="260099" y="463292"/>
                      <a:pt x="230451" y="464901"/>
                      <a:pt x="211427" y="446824"/>
                    </a:cubicBezTo>
                    <a:cubicBezTo>
                      <a:pt x="209954" y="445467"/>
                      <a:pt x="208941" y="442191"/>
                      <a:pt x="209401" y="440273"/>
                    </a:cubicBezTo>
                    <a:cubicBezTo>
                      <a:pt x="212477" y="426056"/>
                      <a:pt x="211775" y="412334"/>
                      <a:pt x="206434" y="398858"/>
                    </a:cubicBezTo>
                    <a:cubicBezTo>
                      <a:pt x="205748" y="397356"/>
                      <a:pt x="205990" y="394255"/>
                      <a:pt x="207223" y="393213"/>
                    </a:cubicBezTo>
                    <a:cubicBezTo>
                      <a:pt x="231524" y="370389"/>
                      <a:pt x="232881" y="331435"/>
                      <a:pt x="213263" y="300227"/>
                    </a:cubicBezTo>
                    <a:cubicBezTo>
                      <a:pt x="212417" y="298958"/>
                      <a:pt x="211768" y="297651"/>
                      <a:pt x="210849" y="295987"/>
                    </a:cubicBezTo>
                    <a:cubicBezTo>
                      <a:pt x="217525" y="293531"/>
                      <a:pt x="224114" y="291704"/>
                      <a:pt x="230359" y="289124"/>
                    </a:cubicBezTo>
                    <a:cubicBezTo>
                      <a:pt x="263644" y="275232"/>
                      <a:pt x="282205" y="244506"/>
                      <a:pt x="278448" y="208737"/>
                    </a:cubicBezTo>
                    <a:cubicBezTo>
                      <a:pt x="277932" y="203741"/>
                      <a:pt x="278998" y="200692"/>
                      <a:pt x="283559" y="197812"/>
                    </a:cubicBezTo>
                    <a:cubicBezTo>
                      <a:pt x="302800" y="185089"/>
                      <a:pt x="313049" y="166696"/>
                      <a:pt x="314933" y="142718"/>
                    </a:cubicBezTo>
                    <a:cubicBezTo>
                      <a:pt x="306726" y="142401"/>
                      <a:pt x="299111" y="141975"/>
                      <a:pt x="291729" y="141710"/>
                    </a:cubicBezTo>
                    <a:cubicBezTo>
                      <a:pt x="288305" y="184917"/>
                      <a:pt x="240257" y="198277"/>
                      <a:pt x="204653" y="172059"/>
                    </a:cubicBezTo>
                    <a:cubicBezTo>
                      <a:pt x="199850" y="178039"/>
                      <a:pt x="195085" y="184217"/>
                      <a:pt x="190282" y="190196"/>
                    </a:cubicBezTo>
                    <a:cubicBezTo>
                      <a:pt x="203291" y="203274"/>
                      <a:pt x="223160" y="209381"/>
                      <a:pt x="254302" y="210348"/>
                    </a:cubicBezTo>
                    <a:cubicBezTo>
                      <a:pt x="258834" y="241492"/>
                      <a:pt x="238558" y="268460"/>
                      <a:pt x="206445" y="272154"/>
                    </a:cubicBezTo>
                    <a:cubicBezTo>
                      <a:pt x="171144" y="276232"/>
                      <a:pt x="139743" y="266146"/>
                      <a:pt x="114462" y="240670"/>
                    </a:cubicBezTo>
                    <a:cubicBezTo>
                      <a:pt x="86234" y="212479"/>
                      <a:pt x="89402" y="167894"/>
                      <a:pt x="120246" y="146306"/>
                    </a:cubicBezTo>
                    <a:cubicBezTo>
                      <a:pt x="131958" y="138030"/>
                      <a:pt x="145083" y="135198"/>
                      <a:pt x="159117" y="137290"/>
                    </a:cubicBezTo>
                    <a:cubicBezTo>
                      <a:pt x="163311" y="137940"/>
                      <a:pt x="165136" y="136789"/>
                      <a:pt x="166880" y="133004"/>
                    </a:cubicBezTo>
                    <a:cubicBezTo>
                      <a:pt x="177313" y="110095"/>
                      <a:pt x="189847" y="88630"/>
                      <a:pt x="208914" y="71662"/>
                    </a:cubicBezTo>
                    <a:cubicBezTo>
                      <a:pt x="216957" y="64472"/>
                      <a:pt x="225490" y="58567"/>
                      <a:pt x="234805" y="54681"/>
                    </a:cubicBezTo>
                    <a:close/>
                    <a:moveTo>
                      <a:pt x="518054" y="685"/>
                    </a:moveTo>
                    <a:cubicBezTo>
                      <a:pt x="535695" y="-1964"/>
                      <a:pt x="551960" y="3383"/>
                      <a:pt x="567481" y="11310"/>
                    </a:cubicBezTo>
                    <a:cubicBezTo>
                      <a:pt x="586392" y="21056"/>
                      <a:pt x="602181" y="34843"/>
                      <a:pt x="617166" y="49796"/>
                    </a:cubicBezTo>
                    <a:cubicBezTo>
                      <a:pt x="619412" y="52029"/>
                      <a:pt x="621119" y="53546"/>
                      <a:pt x="624803" y="51439"/>
                    </a:cubicBezTo>
                    <a:cubicBezTo>
                      <a:pt x="645553" y="40272"/>
                      <a:pt x="666213" y="40732"/>
                      <a:pt x="685335" y="54921"/>
                    </a:cubicBezTo>
                    <a:cubicBezTo>
                      <a:pt x="704960" y="69628"/>
                      <a:pt x="713618" y="90027"/>
                      <a:pt x="709531" y="114208"/>
                    </a:cubicBezTo>
                    <a:cubicBezTo>
                      <a:pt x="704617" y="143838"/>
                      <a:pt x="686008" y="164388"/>
                      <a:pt x="661812" y="180063"/>
                    </a:cubicBezTo>
                    <a:cubicBezTo>
                      <a:pt x="646343" y="190051"/>
                      <a:pt x="629358" y="196244"/>
                      <a:pt x="610202" y="195099"/>
                    </a:cubicBezTo>
                    <a:cubicBezTo>
                      <a:pt x="586961" y="193894"/>
                      <a:pt x="565244" y="174481"/>
                      <a:pt x="562692" y="152954"/>
                    </a:cubicBezTo>
                    <a:cubicBezTo>
                      <a:pt x="585571" y="146688"/>
                      <a:pt x="602749" y="132718"/>
                      <a:pt x="615624" y="112005"/>
                    </a:cubicBezTo>
                    <a:cubicBezTo>
                      <a:pt x="608733" y="107779"/>
                      <a:pt x="602074" y="103714"/>
                      <a:pt x="594985" y="99523"/>
                    </a:cubicBezTo>
                    <a:cubicBezTo>
                      <a:pt x="584014" y="116217"/>
                      <a:pt x="569428" y="127672"/>
                      <a:pt x="549403" y="129539"/>
                    </a:cubicBezTo>
                    <a:cubicBezTo>
                      <a:pt x="528196" y="131624"/>
                      <a:pt x="513136" y="121778"/>
                      <a:pt x="503638" y="102348"/>
                    </a:cubicBezTo>
                    <a:cubicBezTo>
                      <a:pt x="496480" y="105504"/>
                      <a:pt x="489322" y="108659"/>
                      <a:pt x="481968" y="111852"/>
                    </a:cubicBezTo>
                    <a:cubicBezTo>
                      <a:pt x="491757" y="132858"/>
                      <a:pt x="507348" y="146680"/>
                      <a:pt x="529275" y="151795"/>
                    </a:cubicBezTo>
                    <a:cubicBezTo>
                      <a:pt x="536517" y="153512"/>
                      <a:pt x="538661" y="157394"/>
                      <a:pt x="540380" y="163391"/>
                    </a:cubicBezTo>
                    <a:cubicBezTo>
                      <a:pt x="547848" y="187270"/>
                      <a:pt x="562876" y="204659"/>
                      <a:pt x="586552" y="213729"/>
                    </a:cubicBezTo>
                    <a:cubicBezTo>
                      <a:pt x="601672" y="219490"/>
                      <a:pt x="617458" y="220036"/>
                      <a:pt x="633128" y="217751"/>
                    </a:cubicBezTo>
                    <a:cubicBezTo>
                      <a:pt x="632490" y="226425"/>
                      <a:pt x="631028" y="235047"/>
                      <a:pt x="631375" y="243538"/>
                    </a:cubicBezTo>
                    <a:cubicBezTo>
                      <a:pt x="632531" y="271842"/>
                      <a:pt x="644151" y="293936"/>
                      <a:pt x="670400" y="307011"/>
                    </a:cubicBezTo>
                    <a:cubicBezTo>
                      <a:pt x="672391" y="307865"/>
                      <a:pt x="674389" y="310959"/>
                      <a:pt x="674359" y="313002"/>
                    </a:cubicBezTo>
                    <a:cubicBezTo>
                      <a:pt x="674507" y="327029"/>
                      <a:pt x="678128" y="340009"/>
                      <a:pt x="686366" y="351523"/>
                    </a:cubicBezTo>
                    <a:cubicBezTo>
                      <a:pt x="688597" y="354777"/>
                      <a:pt x="688444" y="357250"/>
                      <a:pt x="686786" y="360408"/>
                    </a:cubicBezTo>
                    <a:cubicBezTo>
                      <a:pt x="674346" y="383485"/>
                      <a:pt x="647586" y="391893"/>
                      <a:pt x="624276" y="379293"/>
                    </a:cubicBezTo>
                    <a:cubicBezTo>
                      <a:pt x="622212" y="378045"/>
                      <a:pt x="620696" y="374251"/>
                      <a:pt x="620186" y="371494"/>
                    </a:cubicBezTo>
                    <a:cubicBezTo>
                      <a:pt x="616003" y="343340"/>
                      <a:pt x="601859" y="321918"/>
                      <a:pt x="577039" y="307763"/>
                    </a:cubicBezTo>
                    <a:cubicBezTo>
                      <a:pt x="575443" y="306837"/>
                      <a:pt x="573488" y="306179"/>
                      <a:pt x="571263" y="305164"/>
                    </a:cubicBezTo>
                    <a:cubicBezTo>
                      <a:pt x="567934" y="312501"/>
                      <a:pt x="564766" y="319605"/>
                      <a:pt x="561472" y="327139"/>
                    </a:cubicBezTo>
                    <a:cubicBezTo>
                      <a:pt x="582070" y="337186"/>
                      <a:pt x="594443" y="353436"/>
                      <a:pt x="596193" y="376131"/>
                    </a:cubicBezTo>
                    <a:cubicBezTo>
                      <a:pt x="598066" y="398396"/>
                      <a:pt x="590093" y="416979"/>
                      <a:pt x="571697" y="430972"/>
                    </a:cubicBezTo>
                    <a:cubicBezTo>
                      <a:pt x="575998" y="437714"/>
                      <a:pt x="580263" y="444259"/>
                      <a:pt x="584565" y="451001"/>
                    </a:cubicBezTo>
                    <a:cubicBezTo>
                      <a:pt x="602215" y="439591"/>
                      <a:pt x="612471" y="423437"/>
                      <a:pt x="618292" y="404232"/>
                    </a:cubicBezTo>
                    <a:cubicBezTo>
                      <a:pt x="656636" y="417720"/>
                      <a:pt x="688185" y="404353"/>
                      <a:pt x="707017" y="373985"/>
                    </a:cubicBezTo>
                    <a:cubicBezTo>
                      <a:pt x="717097" y="377826"/>
                      <a:pt x="726965" y="382724"/>
                      <a:pt x="737381" y="385077"/>
                    </a:cubicBezTo>
                    <a:cubicBezTo>
                      <a:pt x="747600" y="387467"/>
                      <a:pt x="758243" y="387740"/>
                      <a:pt x="767814" y="388823"/>
                    </a:cubicBezTo>
                    <a:cubicBezTo>
                      <a:pt x="767007" y="400991"/>
                      <a:pt x="766309" y="413750"/>
                      <a:pt x="765487" y="426939"/>
                    </a:cubicBezTo>
                    <a:cubicBezTo>
                      <a:pt x="708784" y="427639"/>
                      <a:pt x="673764" y="455296"/>
                      <a:pt x="665711" y="514227"/>
                    </a:cubicBezTo>
                    <a:cubicBezTo>
                      <a:pt x="646576" y="514301"/>
                      <a:pt x="629861" y="520852"/>
                      <a:pt x="615799" y="534043"/>
                    </a:cubicBezTo>
                    <a:cubicBezTo>
                      <a:pt x="614762" y="535049"/>
                      <a:pt x="612633" y="535647"/>
                      <a:pt x="611378" y="535471"/>
                    </a:cubicBezTo>
                    <a:cubicBezTo>
                      <a:pt x="587569" y="530093"/>
                      <a:pt x="565924" y="535315"/>
                      <a:pt x="545354" y="547467"/>
                    </a:cubicBezTo>
                    <a:cubicBezTo>
                      <a:pt x="544800" y="547774"/>
                      <a:pt x="544172" y="547686"/>
                      <a:pt x="543618" y="547992"/>
                    </a:cubicBezTo>
                    <a:cubicBezTo>
                      <a:pt x="504751" y="508527"/>
                      <a:pt x="497966" y="435430"/>
                      <a:pt x="543114" y="378809"/>
                    </a:cubicBezTo>
                    <a:cubicBezTo>
                      <a:pt x="513284" y="360692"/>
                      <a:pt x="490336" y="336822"/>
                      <a:pt x="481297" y="302233"/>
                    </a:cubicBezTo>
                    <a:cubicBezTo>
                      <a:pt x="471988" y="267287"/>
                      <a:pt x="479922" y="235266"/>
                      <a:pt x="497521" y="205940"/>
                    </a:cubicBezTo>
                    <a:cubicBezTo>
                      <a:pt x="488494" y="194571"/>
                      <a:pt x="478826" y="184135"/>
                      <a:pt x="471375" y="172476"/>
                    </a:cubicBezTo>
                    <a:cubicBezTo>
                      <a:pt x="446267" y="132505"/>
                      <a:pt x="440053" y="90061"/>
                      <a:pt x="460261" y="46197"/>
                    </a:cubicBezTo>
                    <a:cubicBezTo>
                      <a:pt x="471621" y="21691"/>
                      <a:pt x="490099" y="4833"/>
                      <a:pt x="518054" y="685"/>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grpSp>
        <p:grpSp>
          <p:nvGrpSpPr>
            <p:cNvPr id="12" name="Group 11">
              <a:extLst>
                <a:ext uri="{FF2B5EF4-FFF2-40B4-BE49-F238E27FC236}">
                  <a16:creationId xmlns:a16="http://schemas.microsoft.com/office/drawing/2014/main" xmlns="" id="{BF5BFD28-98A6-5777-84CC-B3CF44CFF2F3}"/>
                </a:ext>
              </a:extLst>
            </p:cNvPr>
            <p:cNvGrpSpPr/>
            <p:nvPr/>
          </p:nvGrpSpPr>
          <p:grpSpPr>
            <a:xfrm>
              <a:off x="219453" y="2580615"/>
              <a:ext cx="2625263" cy="1036484"/>
              <a:chOff x="1525348" y="1579815"/>
              <a:chExt cx="6070988" cy="2761700"/>
            </a:xfrm>
          </p:grpSpPr>
          <p:sp>
            <p:nvSpPr>
              <p:cNvPr id="13" name="Rectangle 5">
                <a:extLst>
                  <a:ext uri="{FF2B5EF4-FFF2-40B4-BE49-F238E27FC236}">
                    <a16:creationId xmlns:a16="http://schemas.microsoft.com/office/drawing/2014/main" xmlns="" id="{C53514F5-3635-5BB2-C9D7-0CF9B253E4AB}"/>
                  </a:ext>
                </a:extLst>
              </p:cNvPr>
              <p:cNvSpPr/>
              <p:nvPr/>
            </p:nvSpPr>
            <p:spPr>
              <a:xfrm>
                <a:off x="3268739" y="2309740"/>
                <a:ext cx="2598977"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4" name="Rectangle 5">
                <a:extLst>
                  <a:ext uri="{FF2B5EF4-FFF2-40B4-BE49-F238E27FC236}">
                    <a16:creationId xmlns:a16="http://schemas.microsoft.com/office/drawing/2014/main" xmlns="" id="{0767EC94-8A44-C4C0-58AF-76EEB724BE76}"/>
                  </a:ext>
                </a:extLst>
              </p:cNvPr>
              <p:cNvSpPr/>
              <p:nvPr/>
            </p:nvSpPr>
            <p:spPr>
              <a:xfrm>
                <a:off x="3268739" y="2704966"/>
                <a:ext cx="2598977"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ysClr val="windowText" lastClr="000000">
                  <a:alpha val="2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5" name="Freeform 22">
                <a:extLst>
                  <a:ext uri="{FF2B5EF4-FFF2-40B4-BE49-F238E27FC236}">
                    <a16:creationId xmlns:a16="http://schemas.microsoft.com/office/drawing/2014/main" xmlns="" id="{C47DD3E0-AD69-03E1-8614-67A99561B628}"/>
                  </a:ext>
                </a:extLst>
              </p:cNvPr>
              <p:cNvSpPr/>
              <p:nvPr/>
            </p:nvSpPr>
            <p:spPr>
              <a:xfrm>
                <a:off x="1525348" y="1579815"/>
                <a:ext cx="6070988" cy="1788714"/>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cxnSp>
            <p:nvCxnSpPr>
              <p:cNvPr id="16" name="Straight Connector 15">
                <a:extLst>
                  <a:ext uri="{FF2B5EF4-FFF2-40B4-BE49-F238E27FC236}">
                    <a16:creationId xmlns:a16="http://schemas.microsoft.com/office/drawing/2014/main" xmlns="" id="{94375548-5E6B-9EB4-AEF1-6D3ACAC030DA}"/>
                  </a:ext>
                </a:extLst>
              </p:cNvPr>
              <p:cNvCxnSpPr/>
              <p:nvPr/>
            </p:nvCxnSpPr>
            <p:spPr>
              <a:xfrm>
                <a:off x="4662703" y="2187506"/>
                <a:ext cx="1586226" cy="614736"/>
              </a:xfrm>
              <a:prstGeom prst="line">
                <a:avLst/>
              </a:prstGeom>
              <a:solidFill>
                <a:srgbClr val="FF0000"/>
              </a:solidFill>
              <a:ln w="19050" cap="flat" cmpd="sng" algn="ctr">
                <a:solidFill>
                  <a:srgbClr val="FF0000"/>
                </a:solidFill>
                <a:prstDash val="solid"/>
                <a:miter lim="800000"/>
              </a:ln>
              <a:effectLst/>
            </p:spPr>
          </p:cxnSp>
          <p:cxnSp>
            <p:nvCxnSpPr>
              <p:cNvPr id="17" name="Straight Connector 16">
                <a:extLst>
                  <a:ext uri="{FF2B5EF4-FFF2-40B4-BE49-F238E27FC236}">
                    <a16:creationId xmlns:a16="http://schemas.microsoft.com/office/drawing/2014/main" xmlns="" id="{7BD69B1F-0000-D1F4-9EFB-76C5C53683E5}"/>
                  </a:ext>
                </a:extLst>
              </p:cNvPr>
              <p:cNvCxnSpPr/>
              <p:nvPr/>
            </p:nvCxnSpPr>
            <p:spPr>
              <a:xfrm>
                <a:off x="6248932" y="2802241"/>
                <a:ext cx="0" cy="1010602"/>
              </a:xfrm>
              <a:prstGeom prst="line">
                <a:avLst/>
              </a:prstGeom>
              <a:noFill/>
              <a:ln w="19050" cap="flat" cmpd="sng" algn="ctr">
                <a:solidFill>
                  <a:srgbClr val="FF0000"/>
                </a:solidFill>
                <a:prstDash val="solid"/>
                <a:miter lim="800000"/>
              </a:ln>
              <a:effectLst/>
            </p:spPr>
          </p:cxnSp>
          <p:sp>
            <p:nvSpPr>
              <p:cNvPr id="18" name="Isosceles Triangle 17">
                <a:extLst>
                  <a:ext uri="{FF2B5EF4-FFF2-40B4-BE49-F238E27FC236}">
                    <a16:creationId xmlns:a16="http://schemas.microsoft.com/office/drawing/2014/main" xmlns="" id="{F5A0E9B9-08A2-5A4B-3957-E52F8C367268}"/>
                  </a:ext>
                </a:extLst>
              </p:cNvPr>
              <p:cNvSpPr/>
              <p:nvPr/>
            </p:nvSpPr>
            <p:spPr>
              <a:xfrm>
                <a:off x="6018666" y="3406130"/>
                <a:ext cx="460523" cy="920944"/>
              </a:xfrm>
              <a:prstGeom prst="triangl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9" name="Oval 18">
                <a:extLst>
                  <a:ext uri="{FF2B5EF4-FFF2-40B4-BE49-F238E27FC236}">
                    <a16:creationId xmlns:a16="http://schemas.microsoft.com/office/drawing/2014/main" xmlns="" id="{E269F471-A76A-389F-F009-5C6E07F2908D}"/>
                  </a:ext>
                </a:extLst>
              </p:cNvPr>
              <p:cNvSpPr/>
              <p:nvPr/>
            </p:nvSpPr>
            <p:spPr>
              <a:xfrm>
                <a:off x="6122006" y="3356992"/>
                <a:ext cx="236067" cy="271996"/>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grpSp>
      </p:grpSp>
      <p:sp>
        <p:nvSpPr>
          <p:cNvPr id="62" name="Google Shape;25;p4">
            <a:hlinkClick r:id="rId3" action="ppaction://hlinksldjump"/>
            <a:extLst>
              <a:ext uri="{FF2B5EF4-FFF2-40B4-BE49-F238E27FC236}">
                <a16:creationId xmlns:a16="http://schemas.microsoft.com/office/drawing/2014/main" xmlns="" id="{0D71F361-5055-AAAF-AE6A-0DBE961788BE}"/>
              </a:ext>
            </a:extLst>
          </p:cNvPr>
          <p:cNvSpPr/>
          <p:nvPr/>
        </p:nvSpPr>
        <p:spPr>
          <a:xfrm>
            <a:off x="4591635" y="3777946"/>
            <a:ext cx="1730945" cy="562270"/>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400" dirty="0">
                <a:solidFill>
                  <a:schemeClr val="bg1"/>
                </a:solidFill>
                <a:latin typeface="Lalezar" panose="00000500000000000000" pitchFamily="2" charset="-78"/>
                <a:cs typeface="B Titr" panose="00000700000000000000" pitchFamily="2" charset="-78"/>
              </a:rPr>
              <a:t>روش شناسی</a:t>
            </a:r>
            <a:endParaRPr sz="2400" dirty="0">
              <a:solidFill>
                <a:schemeClr val="bg1"/>
              </a:solidFill>
              <a:latin typeface="Lalezar" panose="00000500000000000000" pitchFamily="2" charset="-78"/>
              <a:cs typeface="B Titr" panose="00000700000000000000" pitchFamily="2" charset="-78"/>
            </a:endParaRPr>
          </a:p>
        </p:txBody>
      </p:sp>
      <p:sp>
        <p:nvSpPr>
          <p:cNvPr id="9" name="Diamond 8">
            <a:extLst>
              <a:ext uri="{FF2B5EF4-FFF2-40B4-BE49-F238E27FC236}">
                <a16:creationId xmlns:a16="http://schemas.microsoft.com/office/drawing/2014/main" xmlns="" id="{C3DFF4AD-7692-150F-FE81-A8849913E24B}"/>
              </a:ext>
            </a:extLst>
          </p:cNvPr>
          <p:cNvSpPr/>
          <p:nvPr/>
        </p:nvSpPr>
        <p:spPr>
          <a:xfrm flipH="1">
            <a:off x="10110172" y="1012382"/>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1</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8" name="Diamond 27">
            <a:extLst>
              <a:ext uri="{FF2B5EF4-FFF2-40B4-BE49-F238E27FC236}">
                <a16:creationId xmlns:a16="http://schemas.microsoft.com/office/drawing/2014/main" xmlns="" id="{8A5D386F-3383-FF0A-1AEE-8223E1654E1C}"/>
              </a:ext>
            </a:extLst>
          </p:cNvPr>
          <p:cNvSpPr/>
          <p:nvPr/>
        </p:nvSpPr>
        <p:spPr>
          <a:xfrm flipH="1">
            <a:off x="5057571" y="1014536"/>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2</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9" name="Diamond 28">
            <a:extLst>
              <a:ext uri="{FF2B5EF4-FFF2-40B4-BE49-F238E27FC236}">
                <a16:creationId xmlns:a16="http://schemas.microsoft.com/office/drawing/2014/main" xmlns="" id="{DF341C2D-E2E5-570F-4D9A-5330E1BDE30F}"/>
              </a:ext>
            </a:extLst>
          </p:cNvPr>
          <p:cNvSpPr/>
          <p:nvPr/>
        </p:nvSpPr>
        <p:spPr>
          <a:xfrm flipH="1">
            <a:off x="8738258" y="3147727"/>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4</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30" name="Diamond 29">
            <a:extLst>
              <a:ext uri="{FF2B5EF4-FFF2-40B4-BE49-F238E27FC236}">
                <a16:creationId xmlns:a16="http://schemas.microsoft.com/office/drawing/2014/main" xmlns="" id="{C842A1E1-8FB2-FE91-2FBA-4227E04BC3D5}"/>
              </a:ext>
            </a:extLst>
          </p:cNvPr>
          <p:cNvSpPr/>
          <p:nvPr/>
        </p:nvSpPr>
        <p:spPr>
          <a:xfrm flipH="1">
            <a:off x="5246237" y="3156968"/>
            <a:ext cx="543069" cy="590907"/>
          </a:xfrm>
          <a:prstGeom prst="diamond">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3</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51" name="Diamond 50">
            <a:extLst>
              <a:ext uri="{FF2B5EF4-FFF2-40B4-BE49-F238E27FC236}">
                <a16:creationId xmlns:a16="http://schemas.microsoft.com/office/drawing/2014/main" xmlns="" id="{7FF5FD2A-9162-1F35-F7F5-F79FBEEACCB5}"/>
              </a:ext>
            </a:extLst>
          </p:cNvPr>
          <p:cNvSpPr/>
          <p:nvPr/>
        </p:nvSpPr>
        <p:spPr>
          <a:xfrm flipH="1">
            <a:off x="3243118" y="5308713"/>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5</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grpSp>
        <p:nvGrpSpPr>
          <p:cNvPr id="66" name="Group 65">
            <a:extLst>
              <a:ext uri="{FF2B5EF4-FFF2-40B4-BE49-F238E27FC236}">
                <a16:creationId xmlns:a16="http://schemas.microsoft.com/office/drawing/2014/main" xmlns="" id="{FBB980E8-C95C-DFEF-5589-61AD7AA0728F}"/>
              </a:ext>
            </a:extLst>
          </p:cNvPr>
          <p:cNvGrpSpPr/>
          <p:nvPr/>
        </p:nvGrpSpPr>
        <p:grpSpPr>
          <a:xfrm>
            <a:off x="0" y="6734895"/>
            <a:ext cx="12192003" cy="123093"/>
            <a:chOff x="2879947" y="5044093"/>
            <a:chExt cx="6264054" cy="101614"/>
          </a:xfrm>
        </p:grpSpPr>
        <p:sp>
          <p:nvSpPr>
            <p:cNvPr id="67" name="sm 17">
              <a:extLst>
                <a:ext uri="{FF2B5EF4-FFF2-40B4-BE49-F238E27FC236}">
                  <a16:creationId xmlns:a16="http://schemas.microsoft.com/office/drawing/2014/main" xmlns="" id="{DAF19E38-6050-F2E6-EE37-B8862528ADAE}"/>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68" name="sm 17">
              <a:extLst>
                <a:ext uri="{FF2B5EF4-FFF2-40B4-BE49-F238E27FC236}">
                  <a16:creationId xmlns:a16="http://schemas.microsoft.com/office/drawing/2014/main" xmlns="" id="{D4C9E0E5-D536-2290-08A5-996667830087}"/>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22" name="Google Shape;25;p4">
            <a:hlinkClick r:id="rId4" action="ppaction://hlinksldjump"/>
            <a:extLst>
              <a:ext uri="{FF2B5EF4-FFF2-40B4-BE49-F238E27FC236}">
                <a16:creationId xmlns:a16="http://schemas.microsoft.com/office/drawing/2014/main" xmlns="" id="{6C7DEFB0-FA1E-D31B-E857-FDB3033251A0}"/>
              </a:ext>
            </a:extLst>
          </p:cNvPr>
          <p:cNvSpPr/>
          <p:nvPr/>
        </p:nvSpPr>
        <p:spPr>
          <a:xfrm>
            <a:off x="4014791" y="1627818"/>
            <a:ext cx="2574652" cy="56227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مبانی و پیشینه</a:t>
            </a:r>
            <a:endParaRPr sz="2400" dirty="0">
              <a:solidFill>
                <a:schemeClr val="tx1"/>
              </a:solidFill>
              <a:latin typeface="Lalezar" panose="00000500000000000000" pitchFamily="2" charset="-78"/>
              <a:cs typeface="B Titr" panose="00000700000000000000" pitchFamily="2" charset="-78"/>
            </a:endParaRPr>
          </a:p>
        </p:txBody>
      </p:sp>
      <p:sp>
        <p:nvSpPr>
          <p:cNvPr id="23" name="Google Shape;25;p4">
            <a:hlinkClick r:id="rId3" action="ppaction://hlinksldjump"/>
            <a:extLst>
              <a:ext uri="{FF2B5EF4-FFF2-40B4-BE49-F238E27FC236}">
                <a16:creationId xmlns:a16="http://schemas.microsoft.com/office/drawing/2014/main" xmlns="" id="{2F2DF219-EF06-3720-4CA6-9F9357AD5920}"/>
              </a:ext>
            </a:extLst>
          </p:cNvPr>
          <p:cNvSpPr/>
          <p:nvPr/>
        </p:nvSpPr>
        <p:spPr>
          <a:xfrm>
            <a:off x="8138256" y="3773697"/>
            <a:ext cx="1606430" cy="56010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نتایج و بحث</a:t>
            </a:r>
            <a:endParaRPr sz="2400" dirty="0">
              <a:solidFill>
                <a:schemeClr val="tx1"/>
              </a:solidFill>
              <a:latin typeface="Lalezar" panose="00000500000000000000" pitchFamily="2" charset="-78"/>
              <a:cs typeface="B Titr" panose="00000700000000000000" pitchFamily="2" charset="-78"/>
            </a:endParaRPr>
          </a:p>
        </p:txBody>
      </p:sp>
      <p:sp>
        <p:nvSpPr>
          <p:cNvPr id="24" name="Google Shape;25;p4">
            <a:hlinkClick r:id="rId5" action="ppaction://hlinksldjump"/>
            <a:extLst>
              <a:ext uri="{FF2B5EF4-FFF2-40B4-BE49-F238E27FC236}">
                <a16:creationId xmlns:a16="http://schemas.microsoft.com/office/drawing/2014/main" xmlns="" id="{D7AC14AA-78BC-0909-7168-CDD2DBEE1AE2}"/>
              </a:ext>
            </a:extLst>
          </p:cNvPr>
          <p:cNvSpPr/>
          <p:nvPr/>
        </p:nvSpPr>
        <p:spPr>
          <a:xfrm>
            <a:off x="2117611" y="4723532"/>
            <a:ext cx="2935341" cy="562270"/>
          </a:xfrm>
          <a:prstGeom prst="rect">
            <a:avLst/>
          </a:prstGeom>
          <a:noFill/>
          <a:ln>
            <a:noFill/>
          </a:ln>
          <a:effectLst/>
        </p:spPr>
        <p:txBody>
          <a:bodyPr spcFirstLastPara="1" wrap="square" lIns="121900" tIns="121900" rIns="121900" bIns="121900" anchor="ctr" anchorCtr="0">
            <a:noAutofit/>
          </a:bodyPr>
          <a:lstStyle/>
          <a:p>
            <a:pPr algn="ctr" rtl="1"/>
            <a:r>
              <a:rPr lang="fa-IR" sz="2200" dirty="0">
                <a:solidFill>
                  <a:schemeClr val="tx1"/>
                </a:solidFill>
                <a:latin typeface="Lalezar" panose="00000500000000000000" pitchFamily="2" charset="-78"/>
                <a:cs typeface="B Titr" panose="00000700000000000000" pitchFamily="2" charset="-78"/>
              </a:rPr>
              <a:t>نتیجه گیری و پیشنهادات</a:t>
            </a:r>
          </a:p>
        </p:txBody>
      </p:sp>
      <p:sp>
        <p:nvSpPr>
          <p:cNvPr id="25" name="Google Shape;25;p4">
            <a:hlinkClick r:id="rId6" action="ppaction://hlinksldjump"/>
            <a:extLst>
              <a:ext uri="{FF2B5EF4-FFF2-40B4-BE49-F238E27FC236}">
                <a16:creationId xmlns:a16="http://schemas.microsoft.com/office/drawing/2014/main" xmlns="" id="{7AEF1743-F39D-53CD-D5A6-E9E0356A2737}"/>
              </a:ext>
            </a:extLst>
          </p:cNvPr>
          <p:cNvSpPr/>
          <p:nvPr/>
        </p:nvSpPr>
        <p:spPr>
          <a:xfrm>
            <a:off x="9329510" y="1739454"/>
            <a:ext cx="1846336" cy="560099"/>
          </a:xfrm>
          <a:prstGeom prst="rect">
            <a:avLst/>
          </a:prstGeom>
          <a:noFill/>
          <a:ln>
            <a:noFill/>
          </a:ln>
          <a:effectLst/>
        </p:spPr>
        <p:txBody>
          <a:bodyPr spcFirstLastPara="1" wrap="square" lIns="121900" tIns="121900" rIns="121900" bIns="121900" anchor="ctr" anchorCtr="0">
            <a:noAutofit/>
          </a:bodyPr>
          <a:lstStyle/>
          <a:p>
            <a:pPr algn="ctr" rtl="1"/>
            <a:r>
              <a:rPr lang="fa-IR" sz="2200" dirty="0">
                <a:solidFill>
                  <a:schemeClr val="tx1"/>
                </a:solidFill>
                <a:latin typeface="Lalezar" panose="00000500000000000000" pitchFamily="2" charset="-78"/>
                <a:cs typeface="B Titr" panose="00000700000000000000" pitchFamily="2" charset="-78"/>
              </a:rPr>
              <a:t>مقدمه و کلیات</a:t>
            </a:r>
            <a:endParaRPr sz="2200" dirty="0">
              <a:solidFill>
                <a:schemeClr val="tx1"/>
              </a:solidFill>
              <a:latin typeface="Lalezar" panose="00000500000000000000" pitchFamily="2" charset="-78"/>
              <a:cs typeface="B Titr" panose="00000700000000000000" pitchFamily="2" charset="-78"/>
            </a:endParaRPr>
          </a:p>
        </p:txBody>
      </p:sp>
      <p:sp>
        <p:nvSpPr>
          <p:cNvPr id="34" name="Isosceles Triangle 33"/>
          <p:cNvSpPr/>
          <p:nvPr/>
        </p:nvSpPr>
        <p:spPr>
          <a:xfrm rot="16200000">
            <a:off x="7379422" y="1108685"/>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p:cNvSpPr/>
          <p:nvPr/>
        </p:nvSpPr>
        <p:spPr>
          <a:xfrm rot="5400000" flipH="1">
            <a:off x="3375156" y="3246406"/>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p:cNvSpPr/>
          <p:nvPr/>
        </p:nvSpPr>
        <p:spPr>
          <a:xfrm rot="16200000">
            <a:off x="7182648" y="5402608"/>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75340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5D7867-1CE3-1810-F76A-B8623E8F8E29}"/>
              </a:ext>
            </a:extLst>
          </p:cNvPr>
          <p:cNvSpPr>
            <a:spLocks noGrp="1"/>
          </p:cNvSpPr>
          <p:nvPr>
            <p:ph type="title"/>
          </p:nvPr>
        </p:nvSpPr>
        <p:spPr>
          <a:xfrm>
            <a:off x="654746" y="1127897"/>
            <a:ext cx="10882508" cy="633487"/>
          </a:xfrm>
        </p:spPr>
        <p:txBody>
          <a:bodyPr/>
          <a:lstStyle/>
          <a:p>
            <a:r>
              <a:rPr lang="fa-IR" sz="3600" dirty="0"/>
              <a:t>روش شناسی تحقیق</a:t>
            </a:r>
            <a:endParaRPr lang="en-US" dirty="0"/>
          </a:p>
        </p:txBody>
      </p:sp>
      <p:sp>
        <p:nvSpPr>
          <p:cNvPr id="9" name="Rectangle 8">
            <a:extLst>
              <a:ext uri="{FF2B5EF4-FFF2-40B4-BE49-F238E27FC236}">
                <a16:creationId xmlns:a16="http://schemas.microsoft.com/office/drawing/2014/main" xmlns="" id="{72FFAADB-2F3D-034A-EF0C-928E8ACC0DCE}"/>
              </a:ext>
            </a:extLst>
          </p:cNvPr>
          <p:cNvSpPr/>
          <p:nvPr/>
        </p:nvSpPr>
        <p:spPr>
          <a:xfrm flipV="1">
            <a:off x="171795" y="3786625"/>
            <a:ext cx="6056345" cy="189935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0" name="Pentagon 37">
            <a:extLst>
              <a:ext uri="{FF2B5EF4-FFF2-40B4-BE49-F238E27FC236}">
                <a16:creationId xmlns:a16="http://schemas.microsoft.com/office/drawing/2014/main" xmlns="" id="{78E662BB-5C32-9427-5ECA-23D26B6C8386}"/>
              </a:ext>
            </a:extLst>
          </p:cNvPr>
          <p:cNvSpPr/>
          <p:nvPr/>
        </p:nvSpPr>
        <p:spPr>
          <a:xfrm flipV="1">
            <a:off x="157940" y="3788924"/>
            <a:ext cx="1506413" cy="951163"/>
          </a:xfrm>
          <a:prstGeom prst="homePlate">
            <a:avLst/>
          </a:prstGeom>
          <a:solidFill>
            <a:srgbClr val="A9ABB1"/>
          </a:solidFill>
          <a:ln>
            <a:noFill/>
          </a:ln>
          <a:effectLst>
            <a:outerShdw blurRad="50800" dist="50800" dir="54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2" name="Isosceles Triangle 6">
            <a:extLst>
              <a:ext uri="{FF2B5EF4-FFF2-40B4-BE49-F238E27FC236}">
                <a16:creationId xmlns:a16="http://schemas.microsoft.com/office/drawing/2014/main" xmlns="" id="{79C40A01-FD75-2928-1488-4902A92D6D61}"/>
              </a:ext>
            </a:extLst>
          </p:cNvPr>
          <p:cNvSpPr/>
          <p:nvPr/>
        </p:nvSpPr>
        <p:spPr>
          <a:xfrm rot="7200000">
            <a:off x="6217874" y="2998896"/>
            <a:ext cx="206844" cy="127709"/>
          </a:xfrm>
          <a:custGeom>
            <a:avLst/>
            <a:gdLst/>
            <a:ahLst/>
            <a:cxnLst/>
            <a:rect l="l" t="t" r="r" b="b"/>
            <a:pathLst>
              <a:path w="431252" h="266261">
                <a:moveTo>
                  <a:pt x="261032" y="0"/>
                </a:moveTo>
                <a:lnTo>
                  <a:pt x="431252" y="266261"/>
                </a:lnTo>
                <a:lnTo>
                  <a:pt x="0" y="150707"/>
                </a:lnTo>
                <a:close/>
              </a:path>
            </a:pathLst>
          </a:custGeom>
          <a:solidFill>
            <a:schemeClr val="accent2">
              <a:lumMod val="50000"/>
            </a:schemeClr>
          </a:solidFill>
          <a:ln>
            <a:noFill/>
          </a:ln>
          <a:effectLst>
            <a:outerShdw blurRad="50800" dist="50800" dir="54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3" name="Rectangle 12">
            <a:extLst>
              <a:ext uri="{FF2B5EF4-FFF2-40B4-BE49-F238E27FC236}">
                <a16:creationId xmlns:a16="http://schemas.microsoft.com/office/drawing/2014/main" xmlns="" id="{02C55A0C-FD64-2448-3C13-FA82699D6D48}"/>
              </a:ext>
            </a:extLst>
          </p:cNvPr>
          <p:cNvSpPr/>
          <p:nvPr/>
        </p:nvSpPr>
        <p:spPr>
          <a:xfrm>
            <a:off x="6327968" y="2097273"/>
            <a:ext cx="4592986" cy="1899355"/>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5" name="Pentagon 42">
            <a:extLst>
              <a:ext uri="{FF2B5EF4-FFF2-40B4-BE49-F238E27FC236}">
                <a16:creationId xmlns:a16="http://schemas.microsoft.com/office/drawing/2014/main" xmlns="" id="{50C724E5-292C-3F24-3AFA-8FBFDF7EDF47}"/>
              </a:ext>
            </a:extLst>
          </p:cNvPr>
          <p:cNvSpPr/>
          <p:nvPr/>
        </p:nvSpPr>
        <p:spPr>
          <a:xfrm>
            <a:off x="6207830" y="3110520"/>
            <a:ext cx="1506413" cy="951163"/>
          </a:xfrm>
          <a:prstGeom prst="homePlate">
            <a:avLst/>
          </a:prstGeom>
          <a:solidFill>
            <a:schemeClr val="accent2"/>
          </a:solidFill>
          <a:ln>
            <a:noFill/>
          </a:ln>
          <a:effectLst>
            <a:outerShdw blurRad="50800" dist="50800" dir="54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4" name="Right Triangle 33">
            <a:extLst>
              <a:ext uri="{FF2B5EF4-FFF2-40B4-BE49-F238E27FC236}">
                <a16:creationId xmlns:a16="http://schemas.microsoft.com/office/drawing/2014/main" xmlns="" id="{581E5C23-EFAD-F208-3E61-878C6A083900}"/>
              </a:ext>
            </a:extLst>
          </p:cNvPr>
          <p:cNvSpPr/>
          <p:nvPr/>
        </p:nvSpPr>
        <p:spPr>
          <a:xfrm rot="10800000">
            <a:off x="10183149" y="1976717"/>
            <a:ext cx="877157" cy="877157"/>
          </a:xfrm>
          <a:prstGeom prst="rtTriangle">
            <a:avLst/>
          </a:prstGeom>
          <a:solidFill>
            <a:schemeClr val="accent2"/>
          </a:solidFill>
          <a:ln>
            <a:noFill/>
          </a:ln>
          <a:effectLst>
            <a:outerShdw blurRad="50800" dist="50800" dir="54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37" name="TextBox 36">
            <a:extLst>
              <a:ext uri="{FF2B5EF4-FFF2-40B4-BE49-F238E27FC236}">
                <a16:creationId xmlns:a16="http://schemas.microsoft.com/office/drawing/2014/main" xmlns="" id="{0EAD930A-522A-5CDB-63EB-6F36BBF02505}"/>
              </a:ext>
            </a:extLst>
          </p:cNvPr>
          <p:cNvSpPr txBox="1"/>
          <p:nvPr/>
        </p:nvSpPr>
        <p:spPr>
          <a:xfrm flipH="1">
            <a:off x="7548030" y="2725841"/>
            <a:ext cx="3100782" cy="541687"/>
          </a:xfrm>
          <a:prstGeom prst="rect">
            <a:avLst/>
          </a:prstGeom>
          <a:noFill/>
        </p:spPr>
        <p:txBody>
          <a:bodyPr wrap="square" lIns="0" tIns="0" rIns="0" bIns="0" rtlCol="0">
            <a:spAutoFit/>
          </a:bodyPr>
          <a:lstStyle>
            <a:defPPr>
              <a:defRPr lang="zh-CN"/>
            </a:defPPr>
            <a:lvl1pPr algn="just">
              <a:lnSpc>
                <a:spcPts val="1500"/>
              </a:lnSpc>
              <a:defRPr sz="1000">
                <a:solidFill>
                  <a:schemeClr val="tx1">
                    <a:lumMod val="65000"/>
                    <a:lumOff val="35000"/>
                  </a:schemeClr>
                </a:solidFill>
                <a:latin typeface="微软雅黑" pitchFamily="34" charset="-122"/>
                <a:ea typeface="微软雅黑" pitchFamily="34" charset="-122"/>
              </a:defRPr>
            </a:lvl1pPr>
          </a:lstStyle>
          <a:p>
            <a:pPr algn="r" rtl="1">
              <a:lnSpc>
                <a:spcPct val="110000"/>
              </a:lnSpc>
            </a:pPr>
            <a:r>
              <a:rPr lang="fa-IR" sz="1600" b="1" dirty="0">
                <a:solidFill>
                  <a:schemeClr val="tx1">
                    <a:lumMod val="95000"/>
                    <a:lumOff val="5000"/>
                  </a:schemeClr>
                </a:solidFill>
                <a:latin typeface="Iransans" panose="020B0506030804020204" pitchFamily="34" charset="-78"/>
                <a:cs typeface="B Nazanin" panose="00000400000000000000" pitchFamily="2" charset="-78"/>
              </a:rPr>
              <a:t>اين پژوهش از نظر هدف در زمره پژوهش های کاربردی قرار می  گيرد</a:t>
            </a:r>
          </a:p>
        </p:txBody>
      </p:sp>
      <p:sp>
        <p:nvSpPr>
          <p:cNvPr id="38" name="TextBox 37">
            <a:extLst>
              <a:ext uri="{FF2B5EF4-FFF2-40B4-BE49-F238E27FC236}">
                <a16:creationId xmlns:a16="http://schemas.microsoft.com/office/drawing/2014/main" xmlns="" id="{817C34E2-669A-D98F-2FA3-3E889585AF9D}"/>
              </a:ext>
            </a:extLst>
          </p:cNvPr>
          <p:cNvSpPr txBox="1"/>
          <p:nvPr/>
        </p:nvSpPr>
        <p:spPr>
          <a:xfrm flipH="1">
            <a:off x="6478812" y="2128969"/>
            <a:ext cx="3100780" cy="406265"/>
          </a:xfrm>
          <a:prstGeom prst="rect">
            <a:avLst/>
          </a:prstGeom>
          <a:noFill/>
        </p:spPr>
        <p:txBody>
          <a:bodyPr wrap="square" lIns="0" tIns="0" rIns="0" bIns="0" rtlCol="0">
            <a:spAutoFit/>
          </a:bodyPr>
          <a:lstStyle>
            <a:defPPr>
              <a:defRPr lang="zh-CN"/>
            </a:defPPr>
            <a:lvl1pPr algn="just">
              <a:lnSpc>
                <a:spcPts val="1500"/>
              </a:lnSpc>
              <a:defRPr sz="1000">
                <a:solidFill>
                  <a:schemeClr val="tx1">
                    <a:lumMod val="65000"/>
                    <a:lumOff val="35000"/>
                  </a:schemeClr>
                </a:solidFill>
                <a:latin typeface="微软雅黑" pitchFamily="34" charset="-122"/>
                <a:ea typeface="微软雅黑" pitchFamily="34" charset="-122"/>
              </a:defRPr>
            </a:lvl1pPr>
          </a:lstStyle>
          <a:p>
            <a:pPr algn="r" rtl="1">
              <a:lnSpc>
                <a:spcPct val="110000"/>
              </a:lnSpc>
            </a:pPr>
            <a:r>
              <a:rPr lang="fa-IR" sz="2400" b="1" dirty="0">
                <a:solidFill>
                  <a:schemeClr val="tx1">
                    <a:lumMod val="95000"/>
                    <a:lumOff val="5000"/>
                  </a:schemeClr>
                </a:solidFill>
                <a:latin typeface="Iransans" panose="020B0506030804020204" pitchFamily="34" charset="-78"/>
                <a:cs typeface="B Titr" panose="00000700000000000000" pitchFamily="2" charset="-78"/>
              </a:rPr>
              <a:t>نوع تحقیق</a:t>
            </a:r>
          </a:p>
        </p:txBody>
      </p:sp>
      <p:sp>
        <p:nvSpPr>
          <p:cNvPr id="40" name="TextBox 39">
            <a:extLst>
              <a:ext uri="{FF2B5EF4-FFF2-40B4-BE49-F238E27FC236}">
                <a16:creationId xmlns:a16="http://schemas.microsoft.com/office/drawing/2014/main" xmlns="" id="{F916F5DF-519F-41AB-10E1-525CC91BCB42}"/>
              </a:ext>
            </a:extLst>
          </p:cNvPr>
          <p:cNvSpPr txBox="1"/>
          <p:nvPr/>
        </p:nvSpPr>
        <p:spPr>
          <a:xfrm flipH="1">
            <a:off x="2218043" y="4163764"/>
            <a:ext cx="3100780" cy="406265"/>
          </a:xfrm>
          <a:prstGeom prst="rect">
            <a:avLst/>
          </a:prstGeom>
          <a:noFill/>
        </p:spPr>
        <p:txBody>
          <a:bodyPr wrap="square" lIns="0" tIns="0" rIns="0" bIns="0" rtlCol="0">
            <a:spAutoFit/>
          </a:bodyPr>
          <a:lstStyle>
            <a:defPPr>
              <a:defRPr lang="zh-CN"/>
            </a:defPPr>
            <a:lvl1pPr algn="just">
              <a:lnSpc>
                <a:spcPts val="1500"/>
              </a:lnSpc>
              <a:defRPr sz="1000">
                <a:solidFill>
                  <a:schemeClr val="tx1">
                    <a:lumMod val="65000"/>
                    <a:lumOff val="35000"/>
                  </a:schemeClr>
                </a:solidFill>
                <a:latin typeface="微软雅黑" pitchFamily="34" charset="-122"/>
                <a:ea typeface="微软雅黑" pitchFamily="34" charset="-122"/>
              </a:defRPr>
            </a:lvl1pPr>
          </a:lstStyle>
          <a:p>
            <a:pPr algn="r" rtl="1">
              <a:lnSpc>
                <a:spcPct val="110000"/>
              </a:lnSpc>
            </a:pPr>
            <a:r>
              <a:rPr lang="fa-IR" sz="2400" b="1" dirty="0">
                <a:solidFill>
                  <a:schemeClr val="tx1">
                    <a:lumMod val="95000"/>
                    <a:lumOff val="5000"/>
                  </a:schemeClr>
                </a:solidFill>
                <a:latin typeface="Iransans" panose="020B0506030804020204" pitchFamily="34" charset="-78"/>
                <a:cs typeface="B Titr" panose="00000700000000000000" pitchFamily="2" charset="-78"/>
              </a:rPr>
              <a:t>جامعه آماري  :</a:t>
            </a:r>
          </a:p>
        </p:txBody>
      </p:sp>
      <p:sp>
        <p:nvSpPr>
          <p:cNvPr id="47" name="Rectangle 7">
            <a:extLst>
              <a:ext uri="{FF2B5EF4-FFF2-40B4-BE49-F238E27FC236}">
                <a16:creationId xmlns:a16="http://schemas.microsoft.com/office/drawing/2014/main" xmlns="" id="{206B7B3E-9176-6772-94F4-AEAFEB417792}"/>
              </a:ext>
            </a:extLst>
          </p:cNvPr>
          <p:cNvSpPr/>
          <p:nvPr/>
        </p:nvSpPr>
        <p:spPr>
          <a:xfrm rot="18900000">
            <a:off x="6761179" y="4368050"/>
            <a:ext cx="225664" cy="502732"/>
          </a:xfrm>
          <a:custGeom>
            <a:avLst/>
            <a:gdLst/>
            <a:ahLst/>
            <a:cxnLst/>
            <a:rect l="l" t="t" r="r" b="b"/>
            <a:pathLst>
              <a:path w="154109" h="343323">
                <a:moveTo>
                  <a:pt x="102909" y="313772"/>
                </a:moveTo>
                <a:lnTo>
                  <a:pt x="102909" y="328547"/>
                </a:lnTo>
                <a:cubicBezTo>
                  <a:pt x="102909" y="336708"/>
                  <a:pt x="96294" y="343322"/>
                  <a:pt x="88133" y="343323"/>
                </a:cubicBezTo>
                <a:lnTo>
                  <a:pt x="65975" y="343322"/>
                </a:lnTo>
                <a:cubicBezTo>
                  <a:pt x="57814" y="343322"/>
                  <a:pt x="51199" y="336708"/>
                  <a:pt x="51199" y="328547"/>
                </a:cubicBezTo>
                <a:cubicBezTo>
                  <a:pt x="51199" y="323622"/>
                  <a:pt x="51200" y="318696"/>
                  <a:pt x="51200" y="313771"/>
                </a:cubicBezTo>
                <a:close/>
                <a:moveTo>
                  <a:pt x="123327" y="15459"/>
                </a:moveTo>
                <a:cubicBezTo>
                  <a:pt x="141678" y="29245"/>
                  <a:pt x="152926" y="50497"/>
                  <a:pt x="154008" y="73425"/>
                </a:cubicBezTo>
                <a:cubicBezTo>
                  <a:pt x="155089" y="96353"/>
                  <a:pt x="145890" y="118568"/>
                  <a:pt x="128916" y="134021"/>
                </a:cubicBezTo>
                <a:lnTo>
                  <a:pt x="119294" y="123450"/>
                </a:lnTo>
                <a:cubicBezTo>
                  <a:pt x="133118" y="110865"/>
                  <a:pt x="140611" y="92772"/>
                  <a:pt x="139730" y="74098"/>
                </a:cubicBezTo>
                <a:cubicBezTo>
                  <a:pt x="138850" y="55424"/>
                  <a:pt x="129689" y="38115"/>
                  <a:pt x="114743" y="26887"/>
                </a:cubicBezTo>
                <a:close/>
                <a:moveTo>
                  <a:pt x="136698" y="17411"/>
                </a:moveTo>
                <a:cubicBezTo>
                  <a:pt x="103758" y="-15529"/>
                  <a:pt x="50351" y="-15529"/>
                  <a:pt x="17412" y="17411"/>
                </a:cubicBezTo>
                <a:cubicBezTo>
                  <a:pt x="-15528" y="50351"/>
                  <a:pt x="-15528" y="103757"/>
                  <a:pt x="17412" y="136697"/>
                </a:cubicBezTo>
                <a:cubicBezTo>
                  <a:pt x="50351" y="169637"/>
                  <a:pt x="103758" y="169637"/>
                  <a:pt x="136698" y="136697"/>
                </a:cubicBezTo>
                <a:cubicBezTo>
                  <a:pt x="169637" y="103757"/>
                  <a:pt x="169637" y="50351"/>
                  <a:pt x="136698" y="17411"/>
                </a:cubicBezTo>
                <a:close/>
                <a:moveTo>
                  <a:pt x="154109" y="0"/>
                </a:moveTo>
                <a:cubicBezTo>
                  <a:pt x="196665" y="42556"/>
                  <a:pt x="196665" y="111552"/>
                  <a:pt x="154109" y="154108"/>
                </a:cubicBezTo>
                <a:cubicBezTo>
                  <a:pt x="139576" y="168641"/>
                  <a:pt x="121959" y="178211"/>
                  <a:pt x="102912" y="180994"/>
                </a:cubicBezTo>
                <a:lnTo>
                  <a:pt x="102912" y="308310"/>
                </a:lnTo>
                <a:lnTo>
                  <a:pt x="51197" y="308310"/>
                </a:lnTo>
                <a:lnTo>
                  <a:pt x="51197" y="180994"/>
                </a:lnTo>
                <a:cubicBezTo>
                  <a:pt x="32150" y="178211"/>
                  <a:pt x="14534" y="168641"/>
                  <a:pt x="0" y="154108"/>
                </a:cubicBezTo>
                <a:cubicBezTo>
                  <a:pt x="-42555" y="111552"/>
                  <a:pt x="-42555" y="42556"/>
                  <a:pt x="0" y="0"/>
                </a:cubicBezTo>
                <a:cubicBezTo>
                  <a:pt x="42556" y="-42556"/>
                  <a:pt x="111553" y="-42556"/>
                  <a:pt x="154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48" name="Rectangle 30">
            <a:extLst>
              <a:ext uri="{FF2B5EF4-FFF2-40B4-BE49-F238E27FC236}">
                <a16:creationId xmlns:a16="http://schemas.microsoft.com/office/drawing/2014/main" xmlns="" id="{BCA40906-7368-A042-7F30-41AD96F81053}"/>
              </a:ext>
            </a:extLst>
          </p:cNvPr>
          <p:cNvSpPr/>
          <p:nvPr/>
        </p:nvSpPr>
        <p:spPr>
          <a:xfrm>
            <a:off x="6590513" y="3323490"/>
            <a:ext cx="464493" cy="463135"/>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50" name="Teardrop 1">
            <a:extLst>
              <a:ext uri="{FF2B5EF4-FFF2-40B4-BE49-F238E27FC236}">
                <a16:creationId xmlns:a16="http://schemas.microsoft.com/office/drawing/2014/main" xmlns="" id="{40BC0A5D-6DC3-F495-F630-D8F3509FD7F5}"/>
              </a:ext>
            </a:extLst>
          </p:cNvPr>
          <p:cNvSpPr/>
          <p:nvPr/>
        </p:nvSpPr>
        <p:spPr>
          <a:xfrm rot="18805991">
            <a:off x="5134243" y="3283202"/>
            <a:ext cx="551843" cy="546086"/>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1" name="Rectangle 30">
            <a:extLst>
              <a:ext uri="{FF2B5EF4-FFF2-40B4-BE49-F238E27FC236}">
                <a16:creationId xmlns:a16="http://schemas.microsoft.com/office/drawing/2014/main" xmlns="" id="{F06C1425-3ED4-476A-85D4-7C3C77AE5EA3}"/>
              </a:ext>
            </a:extLst>
          </p:cNvPr>
          <p:cNvSpPr/>
          <p:nvPr/>
        </p:nvSpPr>
        <p:spPr>
          <a:xfrm>
            <a:off x="6742913" y="3475890"/>
            <a:ext cx="464493" cy="463135"/>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7" name="Rectangle 16"/>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18" name="Rectangle 17"/>
          <p:cNvSpPr/>
          <p:nvPr/>
        </p:nvSpPr>
        <p:spPr>
          <a:xfrm>
            <a:off x="5170788"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100" dirty="0" smtClean="0">
                <a:cs typeface="B Titr" panose="00000700000000000000" pitchFamily="2" charset="-78"/>
              </a:rPr>
              <a:t>روش شناسی</a:t>
            </a:r>
            <a:endParaRPr lang="en-US" sz="2100" dirty="0">
              <a:cs typeface="B Titr" panose="00000700000000000000" pitchFamily="2" charset="-78"/>
            </a:endParaRPr>
          </a:p>
        </p:txBody>
      </p:sp>
      <p:sp>
        <p:nvSpPr>
          <p:cNvPr id="19" name="Rectangle 18"/>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7</a:t>
            </a:r>
            <a:endParaRPr lang="en-US" dirty="0">
              <a:cs typeface="B Titr" panose="00000700000000000000" pitchFamily="2" charset="-78"/>
            </a:endParaRPr>
          </a:p>
        </p:txBody>
      </p:sp>
      <p:sp>
        <p:nvSpPr>
          <p:cNvPr id="3" name="Rectangle 2"/>
          <p:cNvSpPr/>
          <p:nvPr/>
        </p:nvSpPr>
        <p:spPr>
          <a:xfrm>
            <a:off x="111830" y="4793553"/>
            <a:ext cx="6096000" cy="584775"/>
          </a:xfrm>
          <a:prstGeom prst="rect">
            <a:avLst/>
          </a:prstGeom>
        </p:spPr>
        <p:txBody>
          <a:bodyPr>
            <a:spAutoFit/>
          </a:bodyPr>
          <a:lstStyle/>
          <a:p>
            <a:pPr algn="just" rtl="1"/>
            <a:r>
              <a:rPr lang="fa-IR" sz="1600" b="1" dirty="0">
                <a:solidFill>
                  <a:schemeClr val="tx1">
                    <a:lumMod val="95000"/>
                    <a:lumOff val="5000"/>
                  </a:schemeClr>
                </a:solidFill>
                <a:latin typeface="Iransans" panose="020B0506030804020204" pitchFamily="34" charset="-78"/>
                <a:ea typeface="微软雅黑" pitchFamily="34" charset="-122"/>
                <a:cs typeface="B Nazanin" panose="00000400000000000000" pitchFamily="2" charset="-78"/>
              </a:rPr>
              <a:t>جامعه آماری این پژوهش شامل کلیه سالمندان بالای ۶۰ سال ساکن خانه سالمندان فرشتگان شهر تهران در سال ۱۴۰۴ است که تعداد آنها 100 نفر است.</a:t>
            </a:r>
            <a:endParaRPr lang="en-US" sz="1600" b="1" dirty="0">
              <a:solidFill>
                <a:schemeClr val="tx1">
                  <a:lumMod val="95000"/>
                  <a:lumOff val="5000"/>
                </a:schemeClr>
              </a:solidFill>
              <a:latin typeface="Iransans" panose="020B0506030804020204" pitchFamily="34" charset="-78"/>
              <a:ea typeface="微软雅黑" pitchFamily="34" charset="-122"/>
              <a:cs typeface="B Nazanin" panose="00000400000000000000" pitchFamily="2" charset="-78"/>
            </a:endParaRPr>
          </a:p>
        </p:txBody>
      </p:sp>
    </p:spTree>
    <p:extLst>
      <p:ext uri="{BB962C8B-B14F-4D97-AF65-F5344CB8AC3E}">
        <p14:creationId xmlns:p14="http://schemas.microsoft.com/office/powerpoint/2010/main" val="228880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7">
            <a:extLst>
              <a:ext uri="{FF2B5EF4-FFF2-40B4-BE49-F238E27FC236}">
                <a16:creationId xmlns:a16="http://schemas.microsoft.com/office/drawing/2014/main" xmlns="" id="{206B7B3E-9176-6772-94F4-AEAFEB417792}"/>
              </a:ext>
            </a:extLst>
          </p:cNvPr>
          <p:cNvSpPr/>
          <p:nvPr/>
        </p:nvSpPr>
        <p:spPr>
          <a:xfrm rot="18900000">
            <a:off x="6761179" y="4368050"/>
            <a:ext cx="225664" cy="502732"/>
          </a:xfrm>
          <a:custGeom>
            <a:avLst/>
            <a:gdLst/>
            <a:ahLst/>
            <a:cxnLst/>
            <a:rect l="l" t="t" r="r" b="b"/>
            <a:pathLst>
              <a:path w="154109" h="343323">
                <a:moveTo>
                  <a:pt x="102909" y="313772"/>
                </a:moveTo>
                <a:lnTo>
                  <a:pt x="102909" y="328547"/>
                </a:lnTo>
                <a:cubicBezTo>
                  <a:pt x="102909" y="336708"/>
                  <a:pt x="96294" y="343322"/>
                  <a:pt x="88133" y="343323"/>
                </a:cubicBezTo>
                <a:lnTo>
                  <a:pt x="65975" y="343322"/>
                </a:lnTo>
                <a:cubicBezTo>
                  <a:pt x="57814" y="343322"/>
                  <a:pt x="51199" y="336708"/>
                  <a:pt x="51199" y="328547"/>
                </a:cubicBezTo>
                <a:cubicBezTo>
                  <a:pt x="51199" y="323622"/>
                  <a:pt x="51200" y="318696"/>
                  <a:pt x="51200" y="313771"/>
                </a:cubicBezTo>
                <a:close/>
                <a:moveTo>
                  <a:pt x="123327" y="15459"/>
                </a:moveTo>
                <a:cubicBezTo>
                  <a:pt x="141678" y="29245"/>
                  <a:pt x="152926" y="50497"/>
                  <a:pt x="154008" y="73425"/>
                </a:cubicBezTo>
                <a:cubicBezTo>
                  <a:pt x="155089" y="96353"/>
                  <a:pt x="145890" y="118568"/>
                  <a:pt x="128916" y="134021"/>
                </a:cubicBezTo>
                <a:lnTo>
                  <a:pt x="119294" y="123450"/>
                </a:lnTo>
                <a:cubicBezTo>
                  <a:pt x="133118" y="110865"/>
                  <a:pt x="140611" y="92772"/>
                  <a:pt x="139730" y="74098"/>
                </a:cubicBezTo>
                <a:cubicBezTo>
                  <a:pt x="138850" y="55424"/>
                  <a:pt x="129689" y="38115"/>
                  <a:pt x="114743" y="26887"/>
                </a:cubicBezTo>
                <a:close/>
                <a:moveTo>
                  <a:pt x="136698" y="17411"/>
                </a:moveTo>
                <a:cubicBezTo>
                  <a:pt x="103758" y="-15529"/>
                  <a:pt x="50351" y="-15529"/>
                  <a:pt x="17412" y="17411"/>
                </a:cubicBezTo>
                <a:cubicBezTo>
                  <a:pt x="-15528" y="50351"/>
                  <a:pt x="-15528" y="103757"/>
                  <a:pt x="17412" y="136697"/>
                </a:cubicBezTo>
                <a:cubicBezTo>
                  <a:pt x="50351" y="169637"/>
                  <a:pt x="103758" y="169637"/>
                  <a:pt x="136698" y="136697"/>
                </a:cubicBezTo>
                <a:cubicBezTo>
                  <a:pt x="169637" y="103757"/>
                  <a:pt x="169637" y="50351"/>
                  <a:pt x="136698" y="17411"/>
                </a:cubicBezTo>
                <a:close/>
                <a:moveTo>
                  <a:pt x="154109" y="0"/>
                </a:moveTo>
                <a:cubicBezTo>
                  <a:pt x="196665" y="42556"/>
                  <a:pt x="196665" y="111552"/>
                  <a:pt x="154109" y="154108"/>
                </a:cubicBezTo>
                <a:cubicBezTo>
                  <a:pt x="139576" y="168641"/>
                  <a:pt x="121959" y="178211"/>
                  <a:pt x="102912" y="180994"/>
                </a:cubicBezTo>
                <a:lnTo>
                  <a:pt x="102912" y="308310"/>
                </a:lnTo>
                <a:lnTo>
                  <a:pt x="51197" y="308310"/>
                </a:lnTo>
                <a:lnTo>
                  <a:pt x="51197" y="180994"/>
                </a:lnTo>
                <a:cubicBezTo>
                  <a:pt x="32150" y="178211"/>
                  <a:pt x="14534" y="168641"/>
                  <a:pt x="0" y="154108"/>
                </a:cubicBezTo>
                <a:cubicBezTo>
                  <a:pt x="-42555" y="111552"/>
                  <a:pt x="-42555" y="42556"/>
                  <a:pt x="0" y="0"/>
                </a:cubicBezTo>
                <a:cubicBezTo>
                  <a:pt x="42556" y="-42556"/>
                  <a:pt x="111553" y="-42556"/>
                  <a:pt x="154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48" name="Rectangle 30">
            <a:extLst>
              <a:ext uri="{FF2B5EF4-FFF2-40B4-BE49-F238E27FC236}">
                <a16:creationId xmlns:a16="http://schemas.microsoft.com/office/drawing/2014/main" xmlns="" id="{BCA40906-7368-A042-7F30-41AD96F81053}"/>
              </a:ext>
            </a:extLst>
          </p:cNvPr>
          <p:cNvSpPr/>
          <p:nvPr/>
        </p:nvSpPr>
        <p:spPr>
          <a:xfrm>
            <a:off x="6590513" y="3323490"/>
            <a:ext cx="464493" cy="463135"/>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50" name="Teardrop 1">
            <a:extLst>
              <a:ext uri="{FF2B5EF4-FFF2-40B4-BE49-F238E27FC236}">
                <a16:creationId xmlns:a16="http://schemas.microsoft.com/office/drawing/2014/main" xmlns="" id="{40BC0A5D-6DC3-F495-F630-D8F3509FD7F5}"/>
              </a:ext>
            </a:extLst>
          </p:cNvPr>
          <p:cNvSpPr/>
          <p:nvPr/>
        </p:nvSpPr>
        <p:spPr>
          <a:xfrm rot="18805991">
            <a:off x="5134243" y="3283202"/>
            <a:ext cx="551843" cy="546086"/>
          </a:xfrm>
          <a:custGeom>
            <a:avLst/>
            <a:gdLst/>
            <a:ahLst/>
            <a:cxnLst/>
            <a:rect l="l" t="t" r="r" b="b"/>
            <a:pathLst>
              <a:path w="1807241" h="1788383">
                <a:moveTo>
                  <a:pt x="712876" y="1117592"/>
                </a:moveTo>
                <a:cubicBezTo>
                  <a:pt x="771173" y="1181828"/>
                  <a:pt x="811089" y="1255910"/>
                  <a:pt x="847925" y="1348018"/>
                </a:cubicBezTo>
                <a:cubicBezTo>
                  <a:pt x="814544" y="1418896"/>
                  <a:pt x="753893" y="1474052"/>
                  <a:pt x="679064" y="1498332"/>
                </a:cubicBezTo>
                <a:lnTo>
                  <a:pt x="308226" y="1106637"/>
                </a:lnTo>
                <a:cubicBezTo>
                  <a:pt x="336560" y="1033247"/>
                  <a:pt x="394949" y="975701"/>
                  <a:pt x="467546" y="946245"/>
                </a:cubicBezTo>
                <a:cubicBezTo>
                  <a:pt x="577903" y="998968"/>
                  <a:pt x="654580" y="1053357"/>
                  <a:pt x="712876" y="1117592"/>
                </a:cubicBezTo>
                <a:close/>
                <a:moveTo>
                  <a:pt x="1038527" y="398886"/>
                </a:moveTo>
                <a:lnTo>
                  <a:pt x="1405560" y="786562"/>
                </a:lnTo>
                <a:cubicBezTo>
                  <a:pt x="1374476" y="799049"/>
                  <a:pt x="1340402" y="804299"/>
                  <a:pt x="1305054" y="803332"/>
                </a:cubicBezTo>
                <a:lnTo>
                  <a:pt x="1008167" y="795212"/>
                </a:lnTo>
                <a:lnTo>
                  <a:pt x="1016288" y="498325"/>
                </a:lnTo>
                <a:cubicBezTo>
                  <a:pt x="1017255" y="462976"/>
                  <a:pt x="1024360" y="429240"/>
                  <a:pt x="1038527" y="398886"/>
                </a:cubicBezTo>
                <a:close/>
                <a:moveTo>
                  <a:pt x="1097925" y="218888"/>
                </a:moveTo>
                <a:cubicBezTo>
                  <a:pt x="992582" y="279303"/>
                  <a:pt x="921871" y="392886"/>
                  <a:pt x="921053" y="523256"/>
                </a:cubicBezTo>
                <a:lnTo>
                  <a:pt x="919136" y="828763"/>
                </a:lnTo>
                <a:lnTo>
                  <a:pt x="830924" y="915875"/>
                </a:lnTo>
                <a:lnTo>
                  <a:pt x="525417" y="913958"/>
                </a:lnTo>
                <a:cubicBezTo>
                  <a:pt x="403891" y="913196"/>
                  <a:pt x="296188" y="973343"/>
                  <a:pt x="234366" y="1067831"/>
                </a:cubicBezTo>
                <a:lnTo>
                  <a:pt x="710285" y="1570519"/>
                </a:lnTo>
                <a:cubicBezTo>
                  <a:pt x="811872" y="1510375"/>
                  <a:pt x="878808" y="1399439"/>
                  <a:pt x="879603" y="1272618"/>
                </a:cubicBezTo>
                <a:lnTo>
                  <a:pt x="881520" y="967111"/>
                </a:lnTo>
                <a:lnTo>
                  <a:pt x="969732" y="879999"/>
                </a:lnTo>
                <a:lnTo>
                  <a:pt x="1275239" y="881916"/>
                </a:lnTo>
                <a:cubicBezTo>
                  <a:pt x="1400271" y="882701"/>
                  <a:pt x="1510670" y="819011"/>
                  <a:pt x="1573529" y="721242"/>
                </a:cubicBezTo>
                <a:close/>
                <a:moveTo>
                  <a:pt x="1162945" y="27894"/>
                </a:moveTo>
                <a:lnTo>
                  <a:pt x="1782798" y="682611"/>
                </a:lnTo>
                <a:cubicBezTo>
                  <a:pt x="1816692" y="718411"/>
                  <a:pt x="1815147" y="774907"/>
                  <a:pt x="1779347" y="808801"/>
                </a:cubicBezTo>
                <a:cubicBezTo>
                  <a:pt x="1743547" y="842694"/>
                  <a:pt x="1687050" y="841149"/>
                  <a:pt x="1653157" y="805349"/>
                </a:cubicBezTo>
                <a:lnTo>
                  <a:pt x="1644015" y="795693"/>
                </a:lnTo>
                <a:cubicBezTo>
                  <a:pt x="1561789" y="910282"/>
                  <a:pt x="1426630" y="983636"/>
                  <a:pt x="1274606" y="982683"/>
                </a:cubicBezTo>
                <a:lnTo>
                  <a:pt x="980378" y="980836"/>
                </a:lnTo>
                <a:lnTo>
                  <a:pt x="980378" y="1270380"/>
                </a:lnTo>
                <a:cubicBezTo>
                  <a:pt x="980378" y="1427425"/>
                  <a:pt x="901198" y="1565976"/>
                  <a:pt x="779756" y="1647056"/>
                </a:cubicBezTo>
                <a:cubicBezTo>
                  <a:pt x="807405" y="1681913"/>
                  <a:pt x="803595" y="1732594"/>
                  <a:pt x="770486" y="1763941"/>
                </a:cubicBezTo>
                <a:cubicBezTo>
                  <a:pt x="734686" y="1797834"/>
                  <a:pt x="678189" y="1796289"/>
                  <a:pt x="644296" y="1760489"/>
                </a:cubicBezTo>
                <a:lnTo>
                  <a:pt x="24442" y="1105772"/>
                </a:lnTo>
                <a:cubicBezTo>
                  <a:pt x="-9451" y="1069973"/>
                  <a:pt x="-7906" y="1013476"/>
                  <a:pt x="27894" y="979583"/>
                </a:cubicBezTo>
                <a:cubicBezTo>
                  <a:pt x="63694" y="945689"/>
                  <a:pt x="120190" y="947235"/>
                  <a:pt x="154084" y="983034"/>
                </a:cubicBezTo>
                <a:lnTo>
                  <a:pt x="163237" y="992702"/>
                </a:lnTo>
                <a:cubicBezTo>
                  <a:pt x="244774" y="882877"/>
                  <a:pt x="375836" y="813180"/>
                  <a:pt x="523178" y="813180"/>
                </a:cubicBezTo>
                <a:lnTo>
                  <a:pt x="818460" y="813180"/>
                </a:lnTo>
                <a:lnTo>
                  <a:pt x="820284" y="522622"/>
                </a:lnTo>
                <a:cubicBezTo>
                  <a:pt x="821285" y="363119"/>
                  <a:pt x="903845" y="223207"/>
                  <a:pt x="1028952" y="143673"/>
                </a:cubicBezTo>
                <a:cubicBezTo>
                  <a:pt x="999689" y="108599"/>
                  <a:pt x="1002953" y="56445"/>
                  <a:pt x="1036755" y="24443"/>
                </a:cubicBezTo>
                <a:cubicBezTo>
                  <a:pt x="1072555" y="-9451"/>
                  <a:pt x="1129052" y="-7906"/>
                  <a:pt x="1162945" y="2789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1" name="Rectangle 30">
            <a:extLst>
              <a:ext uri="{FF2B5EF4-FFF2-40B4-BE49-F238E27FC236}">
                <a16:creationId xmlns:a16="http://schemas.microsoft.com/office/drawing/2014/main" xmlns="" id="{F06C1425-3ED4-476A-85D4-7C3C77AE5EA3}"/>
              </a:ext>
            </a:extLst>
          </p:cNvPr>
          <p:cNvSpPr/>
          <p:nvPr/>
        </p:nvSpPr>
        <p:spPr>
          <a:xfrm>
            <a:off x="6742913" y="3475890"/>
            <a:ext cx="464493" cy="463135"/>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8" name="Title 1">
            <a:extLst>
              <a:ext uri="{FF2B5EF4-FFF2-40B4-BE49-F238E27FC236}">
                <a16:creationId xmlns:a16="http://schemas.microsoft.com/office/drawing/2014/main" xmlns="" id="{D0DD06FF-7ACB-4C07-A662-19DF76BFF62A}"/>
              </a:ext>
            </a:extLst>
          </p:cNvPr>
          <p:cNvSpPr txBox="1">
            <a:spLocks/>
          </p:cNvSpPr>
          <p:nvPr/>
        </p:nvSpPr>
        <p:spPr>
          <a:xfrm>
            <a:off x="509953" y="3622281"/>
            <a:ext cx="10882508" cy="633487"/>
          </a:xfrm>
          <a:prstGeom prst="rect">
            <a:avLst/>
          </a:prstGeom>
        </p:spPr>
        <p:txBody>
          <a:bodyPr spcFirstLastPara="1" wrap="square" lIns="0" tIns="0" rIns="0" bIns="0" anchor="b" anchorCtr="0">
            <a:noAutofit/>
          </a:bodyPr>
          <a:lstStyle>
            <a:defPPr marR="0" lvl="0" algn="l" rtl="0">
              <a:lnSpc>
                <a:spcPct val="100000"/>
              </a:lnSpc>
              <a:spcBef>
                <a:spcPts val="0"/>
              </a:spcBef>
              <a:spcAft>
                <a:spcPts val="0"/>
              </a:spcAft>
            </a:defPPr>
            <a:lvl1pPr marR="0" lvl="0" algn="ctr" rtl="1">
              <a:lnSpc>
                <a:spcPct val="100000"/>
              </a:lnSpc>
              <a:spcBef>
                <a:spcPts val="0"/>
              </a:spcBef>
              <a:spcAft>
                <a:spcPts val="0"/>
              </a:spcAft>
              <a:buClr>
                <a:srgbClr val="000000"/>
              </a:buClr>
              <a:buSzPts val="2400"/>
              <a:buFont typeface="Arial"/>
              <a:buNone/>
              <a:defRPr sz="3600" b="0" i="0" u="none" strike="noStrike" cap="none" baseline="0">
                <a:solidFill>
                  <a:srgbClr val="333333"/>
                </a:solidFill>
                <a:latin typeface="Arial"/>
                <a:ea typeface="Arial"/>
                <a:cs typeface="B Titr" panose="00000700000000000000" pitchFamily="2" charset="-78"/>
                <a:sym typeface="Arial"/>
              </a:defRPr>
            </a:lvl1pPr>
            <a:lvl2pPr marR="0" lvl="1"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400"/>
              <a:buFont typeface="Arial"/>
              <a:buNone/>
              <a:defRPr sz="1867" b="0" i="0" u="none" strike="noStrike" cap="none">
                <a:solidFill>
                  <a:srgbClr val="000000"/>
                </a:solidFill>
                <a:latin typeface="Arial"/>
                <a:ea typeface="Arial"/>
                <a:cs typeface="Arial"/>
                <a:sym typeface="Arial"/>
              </a:defRPr>
            </a:lvl9pPr>
          </a:lstStyle>
          <a:p>
            <a:r>
              <a:rPr lang="fa-IR" sz="2800" dirty="0"/>
              <a:t> </a:t>
            </a:r>
            <a:endParaRPr lang="en-US" sz="2800" dirty="0">
              <a:highlight>
                <a:srgbClr val="FFFF00"/>
              </a:highlight>
            </a:endParaRPr>
          </a:p>
        </p:txBody>
      </p:sp>
      <p:sp>
        <p:nvSpPr>
          <p:cNvPr id="10" name="Rectangle 9"/>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11" name="Rectangle 10"/>
          <p:cNvSpPr/>
          <p:nvPr/>
        </p:nvSpPr>
        <p:spPr>
          <a:xfrm>
            <a:off x="5170788"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100" dirty="0" smtClean="0">
                <a:cs typeface="B Titr" panose="00000700000000000000" pitchFamily="2" charset="-78"/>
              </a:rPr>
              <a:t>روش شناسی</a:t>
            </a:r>
            <a:endParaRPr lang="en-US" sz="2100" dirty="0">
              <a:cs typeface="B Titr" panose="00000700000000000000" pitchFamily="2" charset="-78"/>
            </a:endParaRPr>
          </a:p>
        </p:txBody>
      </p:sp>
      <p:sp>
        <p:nvSpPr>
          <p:cNvPr id="12" name="Rectangle 11"/>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8</a:t>
            </a:r>
            <a:endParaRPr lang="en-US" dirty="0">
              <a:cs typeface="B Titr" panose="00000700000000000000" pitchFamily="2" charset="-78"/>
            </a:endParaRPr>
          </a:p>
        </p:txBody>
      </p:sp>
      <p:sp>
        <p:nvSpPr>
          <p:cNvPr id="3" name="Title 2"/>
          <p:cNvSpPr>
            <a:spLocks noGrp="1"/>
          </p:cNvSpPr>
          <p:nvPr>
            <p:ph type="title"/>
          </p:nvPr>
        </p:nvSpPr>
        <p:spPr/>
        <p:txBody>
          <a:bodyPr/>
          <a:lstStyle/>
          <a:p>
            <a:r>
              <a:rPr lang="fa-IR" dirty="0" smtClean="0"/>
              <a:t>نمونه آماری و روش نمونه گیری</a:t>
            </a:r>
            <a:endParaRPr lang="en-US" dirty="0"/>
          </a:p>
        </p:txBody>
      </p:sp>
      <p:sp>
        <p:nvSpPr>
          <p:cNvPr id="2" name="Rectangle 1"/>
          <p:cNvSpPr/>
          <p:nvPr/>
        </p:nvSpPr>
        <p:spPr>
          <a:xfrm>
            <a:off x="1371601" y="2297373"/>
            <a:ext cx="9603876" cy="861774"/>
          </a:xfrm>
          <a:prstGeom prst="rect">
            <a:avLst/>
          </a:prstGeom>
        </p:spPr>
        <p:txBody>
          <a:bodyPr wrap="square">
            <a:spAutoFit/>
          </a:bodyPr>
          <a:lstStyle/>
          <a:p>
            <a:pPr algn="r" rtl="1"/>
            <a:r>
              <a:rPr lang="fa-IR" sz="25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بر اساس </a:t>
            </a:r>
            <a:r>
              <a:rPr lang="fa-IR" sz="25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جدول مورگان و </a:t>
            </a:r>
            <a:r>
              <a:rPr lang="fa-IR" sz="25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نظر به حجم جامعه آماری ۱۰۰ نفر، حجم نمونه ۸۰ نفر به روش نمونه گیری تصادفی ساده در نظر گرفته شد.</a:t>
            </a:r>
            <a:endParaRPr lang="en-US" sz="2500" dirty="0"/>
          </a:p>
        </p:txBody>
      </p:sp>
    </p:spTree>
    <p:extLst>
      <p:ext uri="{BB962C8B-B14F-4D97-AF65-F5344CB8AC3E}">
        <p14:creationId xmlns:p14="http://schemas.microsoft.com/office/powerpoint/2010/main" val="81112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xmlns="" id="{14A35DBC-EA30-F965-838A-7A402E0F3B33}"/>
              </a:ext>
            </a:extLst>
          </p:cNvPr>
          <p:cNvSpPr/>
          <p:nvPr/>
        </p:nvSpPr>
        <p:spPr>
          <a:xfrm flipH="1">
            <a:off x="-146187" y="3813044"/>
            <a:ext cx="318262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28" name="직사각형 4">
            <a:extLst>
              <a:ext uri="{FF2B5EF4-FFF2-40B4-BE49-F238E27FC236}">
                <a16:creationId xmlns:a16="http://schemas.microsoft.com/office/drawing/2014/main" xmlns="" id="{2B221E0B-0301-CB41-CB32-888DE2A86293}"/>
              </a:ext>
            </a:extLst>
          </p:cNvPr>
          <p:cNvSpPr/>
          <p:nvPr/>
        </p:nvSpPr>
        <p:spPr>
          <a:xfrm flipH="1">
            <a:off x="6558384" y="5729293"/>
            <a:ext cx="5633616"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9" name="평행 사변형 5">
            <a:extLst>
              <a:ext uri="{FF2B5EF4-FFF2-40B4-BE49-F238E27FC236}">
                <a16:creationId xmlns:a16="http://schemas.microsoft.com/office/drawing/2014/main" xmlns="" id="{C9920684-369F-1F72-75F7-CFFA1BE9C99F}"/>
              </a:ext>
            </a:extLst>
          </p:cNvPr>
          <p:cNvSpPr/>
          <p:nvPr/>
        </p:nvSpPr>
        <p:spPr>
          <a:xfrm rot="5400000" flipH="1">
            <a:off x="6113010" y="5223729"/>
            <a:ext cx="1310938" cy="420190"/>
          </a:xfrm>
          <a:prstGeom prst="parallelogram">
            <a:avLst>
              <a:gd name="adj" fmla="val 84008"/>
            </a:avLst>
          </a:prstGeom>
          <a:solidFill>
            <a:srgbClr val="898B93"/>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30" name="평행 사변형 32">
            <a:extLst>
              <a:ext uri="{FF2B5EF4-FFF2-40B4-BE49-F238E27FC236}">
                <a16:creationId xmlns:a16="http://schemas.microsoft.com/office/drawing/2014/main" xmlns="" id="{55784334-B34E-03A7-1A68-68A48AA513A6}"/>
              </a:ext>
            </a:extLst>
          </p:cNvPr>
          <p:cNvSpPr/>
          <p:nvPr/>
        </p:nvSpPr>
        <p:spPr>
          <a:xfrm>
            <a:off x="4722133" y="4778355"/>
            <a:ext cx="2278270" cy="356368"/>
          </a:xfrm>
          <a:prstGeom prst="parallelogram">
            <a:avLst>
              <a:gd name="adj" fmla="val 118955"/>
            </a:avLst>
          </a:prstGeom>
          <a:solidFill>
            <a:srgbClr val="898B93"/>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31" name="평행 사변형 33">
            <a:extLst>
              <a:ext uri="{FF2B5EF4-FFF2-40B4-BE49-F238E27FC236}">
                <a16:creationId xmlns:a16="http://schemas.microsoft.com/office/drawing/2014/main" xmlns="" id="{88749A61-1066-E4DC-9D3B-6168965A170C}"/>
              </a:ext>
            </a:extLst>
          </p:cNvPr>
          <p:cNvSpPr/>
          <p:nvPr/>
        </p:nvSpPr>
        <p:spPr>
          <a:xfrm rot="5400000" flipH="1">
            <a:off x="4305224" y="4262050"/>
            <a:ext cx="1310938" cy="420190"/>
          </a:xfrm>
          <a:prstGeom prst="parallelogram">
            <a:avLst>
              <a:gd name="adj" fmla="val 84008"/>
            </a:avLst>
          </a:prstGeom>
          <a:solidFill>
            <a:srgbClr val="5A5C62"/>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32" name="평행 사변형 34">
            <a:extLst>
              <a:ext uri="{FF2B5EF4-FFF2-40B4-BE49-F238E27FC236}">
                <a16:creationId xmlns:a16="http://schemas.microsoft.com/office/drawing/2014/main" xmlns="" id="{7DB8DD21-5456-8E9B-C542-2FD8097E4E26}"/>
              </a:ext>
            </a:extLst>
          </p:cNvPr>
          <p:cNvSpPr/>
          <p:nvPr/>
        </p:nvSpPr>
        <p:spPr>
          <a:xfrm>
            <a:off x="2892518" y="3816676"/>
            <a:ext cx="2278270" cy="356368"/>
          </a:xfrm>
          <a:prstGeom prst="parallelogram">
            <a:avLst>
              <a:gd name="adj" fmla="val 118955"/>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34" name="평행 사변형 36">
            <a:extLst>
              <a:ext uri="{FF2B5EF4-FFF2-40B4-BE49-F238E27FC236}">
                <a16:creationId xmlns:a16="http://schemas.microsoft.com/office/drawing/2014/main" xmlns="" id="{F647D1AB-0A23-BDF0-6504-85EBC4BD4E13}"/>
              </a:ext>
            </a:extLst>
          </p:cNvPr>
          <p:cNvSpPr/>
          <p:nvPr/>
        </p:nvSpPr>
        <p:spPr>
          <a:xfrm>
            <a:off x="2051991" y="3809567"/>
            <a:ext cx="1311011" cy="356368"/>
          </a:xfrm>
          <a:prstGeom prst="parallelogram">
            <a:avLst>
              <a:gd name="adj" fmla="val 11895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36" name="Rectangle 30">
            <a:extLst>
              <a:ext uri="{FF2B5EF4-FFF2-40B4-BE49-F238E27FC236}">
                <a16:creationId xmlns:a16="http://schemas.microsoft.com/office/drawing/2014/main" xmlns="" id="{67884906-E091-E7E6-181B-003572B89758}"/>
              </a:ext>
            </a:extLst>
          </p:cNvPr>
          <p:cNvSpPr/>
          <p:nvPr/>
        </p:nvSpPr>
        <p:spPr>
          <a:xfrm flipH="1">
            <a:off x="9781920" y="5117750"/>
            <a:ext cx="420190" cy="418962"/>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7" name="Rectangle 16">
            <a:extLst>
              <a:ext uri="{FF2B5EF4-FFF2-40B4-BE49-F238E27FC236}">
                <a16:creationId xmlns:a16="http://schemas.microsoft.com/office/drawing/2014/main" xmlns="" id="{65B43F67-FD5E-0E26-6AE0-5D2D0D80FC0B}"/>
              </a:ext>
            </a:extLst>
          </p:cNvPr>
          <p:cNvSpPr/>
          <p:nvPr/>
        </p:nvSpPr>
        <p:spPr>
          <a:xfrm rot="18900000" flipH="1">
            <a:off x="5411749" y="4194210"/>
            <a:ext cx="310712" cy="557049"/>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nvGrpSpPr>
          <p:cNvPr id="38" name="Graphic 226">
            <a:extLst>
              <a:ext uri="{FF2B5EF4-FFF2-40B4-BE49-F238E27FC236}">
                <a16:creationId xmlns:a16="http://schemas.microsoft.com/office/drawing/2014/main" xmlns="" id="{C8DD3E8B-83BC-611E-A9A5-88A2480D5C30}"/>
              </a:ext>
            </a:extLst>
          </p:cNvPr>
          <p:cNvGrpSpPr/>
          <p:nvPr/>
        </p:nvGrpSpPr>
        <p:grpSpPr>
          <a:xfrm flipH="1">
            <a:off x="1533502" y="1368373"/>
            <a:ext cx="1245471" cy="1470111"/>
            <a:chOff x="3190967" y="4976140"/>
            <a:chExt cx="1594302" cy="1881859"/>
          </a:xfrm>
        </p:grpSpPr>
        <p:sp>
          <p:nvSpPr>
            <p:cNvPr id="39" name="Freeform: Shape 38">
              <a:extLst>
                <a:ext uri="{FF2B5EF4-FFF2-40B4-BE49-F238E27FC236}">
                  <a16:creationId xmlns:a16="http://schemas.microsoft.com/office/drawing/2014/main" xmlns="" id="{68E9D2A1-E92A-DD20-B403-CBE471D502B1}"/>
                </a:ext>
              </a:extLst>
            </p:cNvPr>
            <p:cNvSpPr/>
            <p:nvPr/>
          </p:nvSpPr>
          <p:spPr>
            <a:xfrm>
              <a:off x="3412046" y="5909633"/>
              <a:ext cx="1154075" cy="444412"/>
            </a:xfrm>
            <a:custGeom>
              <a:avLst/>
              <a:gdLst>
                <a:gd name="connsiteX0" fmla="*/ 582806 w 1154075"/>
                <a:gd name="connsiteY0" fmla="*/ 444413 h 444412"/>
                <a:gd name="connsiteX1" fmla="*/ 321275 w 1154075"/>
                <a:gd name="connsiteY1" fmla="*/ 437861 h 444412"/>
                <a:gd name="connsiteX2" fmla="*/ 135091 w 1154075"/>
                <a:gd name="connsiteY2" fmla="*/ 427669 h 444412"/>
                <a:gd name="connsiteX3" fmla="*/ 24618 w 1154075"/>
                <a:gd name="connsiteY3" fmla="*/ 418933 h 444412"/>
                <a:gd name="connsiteX4" fmla="*/ 48 w 1154075"/>
                <a:gd name="connsiteY4" fmla="*/ 391816 h 444412"/>
                <a:gd name="connsiteX5" fmla="*/ 15336 w 1154075"/>
                <a:gd name="connsiteY5" fmla="*/ 305003 h 444412"/>
                <a:gd name="connsiteX6" fmla="*/ 131633 w 1154075"/>
                <a:gd name="connsiteY6" fmla="*/ 106625 h 444412"/>
                <a:gd name="connsiteX7" fmla="*/ 266129 w 1154075"/>
                <a:gd name="connsiteY7" fmla="*/ 13260 h 444412"/>
                <a:gd name="connsiteX8" fmla="*/ 331649 w 1154075"/>
                <a:gd name="connsiteY8" fmla="*/ 3068 h 444412"/>
                <a:gd name="connsiteX9" fmla="*/ 374782 w 1154075"/>
                <a:gd name="connsiteY9" fmla="*/ 33098 h 444412"/>
                <a:gd name="connsiteX10" fmla="*/ 546224 w 1154075"/>
                <a:gd name="connsiteY10" fmla="*/ 364334 h 444412"/>
                <a:gd name="connsiteX11" fmla="*/ 573524 w 1154075"/>
                <a:gd name="connsiteY11" fmla="*/ 391998 h 444412"/>
                <a:gd name="connsiteX12" fmla="*/ 596092 w 1154075"/>
                <a:gd name="connsiteY12" fmla="*/ 384172 h 444412"/>
                <a:gd name="connsiteX13" fmla="*/ 773540 w 1154075"/>
                <a:gd name="connsiteY13" fmla="*/ 43835 h 444412"/>
                <a:gd name="connsiteX14" fmla="*/ 801385 w 1154075"/>
                <a:gd name="connsiteY14" fmla="*/ 9438 h 444412"/>
                <a:gd name="connsiteX15" fmla="*/ 852345 w 1154075"/>
                <a:gd name="connsiteY15" fmla="*/ 1612 h 444412"/>
                <a:gd name="connsiteX16" fmla="*/ 914588 w 1154075"/>
                <a:gd name="connsiteY16" fmla="*/ 26182 h 444412"/>
                <a:gd name="connsiteX17" fmla="*/ 1136444 w 1154075"/>
                <a:gd name="connsiteY17" fmla="*/ 298451 h 444412"/>
                <a:gd name="connsiteX18" fmla="*/ 1153915 w 1154075"/>
                <a:gd name="connsiteY18" fmla="*/ 391270 h 444412"/>
                <a:gd name="connsiteX19" fmla="*/ 1130984 w 1154075"/>
                <a:gd name="connsiteY19" fmla="*/ 418751 h 444412"/>
                <a:gd name="connsiteX20" fmla="*/ 1064736 w 1154075"/>
                <a:gd name="connsiteY20" fmla="*/ 424393 h 444412"/>
                <a:gd name="connsiteX21" fmla="*/ 844701 w 1154075"/>
                <a:gd name="connsiteY21" fmla="*/ 437133 h 444412"/>
                <a:gd name="connsiteX22" fmla="*/ 582806 w 1154075"/>
                <a:gd name="connsiteY22" fmla="*/ 444413 h 44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54075" h="444412">
                  <a:moveTo>
                    <a:pt x="582806" y="444413"/>
                  </a:moveTo>
                  <a:cubicBezTo>
                    <a:pt x="491807" y="442229"/>
                    <a:pt x="406450" y="440955"/>
                    <a:pt x="321275" y="437861"/>
                  </a:cubicBezTo>
                  <a:cubicBezTo>
                    <a:pt x="259213" y="435677"/>
                    <a:pt x="197152" y="431491"/>
                    <a:pt x="135091" y="427669"/>
                  </a:cubicBezTo>
                  <a:cubicBezTo>
                    <a:pt x="98327" y="425303"/>
                    <a:pt x="61382" y="422027"/>
                    <a:pt x="24618" y="418933"/>
                  </a:cubicBezTo>
                  <a:cubicBezTo>
                    <a:pt x="6782" y="417477"/>
                    <a:pt x="-680" y="409651"/>
                    <a:pt x="48" y="391816"/>
                  </a:cubicBezTo>
                  <a:cubicBezTo>
                    <a:pt x="1140" y="362150"/>
                    <a:pt x="6964" y="333394"/>
                    <a:pt x="15336" y="305003"/>
                  </a:cubicBezTo>
                  <a:cubicBezTo>
                    <a:pt x="37358" y="229109"/>
                    <a:pt x="76305" y="162862"/>
                    <a:pt x="131633" y="106625"/>
                  </a:cubicBezTo>
                  <a:cubicBezTo>
                    <a:pt x="170580" y="67131"/>
                    <a:pt x="214806" y="34917"/>
                    <a:pt x="266129" y="13260"/>
                  </a:cubicBezTo>
                  <a:cubicBezTo>
                    <a:pt x="286877" y="4524"/>
                    <a:pt x="308899" y="-26"/>
                    <a:pt x="331649" y="3068"/>
                  </a:cubicBezTo>
                  <a:cubicBezTo>
                    <a:pt x="351122" y="5616"/>
                    <a:pt x="365500" y="15080"/>
                    <a:pt x="374782" y="33098"/>
                  </a:cubicBezTo>
                  <a:cubicBezTo>
                    <a:pt x="431748" y="143570"/>
                    <a:pt x="489077" y="253861"/>
                    <a:pt x="546224" y="364334"/>
                  </a:cubicBezTo>
                  <a:cubicBezTo>
                    <a:pt x="552412" y="376346"/>
                    <a:pt x="560966" y="386174"/>
                    <a:pt x="573524" y="391998"/>
                  </a:cubicBezTo>
                  <a:cubicBezTo>
                    <a:pt x="584262" y="396912"/>
                    <a:pt x="590814" y="394546"/>
                    <a:pt x="596092" y="384172"/>
                  </a:cubicBezTo>
                  <a:cubicBezTo>
                    <a:pt x="655241" y="270787"/>
                    <a:pt x="714390" y="157220"/>
                    <a:pt x="773540" y="43835"/>
                  </a:cubicBezTo>
                  <a:cubicBezTo>
                    <a:pt x="780456" y="30550"/>
                    <a:pt x="788463" y="17810"/>
                    <a:pt x="801385" y="9438"/>
                  </a:cubicBezTo>
                  <a:cubicBezTo>
                    <a:pt x="817219" y="-754"/>
                    <a:pt x="834509" y="-1482"/>
                    <a:pt x="852345" y="1612"/>
                  </a:cubicBezTo>
                  <a:cubicBezTo>
                    <a:pt x="874730" y="5616"/>
                    <a:pt x="894932" y="15262"/>
                    <a:pt x="914588" y="26182"/>
                  </a:cubicBezTo>
                  <a:cubicBezTo>
                    <a:pt x="1025061" y="86969"/>
                    <a:pt x="1098224" y="178696"/>
                    <a:pt x="1136444" y="298451"/>
                  </a:cubicBezTo>
                  <a:cubicBezTo>
                    <a:pt x="1146089" y="328662"/>
                    <a:pt x="1151549" y="359602"/>
                    <a:pt x="1153915" y="391270"/>
                  </a:cubicBezTo>
                  <a:cubicBezTo>
                    <a:pt x="1155189" y="408923"/>
                    <a:pt x="1149001" y="416749"/>
                    <a:pt x="1130984" y="418751"/>
                  </a:cubicBezTo>
                  <a:cubicBezTo>
                    <a:pt x="1108962" y="421117"/>
                    <a:pt x="1086758" y="422937"/>
                    <a:pt x="1064736" y="424393"/>
                  </a:cubicBezTo>
                  <a:cubicBezTo>
                    <a:pt x="991391" y="428943"/>
                    <a:pt x="918046" y="434221"/>
                    <a:pt x="844701" y="437133"/>
                  </a:cubicBezTo>
                  <a:cubicBezTo>
                    <a:pt x="755522" y="440591"/>
                    <a:pt x="666343" y="442229"/>
                    <a:pt x="582806" y="444413"/>
                  </a:cubicBezTo>
                  <a:close/>
                </a:path>
              </a:pathLst>
            </a:custGeom>
            <a:solidFill>
              <a:srgbClr val="000000"/>
            </a:solidFill>
            <a:ln w="1816"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xmlns="" id="{3FDAF073-E316-1E3A-DA54-FBD8023FEDD5}"/>
                </a:ext>
              </a:extLst>
            </p:cNvPr>
            <p:cNvSpPr/>
            <p:nvPr/>
          </p:nvSpPr>
          <p:spPr>
            <a:xfrm>
              <a:off x="3190823" y="6353425"/>
              <a:ext cx="703986" cy="396758"/>
            </a:xfrm>
            <a:custGeom>
              <a:avLst/>
              <a:gdLst>
                <a:gd name="connsiteX0" fmla="*/ 680998 w 703986"/>
                <a:gd name="connsiteY0" fmla="*/ 303284 h 396758"/>
                <a:gd name="connsiteX1" fmla="*/ 679724 w 703986"/>
                <a:gd name="connsiteY1" fmla="*/ 328763 h 396758"/>
                <a:gd name="connsiteX2" fmla="*/ 632222 w 703986"/>
                <a:gd name="connsiteY2" fmla="*/ 367529 h 396758"/>
                <a:gd name="connsiteX3" fmla="*/ 576895 w 703986"/>
                <a:gd name="connsiteY3" fmla="*/ 371351 h 396758"/>
                <a:gd name="connsiteX4" fmla="*/ 417464 w 703986"/>
                <a:gd name="connsiteY4" fmla="*/ 373717 h 396758"/>
                <a:gd name="connsiteX5" fmla="*/ 214173 w 703986"/>
                <a:gd name="connsiteY5" fmla="*/ 393191 h 396758"/>
                <a:gd name="connsiteX6" fmla="*/ 127724 w 703986"/>
                <a:gd name="connsiteY6" fmla="*/ 394283 h 396758"/>
                <a:gd name="connsiteX7" fmla="*/ 17069 w 703986"/>
                <a:gd name="connsiteY7" fmla="*/ 305104 h 396758"/>
                <a:gd name="connsiteX8" fmla="*/ 143 w 703986"/>
                <a:gd name="connsiteY8" fmla="*/ 208463 h 396758"/>
                <a:gd name="connsiteX9" fmla="*/ 14339 w 703986"/>
                <a:gd name="connsiteY9" fmla="*/ 97444 h 396758"/>
                <a:gd name="connsiteX10" fmla="*/ 59293 w 703986"/>
                <a:gd name="connsiteY10" fmla="*/ 26647 h 396758"/>
                <a:gd name="connsiteX11" fmla="*/ 143922 w 703986"/>
                <a:gd name="connsiteY11" fmla="*/ 75 h 396758"/>
                <a:gd name="connsiteX12" fmla="*/ 238924 w 703986"/>
                <a:gd name="connsiteY12" fmla="*/ 5353 h 396758"/>
                <a:gd name="connsiteX13" fmla="*/ 380883 w 703986"/>
                <a:gd name="connsiteY13" fmla="*/ 15181 h 396758"/>
                <a:gd name="connsiteX14" fmla="*/ 618936 w 703986"/>
                <a:gd name="connsiteY14" fmla="*/ 31925 h 396758"/>
                <a:gd name="connsiteX15" fmla="*/ 638410 w 703986"/>
                <a:gd name="connsiteY15" fmla="*/ 33199 h 396758"/>
                <a:gd name="connsiteX16" fmla="*/ 672990 w 703986"/>
                <a:gd name="connsiteY16" fmla="*/ 57768 h 396758"/>
                <a:gd name="connsiteX17" fmla="*/ 693555 w 703986"/>
                <a:gd name="connsiteY17" fmla="*/ 121468 h 396758"/>
                <a:gd name="connsiteX18" fmla="*/ 703201 w 703986"/>
                <a:gd name="connsiteY18" fmla="*/ 231395 h 396758"/>
                <a:gd name="connsiteX19" fmla="*/ 703201 w 703986"/>
                <a:gd name="connsiteY19" fmla="*/ 233032 h 396758"/>
                <a:gd name="connsiteX20" fmla="*/ 668258 w 703986"/>
                <a:gd name="connsiteY20" fmla="*/ 269978 h 396758"/>
                <a:gd name="connsiteX21" fmla="*/ 539221 w 703986"/>
                <a:gd name="connsiteY21" fmla="*/ 282172 h 396758"/>
                <a:gd name="connsiteX22" fmla="*/ 348487 w 703986"/>
                <a:gd name="connsiteY22" fmla="*/ 300190 h 396758"/>
                <a:gd name="connsiteX23" fmla="*/ 183415 w 703986"/>
                <a:gd name="connsiteY23" fmla="*/ 315296 h 396758"/>
                <a:gd name="connsiteX24" fmla="*/ 127542 w 703986"/>
                <a:gd name="connsiteY24" fmla="*/ 308016 h 396758"/>
                <a:gd name="connsiteX25" fmla="*/ 82224 w 703986"/>
                <a:gd name="connsiteY25" fmla="*/ 244680 h 396758"/>
                <a:gd name="connsiteX26" fmla="*/ 84590 w 703986"/>
                <a:gd name="connsiteY26" fmla="*/ 182983 h 396758"/>
                <a:gd name="connsiteX27" fmla="*/ 92780 w 703986"/>
                <a:gd name="connsiteY27" fmla="*/ 140213 h 396758"/>
                <a:gd name="connsiteX28" fmla="*/ 93872 w 703986"/>
                <a:gd name="connsiteY28" fmla="*/ 136574 h 396758"/>
                <a:gd name="connsiteX29" fmla="*/ 114256 w 703986"/>
                <a:gd name="connsiteY29" fmla="*/ 139486 h 396758"/>
                <a:gd name="connsiteX30" fmla="*/ 116804 w 703986"/>
                <a:gd name="connsiteY30" fmla="*/ 144217 h 396758"/>
                <a:gd name="connsiteX31" fmla="*/ 126086 w 703986"/>
                <a:gd name="connsiteY31" fmla="*/ 186077 h 396758"/>
                <a:gd name="connsiteX32" fmla="*/ 136460 w 703986"/>
                <a:gd name="connsiteY32" fmla="*/ 204277 h 396758"/>
                <a:gd name="connsiteX33" fmla="*/ 193425 w 703986"/>
                <a:gd name="connsiteY33" fmla="*/ 207371 h 396758"/>
                <a:gd name="connsiteX34" fmla="*/ 216357 w 703986"/>
                <a:gd name="connsiteY34" fmla="*/ 152043 h 396758"/>
                <a:gd name="connsiteX35" fmla="*/ 192697 w 703986"/>
                <a:gd name="connsiteY35" fmla="*/ 83430 h 396758"/>
                <a:gd name="connsiteX36" fmla="*/ 90778 w 703986"/>
                <a:gd name="connsiteY36" fmla="*/ 75240 h 396758"/>
                <a:gd name="connsiteX37" fmla="*/ 52559 w 703986"/>
                <a:gd name="connsiteY37" fmla="*/ 137484 h 396758"/>
                <a:gd name="connsiteX38" fmla="*/ 49101 w 703986"/>
                <a:gd name="connsiteY38" fmla="*/ 258512 h 396758"/>
                <a:gd name="connsiteX39" fmla="*/ 127360 w 703986"/>
                <a:gd name="connsiteY39" fmla="*/ 344415 h 396758"/>
                <a:gd name="connsiteX40" fmla="*/ 183051 w 703986"/>
                <a:gd name="connsiteY40" fmla="*/ 347327 h 396758"/>
                <a:gd name="connsiteX41" fmla="*/ 266406 w 703986"/>
                <a:gd name="connsiteY41" fmla="*/ 339683 h 396758"/>
                <a:gd name="connsiteX42" fmla="*/ 431478 w 703986"/>
                <a:gd name="connsiteY42" fmla="*/ 324759 h 396758"/>
                <a:gd name="connsiteX43" fmla="*/ 625852 w 703986"/>
                <a:gd name="connsiteY43" fmla="*/ 307288 h 396758"/>
                <a:gd name="connsiteX44" fmla="*/ 670988 w 703986"/>
                <a:gd name="connsiteY44" fmla="*/ 303102 h 396758"/>
                <a:gd name="connsiteX45" fmla="*/ 680998 w 703986"/>
                <a:gd name="connsiteY45" fmla="*/ 303284 h 3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03986" h="396758">
                  <a:moveTo>
                    <a:pt x="680998" y="303284"/>
                  </a:moveTo>
                  <a:cubicBezTo>
                    <a:pt x="683910" y="312202"/>
                    <a:pt x="683000" y="320755"/>
                    <a:pt x="679724" y="328763"/>
                  </a:cubicBezTo>
                  <a:cubicBezTo>
                    <a:pt x="670988" y="350057"/>
                    <a:pt x="653880" y="361887"/>
                    <a:pt x="632222" y="367529"/>
                  </a:cubicBezTo>
                  <a:cubicBezTo>
                    <a:pt x="614022" y="372261"/>
                    <a:pt x="595459" y="371169"/>
                    <a:pt x="576895" y="371351"/>
                  </a:cubicBezTo>
                  <a:cubicBezTo>
                    <a:pt x="523751" y="371897"/>
                    <a:pt x="470608" y="371715"/>
                    <a:pt x="417464" y="373717"/>
                  </a:cubicBezTo>
                  <a:cubicBezTo>
                    <a:pt x="349397" y="376265"/>
                    <a:pt x="281694" y="384455"/>
                    <a:pt x="214173" y="393191"/>
                  </a:cubicBezTo>
                  <a:cubicBezTo>
                    <a:pt x="185417" y="396831"/>
                    <a:pt x="156661" y="398469"/>
                    <a:pt x="127724" y="394283"/>
                  </a:cubicBezTo>
                  <a:cubicBezTo>
                    <a:pt x="73124" y="386457"/>
                    <a:pt x="36907" y="356063"/>
                    <a:pt x="17069" y="305104"/>
                  </a:cubicBezTo>
                  <a:cubicBezTo>
                    <a:pt x="5057" y="273982"/>
                    <a:pt x="871" y="241404"/>
                    <a:pt x="143" y="208463"/>
                  </a:cubicBezTo>
                  <a:cubicBezTo>
                    <a:pt x="-767" y="170789"/>
                    <a:pt x="2509" y="133480"/>
                    <a:pt x="14339" y="97444"/>
                  </a:cubicBezTo>
                  <a:cubicBezTo>
                    <a:pt x="23257" y="70144"/>
                    <a:pt x="36725" y="45393"/>
                    <a:pt x="59293" y="26647"/>
                  </a:cubicBezTo>
                  <a:cubicBezTo>
                    <a:pt x="83862" y="6445"/>
                    <a:pt x="112982" y="-835"/>
                    <a:pt x="143922" y="75"/>
                  </a:cubicBezTo>
                  <a:cubicBezTo>
                    <a:pt x="175589" y="803"/>
                    <a:pt x="207257" y="3351"/>
                    <a:pt x="238924" y="5353"/>
                  </a:cubicBezTo>
                  <a:cubicBezTo>
                    <a:pt x="286244" y="8447"/>
                    <a:pt x="333563" y="11905"/>
                    <a:pt x="380883" y="15181"/>
                  </a:cubicBezTo>
                  <a:cubicBezTo>
                    <a:pt x="460234" y="20823"/>
                    <a:pt x="539585" y="26465"/>
                    <a:pt x="618936" y="31925"/>
                  </a:cubicBezTo>
                  <a:cubicBezTo>
                    <a:pt x="625488" y="32471"/>
                    <a:pt x="631858" y="33017"/>
                    <a:pt x="638410" y="33199"/>
                  </a:cubicBezTo>
                  <a:cubicBezTo>
                    <a:pt x="655336" y="33745"/>
                    <a:pt x="667348" y="41753"/>
                    <a:pt x="672990" y="57768"/>
                  </a:cubicBezTo>
                  <a:cubicBezTo>
                    <a:pt x="680270" y="78880"/>
                    <a:pt x="688095" y="99992"/>
                    <a:pt x="693555" y="121468"/>
                  </a:cubicBezTo>
                  <a:cubicBezTo>
                    <a:pt x="702655" y="157503"/>
                    <a:pt x="705567" y="194267"/>
                    <a:pt x="703201" y="231395"/>
                  </a:cubicBezTo>
                  <a:cubicBezTo>
                    <a:pt x="703201" y="231941"/>
                    <a:pt x="703201" y="232486"/>
                    <a:pt x="703201" y="233032"/>
                  </a:cubicBezTo>
                  <a:cubicBezTo>
                    <a:pt x="701927" y="257602"/>
                    <a:pt x="692645" y="267612"/>
                    <a:pt x="668258" y="269978"/>
                  </a:cubicBezTo>
                  <a:cubicBezTo>
                    <a:pt x="625306" y="274164"/>
                    <a:pt x="582173" y="278168"/>
                    <a:pt x="539221" y="282172"/>
                  </a:cubicBezTo>
                  <a:cubicBezTo>
                    <a:pt x="475704" y="288178"/>
                    <a:pt x="412005" y="294366"/>
                    <a:pt x="348487" y="300190"/>
                  </a:cubicBezTo>
                  <a:cubicBezTo>
                    <a:pt x="293524" y="305286"/>
                    <a:pt x="238378" y="310382"/>
                    <a:pt x="183415" y="315296"/>
                  </a:cubicBezTo>
                  <a:cubicBezTo>
                    <a:pt x="164487" y="316934"/>
                    <a:pt x="145378" y="315660"/>
                    <a:pt x="127542" y="308016"/>
                  </a:cubicBezTo>
                  <a:cubicBezTo>
                    <a:pt x="99696" y="296186"/>
                    <a:pt x="87138" y="273072"/>
                    <a:pt x="82224" y="244680"/>
                  </a:cubicBezTo>
                  <a:cubicBezTo>
                    <a:pt x="78584" y="223933"/>
                    <a:pt x="80950" y="203549"/>
                    <a:pt x="84590" y="182983"/>
                  </a:cubicBezTo>
                  <a:cubicBezTo>
                    <a:pt x="87138" y="168605"/>
                    <a:pt x="90050" y="154409"/>
                    <a:pt x="92780" y="140213"/>
                  </a:cubicBezTo>
                  <a:cubicBezTo>
                    <a:pt x="92962" y="139122"/>
                    <a:pt x="93508" y="138029"/>
                    <a:pt x="93872" y="136574"/>
                  </a:cubicBezTo>
                  <a:cubicBezTo>
                    <a:pt x="100788" y="137484"/>
                    <a:pt x="107522" y="138212"/>
                    <a:pt x="114256" y="139486"/>
                  </a:cubicBezTo>
                  <a:cubicBezTo>
                    <a:pt x="115348" y="139668"/>
                    <a:pt x="116440" y="142397"/>
                    <a:pt x="116804" y="144217"/>
                  </a:cubicBezTo>
                  <a:cubicBezTo>
                    <a:pt x="119898" y="158231"/>
                    <a:pt x="122082" y="172427"/>
                    <a:pt x="126086" y="186077"/>
                  </a:cubicBezTo>
                  <a:cubicBezTo>
                    <a:pt x="127906" y="192629"/>
                    <a:pt x="132092" y="198999"/>
                    <a:pt x="136460" y="204277"/>
                  </a:cubicBezTo>
                  <a:cubicBezTo>
                    <a:pt x="151747" y="223023"/>
                    <a:pt x="176135" y="224297"/>
                    <a:pt x="193425" y="207371"/>
                  </a:cubicBezTo>
                  <a:cubicBezTo>
                    <a:pt x="208895" y="192265"/>
                    <a:pt x="215993" y="173337"/>
                    <a:pt x="216357" y="152043"/>
                  </a:cubicBezTo>
                  <a:cubicBezTo>
                    <a:pt x="216721" y="126564"/>
                    <a:pt x="208895" y="103450"/>
                    <a:pt x="192697" y="83430"/>
                  </a:cubicBezTo>
                  <a:cubicBezTo>
                    <a:pt x="165943" y="50307"/>
                    <a:pt x="122628" y="46849"/>
                    <a:pt x="90778" y="75240"/>
                  </a:cubicBezTo>
                  <a:cubicBezTo>
                    <a:pt x="71850" y="92166"/>
                    <a:pt x="59839" y="113642"/>
                    <a:pt x="52559" y="137484"/>
                  </a:cubicBezTo>
                  <a:cubicBezTo>
                    <a:pt x="40365" y="177341"/>
                    <a:pt x="37271" y="218109"/>
                    <a:pt x="49101" y="258512"/>
                  </a:cubicBezTo>
                  <a:cubicBezTo>
                    <a:pt x="61113" y="299462"/>
                    <a:pt x="85682" y="330037"/>
                    <a:pt x="127360" y="344415"/>
                  </a:cubicBezTo>
                  <a:cubicBezTo>
                    <a:pt x="145560" y="350785"/>
                    <a:pt x="164305" y="348965"/>
                    <a:pt x="183051" y="347327"/>
                  </a:cubicBezTo>
                  <a:cubicBezTo>
                    <a:pt x="210897" y="344961"/>
                    <a:pt x="238743" y="342231"/>
                    <a:pt x="266406" y="339683"/>
                  </a:cubicBezTo>
                  <a:cubicBezTo>
                    <a:pt x="321370" y="334769"/>
                    <a:pt x="376515" y="329673"/>
                    <a:pt x="431478" y="324759"/>
                  </a:cubicBezTo>
                  <a:cubicBezTo>
                    <a:pt x="496270" y="318936"/>
                    <a:pt x="561061" y="313112"/>
                    <a:pt x="625852" y="307288"/>
                  </a:cubicBezTo>
                  <a:cubicBezTo>
                    <a:pt x="640958" y="306014"/>
                    <a:pt x="655882" y="304376"/>
                    <a:pt x="670988" y="303102"/>
                  </a:cubicBezTo>
                  <a:cubicBezTo>
                    <a:pt x="674446" y="303648"/>
                    <a:pt x="677540" y="303466"/>
                    <a:pt x="680998" y="303284"/>
                  </a:cubicBezTo>
                  <a:close/>
                </a:path>
              </a:pathLst>
            </a:custGeom>
            <a:solidFill>
              <a:schemeClr val="accent1"/>
            </a:solidFill>
            <a:ln w="1816"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xmlns="" id="{5BCDAC16-29E0-5042-A978-D694DD6945F4}"/>
                </a:ext>
              </a:extLst>
            </p:cNvPr>
            <p:cNvSpPr/>
            <p:nvPr/>
          </p:nvSpPr>
          <p:spPr>
            <a:xfrm>
              <a:off x="3362591" y="4975968"/>
              <a:ext cx="1254875" cy="280289"/>
            </a:xfrm>
            <a:custGeom>
              <a:avLst/>
              <a:gdLst>
                <a:gd name="connsiteX0" fmla="*/ 1254876 w 1254875"/>
                <a:gd name="connsiteY0" fmla="*/ 125751 h 280289"/>
                <a:gd name="connsiteX1" fmla="*/ 1202096 w 1254875"/>
                <a:gd name="connsiteY1" fmla="*/ 139582 h 280289"/>
                <a:gd name="connsiteX2" fmla="*/ 1042666 w 1254875"/>
                <a:gd name="connsiteY2" fmla="*/ 180714 h 280289"/>
                <a:gd name="connsiteX3" fmla="*/ 831003 w 1254875"/>
                <a:gd name="connsiteY3" fmla="*/ 235313 h 280289"/>
                <a:gd name="connsiteX4" fmla="*/ 691046 w 1254875"/>
                <a:gd name="connsiteY4" fmla="*/ 271531 h 280289"/>
                <a:gd name="connsiteX5" fmla="*/ 560736 w 1254875"/>
                <a:gd name="connsiteY5" fmla="*/ 271713 h 280289"/>
                <a:gd name="connsiteX6" fmla="*/ 236051 w 1254875"/>
                <a:gd name="connsiteY6" fmla="*/ 187266 h 280289"/>
                <a:gd name="connsiteX7" fmla="*/ 31850 w 1254875"/>
                <a:gd name="connsiteY7" fmla="*/ 134122 h 280289"/>
                <a:gd name="connsiteX8" fmla="*/ 12012 w 1254875"/>
                <a:gd name="connsiteY8" fmla="*/ 126842 h 280289"/>
                <a:gd name="connsiteX9" fmla="*/ 0 w 1254875"/>
                <a:gd name="connsiteY9" fmla="*/ 117743 h 280289"/>
                <a:gd name="connsiteX10" fmla="*/ 546 w 1254875"/>
                <a:gd name="connsiteY10" fmla="*/ 116105 h 280289"/>
                <a:gd name="connsiteX11" fmla="*/ 23842 w 1254875"/>
                <a:gd name="connsiteY11" fmla="*/ 111555 h 280289"/>
                <a:gd name="connsiteX12" fmla="*/ 331418 w 1254875"/>
                <a:gd name="connsiteY12" fmla="*/ 53315 h 280289"/>
                <a:gd name="connsiteX13" fmla="*/ 516692 w 1254875"/>
                <a:gd name="connsiteY13" fmla="*/ 17280 h 280289"/>
                <a:gd name="connsiteX14" fmla="*/ 596771 w 1254875"/>
                <a:gd name="connsiteY14" fmla="*/ 1992 h 280289"/>
                <a:gd name="connsiteX15" fmla="*/ 677214 w 1254875"/>
                <a:gd name="connsiteY15" fmla="*/ 6178 h 280289"/>
                <a:gd name="connsiteX16" fmla="*/ 893610 w 1254875"/>
                <a:gd name="connsiteY16" fmla="*/ 47491 h 280289"/>
                <a:gd name="connsiteX17" fmla="*/ 1198639 w 1254875"/>
                <a:gd name="connsiteY17" fmla="*/ 106641 h 280289"/>
                <a:gd name="connsiteX18" fmla="*/ 1234674 w 1254875"/>
                <a:gd name="connsiteY18" fmla="*/ 113739 h 280289"/>
                <a:gd name="connsiteX19" fmla="*/ 1254876 w 1254875"/>
                <a:gd name="connsiteY19" fmla="*/ 125751 h 28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54875" h="280289">
                  <a:moveTo>
                    <a:pt x="1254876" y="125751"/>
                  </a:moveTo>
                  <a:cubicBezTo>
                    <a:pt x="1236676" y="130482"/>
                    <a:pt x="1219386" y="135032"/>
                    <a:pt x="1202096" y="139582"/>
                  </a:cubicBezTo>
                  <a:cubicBezTo>
                    <a:pt x="1148953" y="153232"/>
                    <a:pt x="1095810" y="166882"/>
                    <a:pt x="1042666" y="180714"/>
                  </a:cubicBezTo>
                  <a:cubicBezTo>
                    <a:pt x="972051" y="198914"/>
                    <a:pt x="901618" y="217113"/>
                    <a:pt x="831003" y="235313"/>
                  </a:cubicBezTo>
                  <a:cubicBezTo>
                    <a:pt x="784411" y="247325"/>
                    <a:pt x="737638" y="258791"/>
                    <a:pt x="691046" y="271531"/>
                  </a:cubicBezTo>
                  <a:cubicBezTo>
                    <a:pt x="647549" y="283361"/>
                    <a:pt x="604233" y="282997"/>
                    <a:pt x="560736" y="271713"/>
                  </a:cubicBezTo>
                  <a:cubicBezTo>
                    <a:pt x="452629" y="243321"/>
                    <a:pt x="344158" y="215294"/>
                    <a:pt x="236051" y="187266"/>
                  </a:cubicBezTo>
                  <a:cubicBezTo>
                    <a:pt x="167984" y="169612"/>
                    <a:pt x="99917" y="151958"/>
                    <a:pt x="31850" y="134122"/>
                  </a:cubicBezTo>
                  <a:cubicBezTo>
                    <a:pt x="25116" y="132302"/>
                    <a:pt x="18200" y="129936"/>
                    <a:pt x="12012" y="126842"/>
                  </a:cubicBezTo>
                  <a:cubicBezTo>
                    <a:pt x="7644" y="124659"/>
                    <a:pt x="4004" y="120837"/>
                    <a:pt x="0" y="117743"/>
                  </a:cubicBezTo>
                  <a:cubicBezTo>
                    <a:pt x="182" y="117197"/>
                    <a:pt x="364" y="116651"/>
                    <a:pt x="546" y="116105"/>
                  </a:cubicBezTo>
                  <a:cubicBezTo>
                    <a:pt x="8372" y="114649"/>
                    <a:pt x="16016" y="113011"/>
                    <a:pt x="23842" y="111555"/>
                  </a:cubicBezTo>
                  <a:cubicBezTo>
                    <a:pt x="126307" y="92263"/>
                    <a:pt x="228771" y="72971"/>
                    <a:pt x="331418" y="53315"/>
                  </a:cubicBezTo>
                  <a:cubicBezTo>
                    <a:pt x="393298" y="41485"/>
                    <a:pt x="454995" y="29292"/>
                    <a:pt x="516692" y="17280"/>
                  </a:cubicBezTo>
                  <a:cubicBezTo>
                    <a:pt x="543264" y="12184"/>
                    <a:pt x="569836" y="6360"/>
                    <a:pt x="596771" y="1992"/>
                  </a:cubicBezTo>
                  <a:cubicBezTo>
                    <a:pt x="623707" y="-2376"/>
                    <a:pt x="650643" y="1082"/>
                    <a:pt x="677214" y="6178"/>
                  </a:cubicBezTo>
                  <a:cubicBezTo>
                    <a:pt x="749286" y="19828"/>
                    <a:pt x="821539" y="33660"/>
                    <a:pt x="893610" y="47491"/>
                  </a:cubicBezTo>
                  <a:cubicBezTo>
                    <a:pt x="995165" y="67147"/>
                    <a:pt x="1096902" y="86985"/>
                    <a:pt x="1198639" y="106641"/>
                  </a:cubicBezTo>
                  <a:cubicBezTo>
                    <a:pt x="1210650" y="109007"/>
                    <a:pt x="1222662" y="111191"/>
                    <a:pt x="1234674" y="113739"/>
                  </a:cubicBezTo>
                  <a:cubicBezTo>
                    <a:pt x="1242318" y="115559"/>
                    <a:pt x="1249598" y="118653"/>
                    <a:pt x="1254876" y="125751"/>
                  </a:cubicBezTo>
                  <a:close/>
                </a:path>
              </a:pathLst>
            </a:custGeom>
            <a:solidFill>
              <a:srgbClr val="000000"/>
            </a:solidFill>
            <a:ln w="1816"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xmlns="" id="{7C6579A3-0496-24CB-F771-0930363B1A36}"/>
                </a:ext>
              </a:extLst>
            </p:cNvPr>
            <p:cNvSpPr/>
            <p:nvPr/>
          </p:nvSpPr>
          <p:spPr>
            <a:xfrm>
              <a:off x="4143362" y="6353641"/>
              <a:ext cx="641285" cy="328370"/>
            </a:xfrm>
            <a:custGeom>
              <a:avLst/>
              <a:gdLst>
                <a:gd name="connsiteX0" fmla="*/ 0 w 641285"/>
                <a:gd name="connsiteY0" fmla="*/ 33347 h 328370"/>
                <a:gd name="connsiteX1" fmla="*/ 64791 w 641285"/>
                <a:gd name="connsiteY1" fmla="*/ 28979 h 328370"/>
                <a:gd name="connsiteX2" fmla="*/ 309215 w 641285"/>
                <a:gd name="connsiteY2" fmla="*/ 12235 h 328370"/>
                <a:gd name="connsiteX3" fmla="*/ 455723 w 641285"/>
                <a:gd name="connsiteY3" fmla="*/ 2407 h 328370"/>
                <a:gd name="connsiteX4" fmla="*/ 508502 w 641285"/>
                <a:gd name="connsiteY4" fmla="*/ 41 h 328370"/>
                <a:gd name="connsiteX5" fmla="*/ 618611 w 641285"/>
                <a:gd name="connsiteY5" fmla="*/ 74661 h 328370"/>
                <a:gd name="connsiteX6" fmla="*/ 640451 w 641285"/>
                <a:gd name="connsiteY6" fmla="*/ 175669 h 328370"/>
                <a:gd name="connsiteX7" fmla="*/ 628985 w 641285"/>
                <a:gd name="connsiteY7" fmla="*/ 299064 h 328370"/>
                <a:gd name="connsiteX8" fmla="*/ 624253 w 641285"/>
                <a:gd name="connsiteY8" fmla="*/ 312532 h 328370"/>
                <a:gd name="connsiteX9" fmla="*/ 599137 w 641285"/>
                <a:gd name="connsiteY9" fmla="*/ 328366 h 328370"/>
                <a:gd name="connsiteX10" fmla="*/ 562556 w 641285"/>
                <a:gd name="connsiteY10" fmla="*/ 326000 h 328370"/>
                <a:gd name="connsiteX11" fmla="*/ 457543 w 641285"/>
                <a:gd name="connsiteY11" fmla="*/ 315990 h 328370"/>
                <a:gd name="connsiteX12" fmla="*/ 226223 w 641285"/>
                <a:gd name="connsiteY12" fmla="*/ 293422 h 328370"/>
                <a:gd name="connsiteX13" fmla="*/ 45135 w 641285"/>
                <a:gd name="connsiteY13" fmla="*/ 275950 h 328370"/>
                <a:gd name="connsiteX14" fmla="*/ 36036 w 641285"/>
                <a:gd name="connsiteY14" fmla="*/ 274312 h 328370"/>
                <a:gd name="connsiteX15" fmla="*/ 23842 w 641285"/>
                <a:gd name="connsiteY15" fmla="*/ 257022 h 328370"/>
                <a:gd name="connsiteX16" fmla="*/ 910 w 641285"/>
                <a:gd name="connsiteY16" fmla="*/ 37533 h 328370"/>
                <a:gd name="connsiteX17" fmla="*/ 0 w 641285"/>
                <a:gd name="connsiteY17" fmla="*/ 33347 h 328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1285" h="328370">
                  <a:moveTo>
                    <a:pt x="0" y="33347"/>
                  </a:moveTo>
                  <a:cubicBezTo>
                    <a:pt x="22022" y="31891"/>
                    <a:pt x="43498" y="30435"/>
                    <a:pt x="64791" y="28979"/>
                  </a:cubicBezTo>
                  <a:cubicBezTo>
                    <a:pt x="146326" y="23337"/>
                    <a:pt x="227680" y="17695"/>
                    <a:pt x="309215" y="12235"/>
                  </a:cubicBezTo>
                  <a:cubicBezTo>
                    <a:pt x="357990" y="8959"/>
                    <a:pt x="406947" y="5501"/>
                    <a:pt x="455723" y="2407"/>
                  </a:cubicBezTo>
                  <a:cubicBezTo>
                    <a:pt x="473195" y="1315"/>
                    <a:pt x="490848" y="405"/>
                    <a:pt x="508502" y="41"/>
                  </a:cubicBezTo>
                  <a:cubicBezTo>
                    <a:pt x="562738" y="-1233"/>
                    <a:pt x="597499" y="26977"/>
                    <a:pt x="618611" y="74661"/>
                  </a:cubicBezTo>
                  <a:cubicBezTo>
                    <a:pt x="632807" y="106874"/>
                    <a:pt x="638267" y="140908"/>
                    <a:pt x="640451" y="175669"/>
                  </a:cubicBezTo>
                  <a:cubicBezTo>
                    <a:pt x="643181" y="217347"/>
                    <a:pt x="639177" y="258479"/>
                    <a:pt x="628985" y="299064"/>
                  </a:cubicBezTo>
                  <a:cubicBezTo>
                    <a:pt x="627893" y="303614"/>
                    <a:pt x="626255" y="308164"/>
                    <a:pt x="624253" y="312532"/>
                  </a:cubicBezTo>
                  <a:cubicBezTo>
                    <a:pt x="619339" y="323088"/>
                    <a:pt x="610603" y="328548"/>
                    <a:pt x="599137" y="328366"/>
                  </a:cubicBezTo>
                  <a:cubicBezTo>
                    <a:pt x="586943" y="328184"/>
                    <a:pt x="574750" y="327092"/>
                    <a:pt x="562556" y="326000"/>
                  </a:cubicBezTo>
                  <a:cubicBezTo>
                    <a:pt x="527430" y="322724"/>
                    <a:pt x="492487" y="319448"/>
                    <a:pt x="457543" y="315990"/>
                  </a:cubicBezTo>
                  <a:cubicBezTo>
                    <a:pt x="380376" y="308528"/>
                    <a:pt x="303391" y="300884"/>
                    <a:pt x="226223" y="293422"/>
                  </a:cubicBezTo>
                  <a:cubicBezTo>
                    <a:pt x="165800" y="287598"/>
                    <a:pt x="105559" y="281774"/>
                    <a:pt x="45135" y="275950"/>
                  </a:cubicBezTo>
                  <a:cubicBezTo>
                    <a:pt x="42042" y="275586"/>
                    <a:pt x="39130" y="275222"/>
                    <a:pt x="36036" y="274312"/>
                  </a:cubicBezTo>
                  <a:cubicBezTo>
                    <a:pt x="26026" y="271582"/>
                    <a:pt x="22932" y="267214"/>
                    <a:pt x="23842" y="257022"/>
                  </a:cubicBezTo>
                  <a:cubicBezTo>
                    <a:pt x="30394" y="182403"/>
                    <a:pt x="22932" y="109240"/>
                    <a:pt x="910" y="37533"/>
                  </a:cubicBezTo>
                  <a:cubicBezTo>
                    <a:pt x="546" y="36259"/>
                    <a:pt x="364" y="35167"/>
                    <a:pt x="0" y="33347"/>
                  </a:cubicBezTo>
                  <a:close/>
                </a:path>
              </a:pathLst>
            </a:custGeom>
            <a:solidFill>
              <a:schemeClr val="accent1"/>
            </a:solidFill>
            <a:ln w="1816"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xmlns="" id="{7DDDA5BF-4223-E99D-8991-4ECCF4C42F51}"/>
                </a:ext>
              </a:extLst>
            </p:cNvPr>
            <p:cNvSpPr/>
            <p:nvPr/>
          </p:nvSpPr>
          <p:spPr>
            <a:xfrm>
              <a:off x="3677083" y="5409841"/>
              <a:ext cx="622645" cy="405092"/>
            </a:xfrm>
            <a:custGeom>
              <a:avLst/>
              <a:gdLst>
                <a:gd name="connsiteX0" fmla="*/ 609329 w 622645"/>
                <a:gd name="connsiteY0" fmla="*/ 0 h 405092"/>
                <a:gd name="connsiteX1" fmla="*/ 622615 w 622645"/>
                <a:gd name="connsiteY1" fmla="*/ 82263 h 405092"/>
                <a:gd name="connsiteX2" fmla="*/ 535802 w 622645"/>
                <a:gd name="connsiteY2" fmla="*/ 310671 h 405092"/>
                <a:gd name="connsiteX3" fmla="*/ 366544 w 622645"/>
                <a:gd name="connsiteY3" fmla="*/ 399668 h 405092"/>
                <a:gd name="connsiteX4" fmla="*/ 186730 w 622645"/>
                <a:gd name="connsiteY4" fmla="*/ 380012 h 405092"/>
                <a:gd name="connsiteX5" fmla="*/ 46409 w 622645"/>
                <a:gd name="connsiteY5" fmla="*/ 255707 h 405092"/>
                <a:gd name="connsiteX6" fmla="*/ 0 w 622645"/>
                <a:gd name="connsiteY6" fmla="*/ 97551 h 405092"/>
                <a:gd name="connsiteX7" fmla="*/ 6734 w 622645"/>
                <a:gd name="connsiteY7" fmla="*/ 17654 h 405092"/>
                <a:gd name="connsiteX8" fmla="*/ 27482 w 622645"/>
                <a:gd name="connsiteY8" fmla="*/ 9646 h 405092"/>
                <a:gd name="connsiteX9" fmla="*/ 108107 w 622645"/>
                <a:gd name="connsiteY9" fmla="*/ 56783 h 405092"/>
                <a:gd name="connsiteX10" fmla="*/ 355988 w 622645"/>
                <a:gd name="connsiteY10" fmla="*/ 97915 h 405092"/>
                <a:gd name="connsiteX11" fmla="*/ 556550 w 622645"/>
                <a:gd name="connsiteY11" fmla="*/ 35672 h 405092"/>
                <a:gd name="connsiteX12" fmla="*/ 602959 w 622645"/>
                <a:gd name="connsiteY12" fmla="*/ 4914 h 405092"/>
                <a:gd name="connsiteX13" fmla="*/ 609329 w 622645"/>
                <a:gd name="connsiteY13" fmla="*/ 0 h 40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2645" h="405092">
                  <a:moveTo>
                    <a:pt x="609329" y="0"/>
                  </a:moveTo>
                  <a:cubicBezTo>
                    <a:pt x="617883" y="27482"/>
                    <a:pt x="622251" y="54599"/>
                    <a:pt x="622615" y="82263"/>
                  </a:cubicBezTo>
                  <a:cubicBezTo>
                    <a:pt x="623707" y="169804"/>
                    <a:pt x="595861" y="246607"/>
                    <a:pt x="535802" y="310671"/>
                  </a:cubicBezTo>
                  <a:cubicBezTo>
                    <a:pt x="489756" y="359628"/>
                    <a:pt x="432427" y="387838"/>
                    <a:pt x="366544" y="399668"/>
                  </a:cubicBezTo>
                  <a:cubicBezTo>
                    <a:pt x="304665" y="410769"/>
                    <a:pt x="244423" y="405127"/>
                    <a:pt x="186730" y="380012"/>
                  </a:cubicBezTo>
                  <a:cubicBezTo>
                    <a:pt x="126489" y="353986"/>
                    <a:pt x="80443" y="311217"/>
                    <a:pt x="46409" y="255707"/>
                  </a:cubicBezTo>
                  <a:cubicBezTo>
                    <a:pt x="16744" y="207296"/>
                    <a:pt x="0" y="154516"/>
                    <a:pt x="0" y="97551"/>
                  </a:cubicBezTo>
                  <a:cubicBezTo>
                    <a:pt x="0" y="70979"/>
                    <a:pt x="3640" y="44226"/>
                    <a:pt x="6734" y="17654"/>
                  </a:cubicBezTo>
                  <a:cubicBezTo>
                    <a:pt x="8190" y="4550"/>
                    <a:pt x="16562" y="1638"/>
                    <a:pt x="27482" y="9646"/>
                  </a:cubicBezTo>
                  <a:cubicBezTo>
                    <a:pt x="52779" y="28210"/>
                    <a:pt x="79533" y="44044"/>
                    <a:pt x="108107" y="56783"/>
                  </a:cubicBezTo>
                  <a:cubicBezTo>
                    <a:pt x="187094" y="92273"/>
                    <a:pt x="269903" y="105377"/>
                    <a:pt x="355988" y="97915"/>
                  </a:cubicBezTo>
                  <a:cubicBezTo>
                    <a:pt x="427331" y="91727"/>
                    <a:pt x="494488" y="71707"/>
                    <a:pt x="556550" y="35672"/>
                  </a:cubicBezTo>
                  <a:cubicBezTo>
                    <a:pt x="572566" y="26390"/>
                    <a:pt x="587489" y="15288"/>
                    <a:pt x="602959" y="4914"/>
                  </a:cubicBezTo>
                  <a:cubicBezTo>
                    <a:pt x="604779" y="3640"/>
                    <a:pt x="606781" y="2002"/>
                    <a:pt x="609329" y="0"/>
                  </a:cubicBezTo>
                  <a:close/>
                </a:path>
              </a:pathLst>
            </a:custGeom>
            <a:solidFill>
              <a:srgbClr val="000000"/>
            </a:solidFill>
            <a:ln w="1816"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xmlns="" id="{D9095DBD-CB8F-FA8B-C5EE-5EE5AC4768E8}"/>
                </a:ext>
              </a:extLst>
            </p:cNvPr>
            <p:cNvSpPr/>
            <p:nvPr/>
          </p:nvSpPr>
          <p:spPr>
            <a:xfrm>
              <a:off x="3662159" y="5201089"/>
              <a:ext cx="650824" cy="284358"/>
            </a:xfrm>
            <a:custGeom>
              <a:avLst/>
              <a:gdLst>
                <a:gd name="connsiteX0" fmla="*/ 0 w 650824"/>
                <a:gd name="connsiteY0" fmla="*/ 0 h 284358"/>
                <a:gd name="connsiteX1" fmla="*/ 41860 w 650824"/>
                <a:gd name="connsiteY1" fmla="*/ 11648 h 284358"/>
                <a:gd name="connsiteX2" fmla="*/ 220400 w 650824"/>
                <a:gd name="connsiteY2" fmla="*/ 61333 h 284358"/>
                <a:gd name="connsiteX3" fmla="*/ 291743 w 650824"/>
                <a:gd name="connsiteY3" fmla="*/ 80625 h 284358"/>
                <a:gd name="connsiteX4" fmla="*/ 379648 w 650824"/>
                <a:gd name="connsiteY4" fmla="*/ 76803 h 284358"/>
                <a:gd name="connsiteX5" fmla="*/ 615517 w 650824"/>
                <a:gd name="connsiteY5" fmla="*/ 13286 h 284358"/>
                <a:gd name="connsiteX6" fmla="*/ 644091 w 650824"/>
                <a:gd name="connsiteY6" fmla="*/ 6734 h 284358"/>
                <a:gd name="connsiteX7" fmla="*/ 650825 w 650824"/>
                <a:gd name="connsiteY7" fmla="*/ 5460 h 284358"/>
                <a:gd name="connsiteX8" fmla="*/ 649915 w 650824"/>
                <a:gd name="connsiteY8" fmla="*/ 25480 h 284358"/>
                <a:gd name="connsiteX9" fmla="*/ 643181 w 650824"/>
                <a:gd name="connsiteY9" fmla="*/ 133769 h 284358"/>
                <a:gd name="connsiteX10" fmla="*/ 605871 w 650824"/>
                <a:gd name="connsiteY10" fmla="*/ 197468 h 284358"/>
                <a:gd name="connsiteX11" fmla="*/ 494852 w 650824"/>
                <a:gd name="connsiteY11" fmla="*/ 255161 h 284358"/>
                <a:gd name="connsiteX12" fmla="*/ 301935 w 650824"/>
                <a:gd name="connsiteY12" fmla="*/ 283735 h 284358"/>
                <a:gd name="connsiteX13" fmla="*/ 59877 w 650824"/>
                <a:gd name="connsiteY13" fmla="*/ 206932 h 284358"/>
                <a:gd name="connsiteX14" fmla="*/ 17472 w 650824"/>
                <a:gd name="connsiteY14" fmla="*/ 156700 h 284358"/>
                <a:gd name="connsiteX15" fmla="*/ 11102 w 650824"/>
                <a:gd name="connsiteY15" fmla="*/ 123577 h 284358"/>
                <a:gd name="connsiteX16" fmla="*/ 182 w 650824"/>
                <a:gd name="connsiteY16" fmla="*/ 7098 h 284358"/>
                <a:gd name="connsiteX17" fmla="*/ 0 w 650824"/>
                <a:gd name="connsiteY17" fmla="*/ 0 h 28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0824" h="284358">
                  <a:moveTo>
                    <a:pt x="0" y="0"/>
                  </a:moveTo>
                  <a:cubicBezTo>
                    <a:pt x="14378" y="4004"/>
                    <a:pt x="28210" y="7644"/>
                    <a:pt x="41860" y="11648"/>
                  </a:cubicBezTo>
                  <a:cubicBezTo>
                    <a:pt x="101373" y="28210"/>
                    <a:pt x="160886" y="44771"/>
                    <a:pt x="220400" y="61333"/>
                  </a:cubicBezTo>
                  <a:cubicBezTo>
                    <a:pt x="244241" y="67885"/>
                    <a:pt x="268083" y="74073"/>
                    <a:pt x="291743" y="80625"/>
                  </a:cubicBezTo>
                  <a:cubicBezTo>
                    <a:pt x="321408" y="88633"/>
                    <a:pt x="350164" y="86085"/>
                    <a:pt x="379648" y="76803"/>
                  </a:cubicBezTo>
                  <a:cubicBezTo>
                    <a:pt x="457361" y="52233"/>
                    <a:pt x="536166" y="31850"/>
                    <a:pt x="615517" y="13286"/>
                  </a:cubicBezTo>
                  <a:cubicBezTo>
                    <a:pt x="624981" y="11102"/>
                    <a:pt x="634445" y="8918"/>
                    <a:pt x="644091" y="6734"/>
                  </a:cubicBezTo>
                  <a:cubicBezTo>
                    <a:pt x="646093" y="6188"/>
                    <a:pt x="648095" y="6006"/>
                    <a:pt x="650825" y="5460"/>
                  </a:cubicBezTo>
                  <a:cubicBezTo>
                    <a:pt x="650461" y="12558"/>
                    <a:pt x="650279" y="19110"/>
                    <a:pt x="649915" y="25480"/>
                  </a:cubicBezTo>
                  <a:cubicBezTo>
                    <a:pt x="647731" y="61515"/>
                    <a:pt x="646093" y="97733"/>
                    <a:pt x="643181" y="133769"/>
                  </a:cubicBezTo>
                  <a:cubicBezTo>
                    <a:pt x="640997" y="160704"/>
                    <a:pt x="627893" y="181816"/>
                    <a:pt x="605871" y="197468"/>
                  </a:cubicBezTo>
                  <a:cubicBezTo>
                    <a:pt x="571474" y="221856"/>
                    <a:pt x="534346" y="240965"/>
                    <a:pt x="494852" y="255161"/>
                  </a:cubicBezTo>
                  <a:cubicBezTo>
                    <a:pt x="432427" y="277365"/>
                    <a:pt x="368182" y="287011"/>
                    <a:pt x="301935" y="283735"/>
                  </a:cubicBezTo>
                  <a:cubicBezTo>
                    <a:pt x="214576" y="279367"/>
                    <a:pt x="133405" y="254979"/>
                    <a:pt x="59877" y="206932"/>
                  </a:cubicBezTo>
                  <a:cubicBezTo>
                    <a:pt x="40768" y="194374"/>
                    <a:pt x="24388" y="179086"/>
                    <a:pt x="17472" y="156700"/>
                  </a:cubicBezTo>
                  <a:cubicBezTo>
                    <a:pt x="14196" y="145962"/>
                    <a:pt x="12376" y="134679"/>
                    <a:pt x="11102" y="123577"/>
                  </a:cubicBezTo>
                  <a:cubicBezTo>
                    <a:pt x="7098" y="84811"/>
                    <a:pt x="3822" y="45863"/>
                    <a:pt x="182" y="7098"/>
                  </a:cubicBezTo>
                  <a:cubicBezTo>
                    <a:pt x="182" y="4732"/>
                    <a:pt x="182" y="2548"/>
                    <a:pt x="0" y="0"/>
                  </a:cubicBezTo>
                  <a:close/>
                </a:path>
              </a:pathLst>
            </a:custGeom>
            <a:solidFill>
              <a:srgbClr val="000000"/>
            </a:solidFill>
            <a:ln w="1816"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xmlns="" id="{65539EFF-B3FA-50BD-E835-97B934B4646F}"/>
                </a:ext>
              </a:extLst>
            </p:cNvPr>
            <p:cNvSpPr/>
            <p:nvPr/>
          </p:nvSpPr>
          <p:spPr>
            <a:xfrm>
              <a:off x="3881649" y="6385532"/>
              <a:ext cx="265120" cy="327131"/>
            </a:xfrm>
            <a:custGeom>
              <a:avLst/>
              <a:gdLst>
                <a:gd name="connsiteX0" fmla="*/ 5824 w 265120"/>
                <a:gd name="connsiteY0" fmla="*/ 326868 h 327131"/>
                <a:gd name="connsiteX1" fmla="*/ 0 w 265120"/>
                <a:gd name="connsiteY1" fmla="*/ 0 h 327131"/>
                <a:gd name="connsiteX2" fmla="*/ 33306 w 265120"/>
                <a:gd name="connsiteY2" fmla="*/ 0 h 327131"/>
                <a:gd name="connsiteX3" fmla="*/ 209480 w 265120"/>
                <a:gd name="connsiteY3" fmla="*/ 182 h 327131"/>
                <a:gd name="connsiteX4" fmla="*/ 239873 w 265120"/>
                <a:gd name="connsiteY4" fmla="*/ 22022 h 327131"/>
                <a:gd name="connsiteX5" fmla="*/ 258983 w 265120"/>
                <a:gd name="connsiteY5" fmla="*/ 95185 h 327131"/>
                <a:gd name="connsiteX6" fmla="*/ 250429 w 265120"/>
                <a:gd name="connsiteY6" fmla="*/ 282279 h 327131"/>
                <a:gd name="connsiteX7" fmla="*/ 240965 w 265120"/>
                <a:gd name="connsiteY7" fmla="*/ 313037 h 327131"/>
                <a:gd name="connsiteX8" fmla="*/ 220946 w 265120"/>
                <a:gd name="connsiteY8" fmla="*/ 327050 h 327131"/>
                <a:gd name="connsiteX9" fmla="*/ 181270 w 265120"/>
                <a:gd name="connsiteY9" fmla="*/ 327050 h 327131"/>
                <a:gd name="connsiteX10" fmla="*/ 13650 w 265120"/>
                <a:gd name="connsiteY10" fmla="*/ 326686 h 327131"/>
                <a:gd name="connsiteX11" fmla="*/ 5824 w 265120"/>
                <a:gd name="connsiteY11" fmla="*/ 326868 h 327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5120" h="327131">
                  <a:moveTo>
                    <a:pt x="5824" y="326868"/>
                  </a:moveTo>
                  <a:cubicBezTo>
                    <a:pt x="48411" y="217124"/>
                    <a:pt x="46955" y="108835"/>
                    <a:pt x="0" y="0"/>
                  </a:cubicBezTo>
                  <a:cubicBezTo>
                    <a:pt x="11648" y="0"/>
                    <a:pt x="22386" y="0"/>
                    <a:pt x="33306" y="0"/>
                  </a:cubicBezTo>
                  <a:cubicBezTo>
                    <a:pt x="92091" y="0"/>
                    <a:pt x="150694" y="0"/>
                    <a:pt x="209480" y="182"/>
                  </a:cubicBezTo>
                  <a:cubicBezTo>
                    <a:pt x="226223" y="182"/>
                    <a:pt x="233685" y="5642"/>
                    <a:pt x="239873" y="22022"/>
                  </a:cubicBezTo>
                  <a:cubicBezTo>
                    <a:pt x="248791" y="45681"/>
                    <a:pt x="254797" y="70251"/>
                    <a:pt x="258983" y="95185"/>
                  </a:cubicBezTo>
                  <a:cubicBezTo>
                    <a:pt x="269357" y="158156"/>
                    <a:pt x="266627" y="220581"/>
                    <a:pt x="250429" y="282279"/>
                  </a:cubicBezTo>
                  <a:cubicBezTo>
                    <a:pt x="247699" y="292653"/>
                    <a:pt x="244241" y="302845"/>
                    <a:pt x="240965" y="313037"/>
                  </a:cubicBezTo>
                  <a:cubicBezTo>
                    <a:pt x="237871" y="322682"/>
                    <a:pt x="230591" y="327050"/>
                    <a:pt x="220946" y="327050"/>
                  </a:cubicBezTo>
                  <a:cubicBezTo>
                    <a:pt x="207660" y="327232"/>
                    <a:pt x="194556" y="327050"/>
                    <a:pt x="181270" y="327050"/>
                  </a:cubicBezTo>
                  <a:cubicBezTo>
                    <a:pt x="125397" y="326868"/>
                    <a:pt x="69523" y="326868"/>
                    <a:pt x="13650" y="326686"/>
                  </a:cubicBezTo>
                  <a:cubicBezTo>
                    <a:pt x="11284" y="326868"/>
                    <a:pt x="8918" y="326868"/>
                    <a:pt x="5824" y="326868"/>
                  </a:cubicBezTo>
                  <a:close/>
                </a:path>
              </a:pathLst>
            </a:custGeom>
            <a:solidFill>
              <a:schemeClr val="accent2"/>
            </a:solidFill>
            <a:ln w="1816"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xmlns="" id="{44B75724-5245-1C7A-E3C8-DC908CB7D437}"/>
                </a:ext>
              </a:extLst>
            </p:cNvPr>
            <p:cNvSpPr/>
            <p:nvPr/>
          </p:nvSpPr>
          <p:spPr>
            <a:xfrm>
              <a:off x="3912543" y="5838078"/>
              <a:ext cx="150444" cy="427712"/>
            </a:xfrm>
            <a:custGeom>
              <a:avLst/>
              <a:gdLst>
                <a:gd name="connsiteX0" fmla="*/ 75575 w 150444"/>
                <a:gd name="connsiteY0" fmla="*/ 368 h 427712"/>
                <a:gd name="connsiteX1" fmla="*/ 103602 w 150444"/>
                <a:gd name="connsiteY1" fmla="*/ 368 h 427712"/>
                <a:gd name="connsiteX2" fmla="*/ 145098 w 150444"/>
                <a:gd name="connsiteY2" fmla="*/ 28760 h 427712"/>
                <a:gd name="connsiteX3" fmla="*/ 117434 w 150444"/>
                <a:gd name="connsiteY3" fmla="*/ 85179 h 427712"/>
                <a:gd name="connsiteX4" fmla="*/ 103056 w 150444"/>
                <a:gd name="connsiteY4" fmla="*/ 103561 h 427712"/>
                <a:gd name="connsiteX5" fmla="*/ 122530 w 150444"/>
                <a:gd name="connsiteY5" fmla="*/ 194196 h 427712"/>
                <a:gd name="connsiteX6" fmla="*/ 139638 w 150444"/>
                <a:gd name="connsiteY6" fmla="*/ 226045 h 427712"/>
                <a:gd name="connsiteX7" fmla="*/ 141822 w 150444"/>
                <a:gd name="connsiteY7" fmla="*/ 307399 h 427712"/>
                <a:gd name="connsiteX8" fmla="*/ 93956 w 150444"/>
                <a:gd name="connsiteY8" fmla="*/ 409681 h 427712"/>
                <a:gd name="connsiteX9" fmla="*/ 77941 w 150444"/>
                <a:gd name="connsiteY9" fmla="*/ 426243 h 427712"/>
                <a:gd name="connsiteX10" fmla="*/ 64291 w 150444"/>
                <a:gd name="connsiteY10" fmla="*/ 421147 h 427712"/>
                <a:gd name="connsiteX11" fmla="*/ 8599 w 150444"/>
                <a:gd name="connsiteY11" fmla="*/ 304123 h 427712"/>
                <a:gd name="connsiteX12" fmla="*/ 8599 w 150444"/>
                <a:gd name="connsiteY12" fmla="*/ 233325 h 427712"/>
                <a:gd name="connsiteX13" fmla="*/ 34261 w 150444"/>
                <a:gd name="connsiteY13" fmla="*/ 182730 h 427712"/>
                <a:gd name="connsiteX14" fmla="*/ 51005 w 150444"/>
                <a:gd name="connsiteY14" fmla="*/ 125219 h 427712"/>
                <a:gd name="connsiteX15" fmla="*/ 49549 w 150444"/>
                <a:gd name="connsiteY15" fmla="*/ 101923 h 427712"/>
                <a:gd name="connsiteX16" fmla="*/ 34079 w 150444"/>
                <a:gd name="connsiteY16" fmla="*/ 85179 h 427712"/>
                <a:gd name="connsiteX17" fmla="*/ 4231 w 150444"/>
                <a:gd name="connsiteY17" fmla="*/ 37677 h 427712"/>
                <a:gd name="connsiteX18" fmla="*/ 44999 w 150444"/>
                <a:gd name="connsiteY18" fmla="*/ 368 h 427712"/>
                <a:gd name="connsiteX19" fmla="*/ 75575 w 150444"/>
                <a:gd name="connsiteY19" fmla="*/ 368 h 427712"/>
                <a:gd name="connsiteX20" fmla="*/ 75575 w 150444"/>
                <a:gd name="connsiteY20" fmla="*/ 368 h 42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0444" h="427712">
                  <a:moveTo>
                    <a:pt x="75575" y="368"/>
                  </a:moveTo>
                  <a:cubicBezTo>
                    <a:pt x="84857" y="368"/>
                    <a:pt x="94320" y="4"/>
                    <a:pt x="103602" y="368"/>
                  </a:cubicBezTo>
                  <a:cubicBezTo>
                    <a:pt x="123076" y="1278"/>
                    <a:pt x="137636" y="10196"/>
                    <a:pt x="145098" y="28760"/>
                  </a:cubicBezTo>
                  <a:cubicBezTo>
                    <a:pt x="154380" y="51691"/>
                    <a:pt x="141458" y="77717"/>
                    <a:pt x="117434" y="85179"/>
                  </a:cubicBezTo>
                  <a:cubicBezTo>
                    <a:pt x="106696" y="88455"/>
                    <a:pt x="103966" y="92095"/>
                    <a:pt x="103056" y="103561"/>
                  </a:cubicBezTo>
                  <a:cubicBezTo>
                    <a:pt x="100690" y="135774"/>
                    <a:pt x="107060" y="165986"/>
                    <a:pt x="122530" y="194196"/>
                  </a:cubicBezTo>
                  <a:cubicBezTo>
                    <a:pt x="128354" y="204752"/>
                    <a:pt x="133996" y="215308"/>
                    <a:pt x="139638" y="226045"/>
                  </a:cubicBezTo>
                  <a:cubicBezTo>
                    <a:pt x="153470" y="252799"/>
                    <a:pt x="153834" y="280281"/>
                    <a:pt x="141822" y="307399"/>
                  </a:cubicBezTo>
                  <a:cubicBezTo>
                    <a:pt x="126534" y="341796"/>
                    <a:pt x="110154" y="375830"/>
                    <a:pt x="93956" y="409681"/>
                  </a:cubicBezTo>
                  <a:cubicBezTo>
                    <a:pt x="90499" y="416779"/>
                    <a:pt x="85585" y="422967"/>
                    <a:pt x="77941" y="426243"/>
                  </a:cubicBezTo>
                  <a:cubicBezTo>
                    <a:pt x="70843" y="429155"/>
                    <a:pt x="67567" y="427881"/>
                    <a:pt x="64291" y="421147"/>
                  </a:cubicBezTo>
                  <a:cubicBezTo>
                    <a:pt x="45727" y="382200"/>
                    <a:pt x="27345" y="343070"/>
                    <a:pt x="8599" y="304123"/>
                  </a:cubicBezTo>
                  <a:cubicBezTo>
                    <a:pt x="-2866" y="280463"/>
                    <a:pt x="-2866" y="256803"/>
                    <a:pt x="8599" y="233325"/>
                  </a:cubicBezTo>
                  <a:cubicBezTo>
                    <a:pt x="16971" y="216400"/>
                    <a:pt x="26071" y="199838"/>
                    <a:pt x="34261" y="182730"/>
                  </a:cubicBezTo>
                  <a:cubicBezTo>
                    <a:pt x="42997" y="164530"/>
                    <a:pt x="48639" y="145238"/>
                    <a:pt x="51005" y="125219"/>
                  </a:cubicBezTo>
                  <a:cubicBezTo>
                    <a:pt x="51915" y="117575"/>
                    <a:pt x="51005" y="109567"/>
                    <a:pt x="49549" y="101923"/>
                  </a:cubicBezTo>
                  <a:cubicBezTo>
                    <a:pt x="47911" y="93551"/>
                    <a:pt x="42451" y="87909"/>
                    <a:pt x="34079" y="85179"/>
                  </a:cubicBezTo>
                  <a:cubicBezTo>
                    <a:pt x="13513" y="78263"/>
                    <a:pt x="1683" y="58789"/>
                    <a:pt x="4231" y="37677"/>
                  </a:cubicBezTo>
                  <a:cubicBezTo>
                    <a:pt x="6779" y="18204"/>
                    <a:pt x="24251" y="1642"/>
                    <a:pt x="44999" y="368"/>
                  </a:cubicBezTo>
                  <a:cubicBezTo>
                    <a:pt x="55191" y="-360"/>
                    <a:pt x="65383" y="186"/>
                    <a:pt x="75575" y="368"/>
                  </a:cubicBezTo>
                  <a:cubicBezTo>
                    <a:pt x="75575" y="368"/>
                    <a:pt x="75575" y="368"/>
                    <a:pt x="75575" y="368"/>
                  </a:cubicBezTo>
                  <a:close/>
                </a:path>
              </a:pathLst>
            </a:custGeom>
            <a:solidFill>
              <a:srgbClr val="000000"/>
            </a:solidFill>
            <a:ln w="1816"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xmlns="" id="{69E63A8A-20FA-7DDB-49F2-AF828D3868EF}"/>
                </a:ext>
              </a:extLst>
            </p:cNvPr>
            <p:cNvSpPr/>
            <p:nvPr/>
          </p:nvSpPr>
          <p:spPr>
            <a:xfrm>
              <a:off x="4144618" y="6665749"/>
              <a:ext cx="593149" cy="84324"/>
            </a:xfrm>
            <a:custGeom>
              <a:avLst/>
              <a:gdLst>
                <a:gd name="connsiteX0" fmla="*/ 481403 w 593149"/>
                <a:gd name="connsiteY0" fmla="*/ 84325 h 84324"/>
                <a:gd name="connsiteX1" fmla="*/ 378574 w 593149"/>
                <a:gd name="connsiteY1" fmla="*/ 74497 h 84324"/>
                <a:gd name="connsiteX2" fmla="*/ 229336 w 593149"/>
                <a:gd name="connsiteY2" fmla="*/ 62667 h 84324"/>
                <a:gd name="connsiteX3" fmla="*/ 40604 w 593149"/>
                <a:gd name="connsiteY3" fmla="*/ 56843 h 84324"/>
                <a:gd name="connsiteX4" fmla="*/ 15306 w 593149"/>
                <a:gd name="connsiteY4" fmla="*/ 52839 h 84324"/>
                <a:gd name="connsiteX5" fmla="*/ 2748 w 593149"/>
                <a:gd name="connsiteY5" fmla="*/ 21172 h 84324"/>
                <a:gd name="connsiteX6" fmla="*/ 33142 w 593149"/>
                <a:gd name="connsiteY6" fmla="*/ 606 h 84324"/>
                <a:gd name="connsiteX7" fmla="*/ 72635 w 593149"/>
                <a:gd name="connsiteY7" fmla="*/ 970 h 84324"/>
                <a:gd name="connsiteX8" fmla="*/ 199670 w 593149"/>
                <a:gd name="connsiteY8" fmla="*/ 10980 h 84324"/>
                <a:gd name="connsiteX9" fmla="*/ 415702 w 593149"/>
                <a:gd name="connsiteY9" fmla="*/ 30817 h 84324"/>
                <a:gd name="connsiteX10" fmla="*/ 533272 w 593149"/>
                <a:gd name="connsiteY10" fmla="*/ 42829 h 84324"/>
                <a:gd name="connsiteX11" fmla="*/ 581138 w 593149"/>
                <a:gd name="connsiteY11" fmla="*/ 47925 h 84324"/>
                <a:gd name="connsiteX12" fmla="*/ 585506 w 593149"/>
                <a:gd name="connsiteY12" fmla="*/ 48835 h 84324"/>
                <a:gd name="connsiteX13" fmla="*/ 593150 w 593149"/>
                <a:gd name="connsiteY13" fmla="*/ 55205 h 84324"/>
                <a:gd name="connsiteX14" fmla="*/ 586962 w 593149"/>
                <a:gd name="connsiteY14" fmla="*/ 61029 h 84324"/>
                <a:gd name="connsiteX15" fmla="*/ 494143 w 593149"/>
                <a:gd name="connsiteY15" fmla="*/ 82869 h 84324"/>
                <a:gd name="connsiteX16" fmla="*/ 481585 w 593149"/>
                <a:gd name="connsiteY16" fmla="*/ 82869 h 84324"/>
                <a:gd name="connsiteX17" fmla="*/ 481403 w 593149"/>
                <a:gd name="connsiteY17" fmla="*/ 84325 h 84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93149" h="84324">
                  <a:moveTo>
                    <a:pt x="481403" y="84325"/>
                  </a:moveTo>
                  <a:cubicBezTo>
                    <a:pt x="447187" y="81049"/>
                    <a:pt x="412972" y="77409"/>
                    <a:pt x="378574" y="74497"/>
                  </a:cubicBezTo>
                  <a:cubicBezTo>
                    <a:pt x="328889" y="70129"/>
                    <a:pt x="279203" y="65033"/>
                    <a:pt x="229336" y="62667"/>
                  </a:cubicBezTo>
                  <a:cubicBezTo>
                    <a:pt x="166546" y="59573"/>
                    <a:pt x="103575" y="58845"/>
                    <a:pt x="40604" y="56843"/>
                  </a:cubicBezTo>
                  <a:cubicBezTo>
                    <a:pt x="32050" y="56479"/>
                    <a:pt x="23314" y="55569"/>
                    <a:pt x="15306" y="52839"/>
                  </a:cubicBezTo>
                  <a:cubicBezTo>
                    <a:pt x="1292" y="48107"/>
                    <a:pt x="-3622" y="34639"/>
                    <a:pt x="2748" y="21172"/>
                  </a:cubicBezTo>
                  <a:cubicBezTo>
                    <a:pt x="8936" y="8432"/>
                    <a:pt x="19856" y="1698"/>
                    <a:pt x="33142" y="606"/>
                  </a:cubicBezTo>
                  <a:cubicBezTo>
                    <a:pt x="46246" y="-486"/>
                    <a:pt x="59532" y="60"/>
                    <a:pt x="72635" y="970"/>
                  </a:cubicBezTo>
                  <a:cubicBezTo>
                    <a:pt x="115041" y="4064"/>
                    <a:pt x="157264" y="7340"/>
                    <a:pt x="199670" y="10980"/>
                  </a:cubicBezTo>
                  <a:cubicBezTo>
                    <a:pt x="271741" y="17350"/>
                    <a:pt x="343630" y="24084"/>
                    <a:pt x="415702" y="30817"/>
                  </a:cubicBezTo>
                  <a:cubicBezTo>
                    <a:pt x="455013" y="34457"/>
                    <a:pt x="494143" y="38825"/>
                    <a:pt x="533272" y="42829"/>
                  </a:cubicBezTo>
                  <a:cubicBezTo>
                    <a:pt x="549288" y="44467"/>
                    <a:pt x="565304" y="46287"/>
                    <a:pt x="581138" y="47925"/>
                  </a:cubicBezTo>
                  <a:cubicBezTo>
                    <a:pt x="582594" y="48107"/>
                    <a:pt x="584414" y="48107"/>
                    <a:pt x="585506" y="48835"/>
                  </a:cubicBezTo>
                  <a:cubicBezTo>
                    <a:pt x="588236" y="50655"/>
                    <a:pt x="590602" y="53021"/>
                    <a:pt x="593150" y="55205"/>
                  </a:cubicBezTo>
                  <a:cubicBezTo>
                    <a:pt x="591148" y="57207"/>
                    <a:pt x="589328" y="59755"/>
                    <a:pt x="586962" y="61029"/>
                  </a:cubicBezTo>
                  <a:cubicBezTo>
                    <a:pt x="558024" y="76863"/>
                    <a:pt x="526538" y="81959"/>
                    <a:pt x="494143" y="82869"/>
                  </a:cubicBezTo>
                  <a:cubicBezTo>
                    <a:pt x="489957" y="83051"/>
                    <a:pt x="485771" y="82869"/>
                    <a:pt x="481585" y="82869"/>
                  </a:cubicBezTo>
                  <a:cubicBezTo>
                    <a:pt x="481403" y="83415"/>
                    <a:pt x="481403" y="83779"/>
                    <a:pt x="481403" y="84325"/>
                  </a:cubicBezTo>
                  <a:close/>
                </a:path>
              </a:pathLst>
            </a:custGeom>
            <a:solidFill>
              <a:schemeClr val="accent1"/>
            </a:solidFill>
            <a:ln w="1816"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xmlns="" id="{3FD6733D-7D82-890A-1C09-E57D65A09591}"/>
                </a:ext>
              </a:extLst>
            </p:cNvPr>
            <p:cNvSpPr/>
            <p:nvPr/>
          </p:nvSpPr>
          <p:spPr>
            <a:xfrm>
              <a:off x="4422461" y="5150858"/>
              <a:ext cx="97818" cy="424494"/>
            </a:xfrm>
            <a:custGeom>
              <a:avLst/>
              <a:gdLst>
                <a:gd name="connsiteX0" fmla="*/ 97819 w 97818"/>
                <a:gd name="connsiteY0" fmla="*/ 422963 h 424494"/>
                <a:gd name="connsiteX1" fmla="*/ 49589 w 97818"/>
                <a:gd name="connsiteY1" fmla="*/ 424419 h 424494"/>
                <a:gd name="connsiteX2" fmla="*/ 15191 w 97818"/>
                <a:gd name="connsiteY2" fmla="*/ 424237 h 424494"/>
                <a:gd name="connsiteX3" fmla="*/ 86 w 97818"/>
                <a:gd name="connsiteY3" fmla="*/ 408039 h 424494"/>
                <a:gd name="connsiteX4" fmla="*/ 14281 w 97818"/>
                <a:gd name="connsiteY4" fmla="*/ 341974 h 424494"/>
                <a:gd name="connsiteX5" fmla="*/ 25747 w 97818"/>
                <a:gd name="connsiteY5" fmla="*/ 281915 h 424494"/>
                <a:gd name="connsiteX6" fmla="*/ 19377 w 97818"/>
                <a:gd name="connsiteY6" fmla="*/ 245515 h 424494"/>
                <a:gd name="connsiteX7" fmla="*/ 20105 w 97818"/>
                <a:gd name="connsiteY7" fmla="*/ 222220 h 424494"/>
                <a:gd name="connsiteX8" fmla="*/ 32117 w 97818"/>
                <a:gd name="connsiteY8" fmla="*/ 199470 h 424494"/>
                <a:gd name="connsiteX9" fmla="*/ 36849 w 97818"/>
                <a:gd name="connsiteY9" fmla="*/ 179086 h 424494"/>
                <a:gd name="connsiteX10" fmla="*/ 36303 w 97818"/>
                <a:gd name="connsiteY10" fmla="*/ 36218 h 424494"/>
                <a:gd name="connsiteX11" fmla="*/ 42127 w 97818"/>
                <a:gd name="connsiteY11" fmla="*/ 9100 h 424494"/>
                <a:gd name="connsiteX12" fmla="*/ 56141 w 97818"/>
                <a:gd name="connsiteY12" fmla="*/ 0 h 424494"/>
                <a:gd name="connsiteX13" fmla="*/ 56869 w 97818"/>
                <a:gd name="connsiteY13" fmla="*/ 5824 h 424494"/>
                <a:gd name="connsiteX14" fmla="*/ 58507 w 97818"/>
                <a:gd name="connsiteY14" fmla="*/ 153788 h 424494"/>
                <a:gd name="connsiteX15" fmla="*/ 60509 w 97818"/>
                <a:gd name="connsiteY15" fmla="*/ 189824 h 424494"/>
                <a:gd name="connsiteX16" fmla="*/ 75069 w 97818"/>
                <a:gd name="connsiteY16" fmla="*/ 216396 h 424494"/>
                <a:gd name="connsiteX17" fmla="*/ 79073 w 97818"/>
                <a:gd name="connsiteY17" fmla="*/ 232775 h 424494"/>
                <a:gd name="connsiteX18" fmla="*/ 70337 w 97818"/>
                <a:gd name="connsiteY18" fmla="*/ 256435 h 424494"/>
                <a:gd name="connsiteX19" fmla="*/ 66879 w 97818"/>
                <a:gd name="connsiteY19" fmla="*/ 298841 h 424494"/>
                <a:gd name="connsiteX20" fmla="*/ 96545 w 97818"/>
                <a:gd name="connsiteY20" fmla="*/ 418049 h 424494"/>
                <a:gd name="connsiteX21" fmla="*/ 97819 w 97818"/>
                <a:gd name="connsiteY21" fmla="*/ 422963 h 42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818" h="424494">
                  <a:moveTo>
                    <a:pt x="97819" y="422963"/>
                  </a:moveTo>
                  <a:cubicBezTo>
                    <a:pt x="81257" y="423509"/>
                    <a:pt x="65423" y="424055"/>
                    <a:pt x="49589" y="424419"/>
                  </a:cubicBezTo>
                  <a:cubicBezTo>
                    <a:pt x="38123" y="424601"/>
                    <a:pt x="26657" y="424419"/>
                    <a:pt x="15191" y="424237"/>
                  </a:cubicBezTo>
                  <a:cubicBezTo>
                    <a:pt x="3180" y="424055"/>
                    <a:pt x="-642" y="420051"/>
                    <a:pt x="86" y="408039"/>
                  </a:cubicBezTo>
                  <a:cubicBezTo>
                    <a:pt x="1724" y="385290"/>
                    <a:pt x="8275" y="363814"/>
                    <a:pt x="14281" y="341974"/>
                  </a:cubicBezTo>
                  <a:cubicBezTo>
                    <a:pt x="19741" y="322318"/>
                    <a:pt x="25383" y="302481"/>
                    <a:pt x="25747" y="281915"/>
                  </a:cubicBezTo>
                  <a:cubicBezTo>
                    <a:pt x="26111" y="269357"/>
                    <a:pt x="24473" y="256981"/>
                    <a:pt x="19377" y="245515"/>
                  </a:cubicBezTo>
                  <a:cubicBezTo>
                    <a:pt x="15919" y="237507"/>
                    <a:pt x="16283" y="229863"/>
                    <a:pt x="20105" y="222220"/>
                  </a:cubicBezTo>
                  <a:cubicBezTo>
                    <a:pt x="23927" y="214576"/>
                    <a:pt x="29023" y="207296"/>
                    <a:pt x="32117" y="199470"/>
                  </a:cubicBezTo>
                  <a:cubicBezTo>
                    <a:pt x="34665" y="193100"/>
                    <a:pt x="36849" y="186002"/>
                    <a:pt x="36849" y="179086"/>
                  </a:cubicBezTo>
                  <a:cubicBezTo>
                    <a:pt x="37031" y="131403"/>
                    <a:pt x="36667" y="83901"/>
                    <a:pt x="36303" y="36218"/>
                  </a:cubicBezTo>
                  <a:cubicBezTo>
                    <a:pt x="36303" y="26754"/>
                    <a:pt x="37395" y="17472"/>
                    <a:pt x="42127" y="9100"/>
                  </a:cubicBezTo>
                  <a:cubicBezTo>
                    <a:pt x="45039" y="3822"/>
                    <a:pt x="49225" y="364"/>
                    <a:pt x="56141" y="0"/>
                  </a:cubicBezTo>
                  <a:cubicBezTo>
                    <a:pt x="56505" y="2184"/>
                    <a:pt x="56869" y="4004"/>
                    <a:pt x="56869" y="5824"/>
                  </a:cubicBezTo>
                  <a:cubicBezTo>
                    <a:pt x="60327" y="55145"/>
                    <a:pt x="61055" y="104467"/>
                    <a:pt x="58507" y="153788"/>
                  </a:cubicBezTo>
                  <a:cubicBezTo>
                    <a:pt x="57961" y="165800"/>
                    <a:pt x="59053" y="177812"/>
                    <a:pt x="60509" y="189824"/>
                  </a:cubicBezTo>
                  <a:cubicBezTo>
                    <a:pt x="61783" y="200380"/>
                    <a:pt x="66879" y="209298"/>
                    <a:pt x="75069" y="216396"/>
                  </a:cubicBezTo>
                  <a:cubicBezTo>
                    <a:pt x="80165" y="220764"/>
                    <a:pt x="80711" y="226951"/>
                    <a:pt x="79073" y="232775"/>
                  </a:cubicBezTo>
                  <a:cubicBezTo>
                    <a:pt x="76889" y="240783"/>
                    <a:pt x="73977" y="248791"/>
                    <a:pt x="70337" y="256435"/>
                  </a:cubicBezTo>
                  <a:cubicBezTo>
                    <a:pt x="63603" y="270267"/>
                    <a:pt x="63057" y="284281"/>
                    <a:pt x="66879" y="298841"/>
                  </a:cubicBezTo>
                  <a:cubicBezTo>
                    <a:pt x="76889" y="338516"/>
                    <a:pt x="86717" y="378192"/>
                    <a:pt x="96545" y="418049"/>
                  </a:cubicBezTo>
                  <a:cubicBezTo>
                    <a:pt x="97272" y="419323"/>
                    <a:pt x="97272" y="420597"/>
                    <a:pt x="97819" y="422963"/>
                  </a:cubicBezTo>
                  <a:close/>
                </a:path>
              </a:pathLst>
            </a:custGeom>
            <a:solidFill>
              <a:srgbClr val="000000"/>
            </a:solidFill>
            <a:ln w="1816"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xmlns="" id="{14A391C5-D2BE-1B9A-0068-CBA71BE0974E}"/>
                </a:ext>
              </a:extLst>
            </p:cNvPr>
            <p:cNvSpPr/>
            <p:nvPr/>
          </p:nvSpPr>
          <p:spPr>
            <a:xfrm>
              <a:off x="3879283" y="6735769"/>
              <a:ext cx="262077" cy="122957"/>
            </a:xfrm>
            <a:custGeom>
              <a:avLst/>
              <a:gdLst>
                <a:gd name="connsiteX0" fmla="*/ 261349 w 262077"/>
                <a:gd name="connsiteY0" fmla="*/ 95476 h 122957"/>
                <a:gd name="connsiteX1" fmla="*/ 213302 w 262077"/>
                <a:gd name="connsiteY1" fmla="*/ 71088 h 122957"/>
                <a:gd name="connsiteX2" fmla="*/ 162160 w 262077"/>
                <a:gd name="connsiteY2" fmla="*/ 45244 h 122957"/>
                <a:gd name="connsiteX3" fmla="*/ 133040 w 262077"/>
                <a:gd name="connsiteY3" fmla="*/ 53252 h 122957"/>
                <a:gd name="connsiteX4" fmla="*/ 96823 w 262077"/>
                <a:gd name="connsiteY4" fmla="*/ 117862 h 122957"/>
                <a:gd name="connsiteX5" fmla="*/ 93911 w 262077"/>
                <a:gd name="connsiteY5" fmla="*/ 122958 h 122957"/>
                <a:gd name="connsiteX6" fmla="*/ 82991 w 262077"/>
                <a:gd name="connsiteY6" fmla="*/ 104758 h 122957"/>
                <a:gd name="connsiteX7" fmla="*/ 61333 w 262077"/>
                <a:gd name="connsiteY7" fmla="*/ 55618 h 122957"/>
                <a:gd name="connsiteX8" fmla="*/ 2548 w 262077"/>
                <a:gd name="connsiteY8" fmla="*/ 6843 h 122957"/>
                <a:gd name="connsiteX9" fmla="*/ 0 w 262077"/>
                <a:gd name="connsiteY9" fmla="*/ 4113 h 122957"/>
                <a:gd name="connsiteX10" fmla="*/ 36764 w 262077"/>
                <a:gd name="connsiteY10" fmla="*/ 473 h 122957"/>
                <a:gd name="connsiteX11" fmla="*/ 183636 w 262077"/>
                <a:gd name="connsiteY11" fmla="*/ 109 h 122957"/>
                <a:gd name="connsiteX12" fmla="*/ 214030 w 262077"/>
                <a:gd name="connsiteY12" fmla="*/ 1565 h 122957"/>
                <a:gd name="connsiteX13" fmla="*/ 234959 w 262077"/>
                <a:gd name="connsiteY13" fmla="*/ 13395 h 122957"/>
                <a:gd name="connsiteX14" fmla="*/ 262077 w 262077"/>
                <a:gd name="connsiteY14" fmla="*/ 88560 h 122957"/>
                <a:gd name="connsiteX15" fmla="*/ 261895 w 262077"/>
                <a:gd name="connsiteY15" fmla="*/ 93110 h 122957"/>
                <a:gd name="connsiteX16" fmla="*/ 261349 w 262077"/>
                <a:gd name="connsiteY16" fmla="*/ 95476 h 122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2077" h="122957">
                  <a:moveTo>
                    <a:pt x="261349" y="95476"/>
                  </a:moveTo>
                  <a:cubicBezTo>
                    <a:pt x="244969" y="87104"/>
                    <a:pt x="229135" y="79096"/>
                    <a:pt x="213302" y="71088"/>
                  </a:cubicBezTo>
                  <a:cubicBezTo>
                    <a:pt x="196194" y="62352"/>
                    <a:pt x="179268" y="53616"/>
                    <a:pt x="162160" y="45244"/>
                  </a:cubicBezTo>
                  <a:cubicBezTo>
                    <a:pt x="148692" y="38692"/>
                    <a:pt x="140684" y="40330"/>
                    <a:pt x="133040" y="53252"/>
                  </a:cubicBezTo>
                  <a:cubicBezTo>
                    <a:pt x="120483" y="74364"/>
                    <a:pt x="108835" y="96204"/>
                    <a:pt x="96823" y="117862"/>
                  </a:cubicBezTo>
                  <a:cubicBezTo>
                    <a:pt x="95913" y="119500"/>
                    <a:pt x="95003" y="121138"/>
                    <a:pt x="93911" y="122958"/>
                  </a:cubicBezTo>
                  <a:cubicBezTo>
                    <a:pt x="87541" y="118043"/>
                    <a:pt x="84993" y="111492"/>
                    <a:pt x="82991" y="104758"/>
                  </a:cubicBezTo>
                  <a:cubicBezTo>
                    <a:pt x="77895" y="87468"/>
                    <a:pt x="71889" y="70542"/>
                    <a:pt x="61333" y="55618"/>
                  </a:cubicBezTo>
                  <a:cubicBezTo>
                    <a:pt x="46227" y="33960"/>
                    <a:pt x="26754" y="17399"/>
                    <a:pt x="2548" y="6843"/>
                  </a:cubicBezTo>
                  <a:cubicBezTo>
                    <a:pt x="1638" y="6479"/>
                    <a:pt x="910" y="6115"/>
                    <a:pt x="0" y="4113"/>
                  </a:cubicBezTo>
                  <a:cubicBezTo>
                    <a:pt x="12194" y="2839"/>
                    <a:pt x="24570" y="473"/>
                    <a:pt x="36764" y="473"/>
                  </a:cubicBezTo>
                  <a:cubicBezTo>
                    <a:pt x="85721" y="-73"/>
                    <a:pt x="134678" y="-73"/>
                    <a:pt x="183636" y="109"/>
                  </a:cubicBezTo>
                  <a:cubicBezTo>
                    <a:pt x="193828" y="109"/>
                    <a:pt x="203838" y="655"/>
                    <a:pt x="214030" y="1565"/>
                  </a:cubicBezTo>
                  <a:cubicBezTo>
                    <a:pt x="222583" y="2293"/>
                    <a:pt x="230409" y="5933"/>
                    <a:pt x="234959" y="13395"/>
                  </a:cubicBezTo>
                  <a:cubicBezTo>
                    <a:pt x="249337" y="36508"/>
                    <a:pt x="260985" y="60532"/>
                    <a:pt x="262077" y="88560"/>
                  </a:cubicBezTo>
                  <a:cubicBezTo>
                    <a:pt x="262077" y="90016"/>
                    <a:pt x="262077" y="91654"/>
                    <a:pt x="261895" y="93110"/>
                  </a:cubicBezTo>
                  <a:cubicBezTo>
                    <a:pt x="261713" y="93474"/>
                    <a:pt x="261531" y="94020"/>
                    <a:pt x="261349" y="95476"/>
                  </a:cubicBezTo>
                  <a:close/>
                </a:path>
              </a:pathLst>
            </a:custGeom>
            <a:solidFill>
              <a:schemeClr val="accent2"/>
            </a:solidFill>
            <a:ln w="1816" cap="flat">
              <a:noFill/>
              <a:prstDash val="solid"/>
              <a:miter/>
            </a:ln>
          </p:spPr>
          <p:txBody>
            <a:bodyPr rtlCol="0" anchor="ctr"/>
            <a:lstStyle/>
            <a:p>
              <a:endParaRPr lang="en-US"/>
            </a:p>
          </p:txBody>
        </p:sp>
      </p:grpSp>
      <p:sp>
        <p:nvSpPr>
          <p:cNvPr id="35" name="Rectangle 34"/>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50" name="Rectangle 49"/>
          <p:cNvSpPr/>
          <p:nvPr/>
        </p:nvSpPr>
        <p:spPr>
          <a:xfrm>
            <a:off x="5170788"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100" dirty="0" smtClean="0">
                <a:cs typeface="B Titr" panose="00000700000000000000" pitchFamily="2" charset="-78"/>
              </a:rPr>
              <a:t>روش شناسی</a:t>
            </a:r>
            <a:endParaRPr lang="en-US" sz="2100" dirty="0">
              <a:cs typeface="B Titr" panose="00000700000000000000" pitchFamily="2" charset="-78"/>
            </a:endParaRPr>
          </a:p>
        </p:txBody>
      </p:sp>
      <p:sp>
        <p:nvSpPr>
          <p:cNvPr id="51" name="Rectangle 50"/>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9</a:t>
            </a:r>
            <a:endParaRPr lang="en-US" dirty="0">
              <a:cs typeface="B Titr" panose="00000700000000000000" pitchFamily="2" charset="-78"/>
            </a:endParaRPr>
          </a:p>
        </p:txBody>
      </p:sp>
      <p:sp>
        <p:nvSpPr>
          <p:cNvPr id="6" name="Rectangle 5"/>
          <p:cNvSpPr/>
          <p:nvPr/>
        </p:nvSpPr>
        <p:spPr>
          <a:xfrm>
            <a:off x="3363002" y="1197065"/>
            <a:ext cx="8613293" cy="2658420"/>
          </a:xfrm>
          <a:prstGeom prst="rect">
            <a:avLst/>
          </a:prstGeom>
        </p:spPr>
        <p:txBody>
          <a:bodyPr wrap="square">
            <a:spAutoFit/>
          </a:bodyPr>
          <a:lstStyle/>
          <a:p>
            <a:pPr indent="252095" algn="just" rtl="1">
              <a:lnSpc>
                <a:spcPct val="115000"/>
              </a:lnSpc>
              <a:spcBef>
                <a:spcPts val="1500"/>
              </a:spcBef>
            </a:pPr>
            <a:r>
              <a:rPr lang="fa-IR" sz="2500" b="1" dirty="0">
                <a:solidFill>
                  <a:srgbClr val="000000"/>
                </a:solidFill>
                <a:latin typeface="Times New Roman" panose="02020603050405020304" pitchFamily="18" charset="0"/>
                <a:cs typeface="B Titr" panose="00000700000000000000" pitchFamily="2" charset="-78"/>
              </a:rPr>
              <a:t>روش اجرای پژوهش</a:t>
            </a:r>
            <a:endParaRPr lang="en-US" sz="2500" b="1" dirty="0">
              <a:solidFill>
                <a:srgbClr val="000000"/>
              </a:solidFill>
              <a:latin typeface="Times New Roman" panose="02020603050405020304" pitchFamily="18" charset="0"/>
              <a:cs typeface="B Titr" panose="00000700000000000000" pitchFamily="2" charset="-78"/>
            </a:endParaRPr>
          </a:p>
          <a:p>
            <a:pPr indent="252095" algn="just" rtl="1">
              <a:lnSpc>
                <a:spcPct val="115000"/>
              </a:lnSpc>
              <a:spcAft>
                <a:spcPts val="600"/>
              </a:spcAft>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روش اجرای پژوهش حاضر بدین صورت بود که پس از دریافت معرفی نامه از واحد پـژوهش دانـشگاه پیام نور واحد ساری، و دریافت اطلاعات از تعـداد سالمندان خانه سالمندان فرشتگان شهر تهران و شناسایی جامعه و نمونه آماری که جامعه آماری پژوهش شامل سالمندان بالای ۶۰ سال ساکن خانه سالمندان فرشتگان تهران بود. نمونه گیری به روش تصادفی ساده انجام شد و افرادی که شرایط ورود به مطالعه را داشتند (رضایت برای شرکت در پژوهش، سلامت نسبی روانی و توانایی پاسخگویی به پرسشنامه ها) ۸۰ نفر نظر به جدول کرجسی و مورگان به عنوان نمونه انتخاب شدند.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3777861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4" grpId="0" animBg="1"/>
      <p:bldP spid="36" grpId="0" animBg="1"/>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xmlns="" id="{14A35DBC-EA30-F965-838A-7A402E0F3B33}"/>
              </a:ext>
            </a:extLst>
          </p:cNvPr>
          <p:cNvSpPr/>
          <p:nvPr/>
        </p:nvSpPr>
        <p:spPr>
          <a:xfrm flipH="1">
            <a:off x="-146187" y="3813044"/>
            <a:ext cx="318262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28" name="직사각형 4">
            <a:extLst>
              <a:ext uri="{FF2B5EF4-FFF2-40B4-BE49-F238E27FC236}">
                <a16:creationId xmlns:a16="http://schemas.microsoft.com/office/drawing/2014/main" xmlns="" id="{2B221E0B-0301-CB41-CB32-888DE2A86293}"/>
              </a:ext>
            </a:extLst>
          </p:cNvPr>
          <p:cNvSpPr/>
          <p:nvPr/>
        </p:nvSpPr>
        <p:spPr>
          <a:xfrm flipH="1">
            <a:off x="6558384" y="5729293"/>
            <a:ext cx="5633616"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9" name="평행 사변형 5">
            <a:extLst>
              <a:ext uri="{FF2B5EF4-FFF2-40B4-BE49-F238E27FC236}">
                <a16:creationId xmlns:a16="http://schemas.microsoft.com/office/drawing/2014/main" xmlns="" id="{C9920684-369F-1F72-75F7-CFFA1BE9C99F}"/>
              </a:ext>
            </a:extLst>
          </p:cNvPr>
          <p:cNvSpPr/>
          <p:nvPr/>
        </p:nvSpPr>
        <p:spPr>
          <a:xfrm rot="5400000" flipH="1">
            <a:off x="6113010" y="5223729"/>
            <a:ext cx="1310938" cy="420190"/>
          </a:xfrm>
          <a:prstGeom prst="parallelogram">
            <a:avLst>
              <a:gd name="adj" fmla="val 84008"/>
            </a:avLst>
          </a:prstGeom>
          <a:solidFill>
            <a:srgbClr val="898B93"/>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30" name="평행 사변형 32">
            <a:extLst>
              <a:ext uri="{FF2B5EF4-FFF2-40B4-BE49-F238E27FC236}">
                <a16:creationId xmlns:a16="http://schemas.microsoft.com/office/drawing/2014/main" xmlns="" id="{55784334-B34E-03A7-1A68-68A48AA513A6}"/>
              </a:ext>
            </a:extLst>
          </p:cNvPr>
          <p:cNvSpPr/>
          <p:nvPr/>
        </p:nvSpPr>
        <p:spPr>
          <a:xfrm>
            <a:off x="4722133" y="4778355"/>
            <a:ext cx="2278270" cy="356368"/>
          </a:xfrm>
          <a:prstGeom prst="parallelogram">
            <a:avLst>
              <a:gd name="adj" fmla="val 118955"/>
            </a:avLst>
          </a:prstGeom>
          <a:solidFill>
            <a:srgbClr val="898B93"/>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31" name="평행 사변형 33">
            <a:extLst>
              <a:ext uri="{FF2B5EF4-FFF2-40B4-BE49-F238E27FC236}">
                <a16:creationId xmlns:a16="http://schemas.microsoft.com/office/drawing/2014/main" xmlns="" id="{88749A61-1066-E4DC-9D3B-6168965A170C}"/>
              </a:ext>
            </a:extLst>
          </p:cNvPr>
          <p:cNvSpPr/>
          <p:nvPr/>
        </p:nvSpPr>
        <p:spPr>
          <a:xfrm rot="5400000" flipH="1">
            <a:off x="4305224" y="4262050"/>
            <a:ext cx="1310938" cy="420190"/>
          </a:xfrm>
          <a:prstGeom prst="parallelogram">
            <a:avLst>
              <a:gd name="adj" fmla="val 84008"/>
            </a:avLst>
          </a:prstGeom>
          <a:solidFill>
            <a:srgbClr val="5A5C62"/>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32" name="평행 사변형 34">
            <a:extLst>
              <a:ext uri="{FF2B5EF4-FFF2-40B4-BE49-F238E27FC236}">
                <a16:creationId xmlns:a16="http://schemas.microsoft.com/office/drawing/2014/main" xmlns="" id="{7DB8DD21-5456-8E9B-C542-2FD8097E4E26}"/>
              </a:ext>
            </a:extLst>
          </p:cNvPr>
          <p:cNvSpPr/>
          <p:nvPr/>
        </p:nvSpPr>
        <p:spPr>
          <a:xfrm>
            <a:off x="2892518" y="3816676"/>
            <a:ext cx="2278270" cy="356368"/>
          </a:xfrm>
          <a:prstGeom prst="parallelogram">
            <a:avLst>
              <a:gd name="adj" fmla="val 118955"/>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ko-KR" altLang="en-US" sz="2700"/>
          </a:p>
        </p:txBody>
      </p:sp>
      <p:sp>
        <p:nvSpPr>
          <p:cNvPr id="34" name="평행 사변형 36">
            <a:extLst>
              <a:ext uri="{FF2B5EF4-FFF2-40B4-BE49-F238E27FC236}">
                <a16:creationId xmlns:a16="http://schemas.microsoft.com/office/drawing/2014/main" xmlns="" id="{F647D1AB-0A23-BDF0-6504-85EBC4BD4E13}"/>
              </a:ext>
            </a:extLst>
          </p:cNvPr>
          <p:cNvSpPr/>
          <p:nvPr/>
        </p:nvSpPr>
        <p:spPr>
          <a:xfrm>
            <a:off x="2051991" y="3809567"/>
            <a:ext cx="1311011" cy="356368"/>
          </a:xfrm>
          <a:prstGeom prst="parallelogram">
            <a:avLst>
              <a:gd name="adj" fmla="val 11895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36" name="Rectangle 30">
            <a:extLst>
              <a:ext uri="{FF2B5EF4-FFF2-40B4-BE49-F238E27FC236}">
                <a16:creationId xmlns:a16="http://schemas.microsoft.com/office/drawing/2014/main" xmlns="" id="{67884906-E091-E7E6-181B-003572B89758}"/>
              </a:ext>
            </a:extLst>
          </p:cNvPr>
          <p:cNvSpPr/>
          <p:nvPr/>
        </p:nvSpPr>
        <p:spPr>
          <a:xfrm flipH="1">
            <a:off x="9781920" y="5117750"/>
            <a:ext cx="420190" cy="418962"/>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7" name="Rectangle 16">
            <a:extLst>
              <a:ext uri="{FF2B5EF4-FFF2-40B4-BE49-F238E27FC236}">
                <a16:creationId xmlns:a16="http://schemas.microsoft.com/office/drawing/2014/main" xmlns="" id="{65B43F67-FD5E-0E26-6AE0-5D2D0D80FC0B}"/>
              </a:ext>
            </a:extLst>
          </p:cNvPr>
          <p:cNvSpPr/>
          <p:nvPr/>
        </p:nvSpPr>
        <p:spPr>
          <a:xfrm rot="18900000" flipH="1">
            <a:off x="5411749" y="4194210"/>
            <a:ext cx="310712" cy="557049"/>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nvGrpSpPr>
          <p:cNvPr id="38" name="Graphic 226">
            <a:extLst>
              <a:ext uri="{FF2B5EF4-FFF2-40B4-BE49-F238E27FC236}">
                <a16:creationId xmlns:a16="http://schemas.microsoft.com/office/drawing/2014/main" xmlns="" id="{C8DD3E8B-83BC-611E-A9A5-88A2480D5C30}"/>
              </a:ext>
            </a:extLst>
          </p:cNvPr>
          <p:cNvGrpSpPr/>
          <p:nvPr/>
        </p:nvGrpSpPr>
        <p:grpSpPr>
          <a:xfrm flipH="1">
            <a:off x="1533502" y="1368373"/>
            <a:ext cx="1245471" cy="1470111"/>
            <a:chOff x="3190967" y="4976140"/>
            <a:chExt cx="1594302" cy="1881859"/>
          </a:xfrm>
        </p:grpSpPr>
        <p:sp>
          <p:nvSpPr>
            <p:cNvPr id="39" name="Freeform: Shape 38">
              <a:extLst>
                <a:ext uri="{FF2B5EF4-FFF2-40B4-BE49-F238E27FC236}">
                  <a16:creationId xmlns:a16="http://schemas.microsoft.com/office/drawing/2014/main" xmlns="" id="{68E9D2A1-E92A-DD20-B403-CBE471D502B1}"/>
                </a:ext>
              </a:extLst>
            </p:cNvPr>
            <p:cNvSpPr/>
            <p:nvPr/>
          </p:nvSpPr>
          <p:spPr>
            <a:xfrm>
              <a:off x="3412046" y="5909633"/>
              <a:ext cx="1154075" cy="444412"/>
            </a:xfrm>
            <a:custGeom>
              <a:avLst/>
              <a:gdLst>
                <a:gd name="connsiteX0" fmla="*/ 582806 w 1154075"/>
                <a:gd name="connsiteY0" fmla="*/ 444413 h 444412"/>
                <a:gd name="connsiteX1" fmla="*/ 321275 w 1154075"/>
                <a:gd name="connsiteY1" fmla="*/ 437861 h 444412"/>
                <a:gd name="connsiteX2" fmla="*/ 135091 w 1154075"/>
                <a:gd name="connsiteY2" fmla="*/ 427669 h 444412"/>
                <a:gd name="connsiteX3" fmla="*/ 24618 w 1154075"/>
                <a:gd name="connsiteY3" fmla="*/ 418933 h 444412"/>
                <a:gd name="connsiteX4" fmla="*/ 48 w 1154075"/>
                <a:gd name="connsiteY4" fmla="*/ 391816 h 444412"/>
                <a:gd name="connsiteX5" fmla="*/ 15336 w 1154075"/>
                <a:gd name="connsiteY5" fmla="*/ 305003 h 444412"/>
                <a:gd name="connsiteX6" fmla="*/ 131633 w 1154075"/>
                <a:gd name="connsiteY6" fmla="*/ 106625 h 444412"/>
                <a:gd name="connsiteX7" fmla="*/ 266129 w 1154075"/>
                <a:gd name="connsiteY7" fmla="*/ 13260 h 444412"/>
                <a:gd name="connsiteX8" fmla="*/ 331649 w 1154075"/>
                <a:gd name="connsiteY8" fmla="*/ 3068 h 444412"/>
                <a:gd name="connsiteX9" fmla="*/ 374782 w 1154075"/>
                <a:gd name="connsiteY9" fmla="*/ 33098 h 444412"/>
                <a:gd name="connsiteX10" fmla="*/ 546224 w 1154075"/>
                <a:gd name="connsiteY10" fmla="*/ 364334 h 444412"/>
                <a:gd name="connsiteX11" fmla="*/ 573524 w 1154075"/>
                <a:gd name="connsiteY11" fmla="*/ 391998 h 444412"/>
                <a:gd name="connsiteX12" fmla="*/ 596092 w 1154075"/>
                <a:gd name="connsiteY12" fmla="*/ 384172 h 444412"/>
                <a:gd name="connsiteX13" fmla="*/ 773540 w 1154075"/>
                <a:gd name="connsiteY13" fmla="*/ 43835 h 444412"/>
                <a:gd name="connsiteX14" fmla="*/ 801385 w 1154075"/>
                <a:gd name="connsiteY14" fmla="*/ 9438 h 444412"/>
                <a:gd name="connsiteX15" fmla="*/ 852345 w 1154075"/>
                <a:gd name="connsiteY15" fmla="*/ 1612 h 444412"/>
                <a:gd name="connsiteX16" fmla="*/ 914588 w 1154075"/>
                <a:gd name="connsiteY16" fmla="*/ 26182 h 444412"/>
                <a:gd name="connsiteX17" fmla="*/ 1136444 w 1154075"/>
                <a:gd name="connsiteY17" fmla="*/ 298451 h 444412"/>
                <a:gd name="connsiteX18" fmla="*/ 1153915 w 1154075"/>
                <a:gd name="connsiteY18" fmla="*/ 391270 h 444412"/>
                <a:gd name="connsiteX19" fmla="*/ 1130984 w 1154075"/>
                <a:gd name="connsiteY19" fmla="*/ 418751 h 444412"/>
                <a:gd name="connsiteX20" fmla="*/ 1064736 w 1154075"/>
                <a:gd name="connsiteY20" fmla="*/ 424393 h 444412"/>
                <a:gd name="connsiteX21" fmla="*/ 844701 w 1154075"/>
                <a:gd name="connsiteY21" fmla="*/ 437133 h 444412"/>
                <a:gd name="connsiteX22" fmla="*/ 582806 w 1154075"/>
                <a:gd name="connsiteY22" fmla="*/ 444413 h 444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54075" h="444412">
                  <a:moveTo>
                    <a:pt x="582806" y="444413"/>
                  </a:moveTo>
                  <a:cubicBezTo>
                    <a:pt x="491807" y="442229"/>
                    <a:pt x="406450" y="440955"/>
                    <a:pt x="321275" y="437861"/>
                  </a:cubicBezTo>
                  <a:cubicBezTo>
                    <a:pt x="259213" y="435677"/>
                    <a:pt x="197152" y="431491"/>
                    <a:pt x="135091" y="427669"/>
                  </a:cubicBezTo>
                  <a:cubicBezTo>
                    <a:pt x="98327" y="425303"/>
                    <a:pt x="61382" y="422027"/>
                    <a:pt x="24618" y="418933"/>
                  </a:cubicBezTo>
                  <a:cubicBezTo>
                    <a:pt x="6782" y="417477"/>
                    <a:pt x="-680" y="409651"/>
                    <a:pt x="48" y="391816"/>
                  </a:cubicBezTo>
                  <a:cubicBezTo>
                    <a:pt x="1140" y="362150"/>
                    <a:pt x="6964" y="333394"/>
                    <a:pt x="15336" y="305003"/>
                  </a:cubicBezTo>
                  <a:cubicBezTo>
                    <a:pt x="37358" y="229109"/>
                    <a:pt x="76305" y="162862"/>
                    <a:pt x="131633" y="106625"/>
                  </a:cubicBezTo>
                  <a:cubicBezTo>
                    <a:pt x="170580" y="67131"/>
                    <a:pt x="214806" y="34917"/>
                    <a:pt x="266129" y="13260"/>
                  </a:cubicBezTo>
                  <a:cubicBezTo>
                    <a:pt x="286877" y="4524"/>
                    <a:pt x="308899" y="-26"/>
                    <a:pt x="331649" y="3068"/>
                  </a:cubicBezTo>
                  <a:cubicBezTo>
                    <a:pt x="351122" y="5616"/>
                    <a:pt x="365500" y="15080"/>
                    <a:pt x="374782" y="33098"/>
                  </a:cubicBezTo>
                  <a:cubicBezTo>
                    <a:pt x="431748" y="143570"/>
                    <a:pt x="489077" y="253861"/>
                    <a:pt x="546224" y="364334"/>
                  </a:cubicBezTo>
                  <a:cubicBezTo>
                    <a:pt x="552412" y="376346"/>
                    <a:pt x="560966" y="386174"/>
                    <a:pt x="573524" y="391998"/>
                  </a:cubicBezTo>
                  <a:cubicBezTo>
                    <a:pt x="584262" y="396912"/>
                    <a:pt x="590814" y="394546"/>
                    <a:pt x="596092" y="384172"/>
                  </a:cubicBezTo>
                  <a:cubicBezTo>
                    <a:pt x="655241" y="270787"/>
                    <a:pt x="714390" y="157220"/>
                    <a:pt x="773540" y="43835"/>
                  </a:cubicBezTo>
                  <a:cubicBezTo>
                    <a:pt x="780456" y="30550"/>
                    <a:pt x="788463" y="17810"/>
                    <a:pt x="801385" y="9438"/>
                  </a:cubicBezTo>
                  <a:cubicBezTo>
                    <a:pt x="817219" y="-754"/>
                    <a:pt x="834509" y="-1482"/>
                    <a:pt x="852345" y="1612"/>
                  </a:cubicBezTo>
                  <a:cubicBezTo>
                    <a:pt x="874730" y="5616"/>
                    <a:pt x="894932" y="15262"/>
                    <a:pt x="914588" y="26182"/>
                  </a:cubicBezTo>
                  <a:cubicBezTo>
                    <a:pt x="1025061" y="86969"/>
                    <a:pt x="1098224" y="178696"/>
                    <a:pt x="1136444" y="298451"/>
                  </a:cubicBezTo>
                  <a:cubicBezTo>
                    <a:pt x="1146089" y="328662"/>
                    <a:pt x="1151549" y="359602"/>
                    <a:pt x="1153915" y="391270"/>
                  </a:cubicBezTo>
                  <a:cubicBezTo>
                    <a:pt x="1155189" y="408923"/>
                    <a:pt x="1149001" y="416749"/>
                    <a:pt x="1130984" y="418751"/>
                  </a:cubicBezTo>
                  <a:cubicBezTo>
                    <a:pt x="1108962" y="421117"/>
                    <a:pt x="1086758" y="422937"/>
                    <a:pt x="1064736" y="424393"/>
                  </a:cubicBezTo>
                  <a:cubicBezTo>
                    <a:pt x="991391" y="428943"/>
                    <a:pt x="918046" y="434221"/>
                    <a:pt x="844701" y="437133"/>
                  </a:cubicBezTo>
                  <a:cubicBezTo>
                    <a:pt x="755522" y="440591"/>
                    <a:pt x="666343" y="442229"/>
                    <a:pt x="582806" y="444413"/>
                  </a:cubicBezTo>
                  <a:close/>
                </a:path>
              </a:pathLst>
            </a:custGeom>
            <a:solidFill>
              <a:srgbClr val="000000"/>
            </a:solidFill>
            <a:ln w="1816"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xmlns="" id="{3FDAF073-E316-1E3A-DA54-FBD8023FEDD5}"/>
                </a:ext>
              </a:extLst>
            </p:cNvPr>
            <p:cNvSpPr/>
            <p:nvPr/>
          </p:nvSpPr>
          <p:spPr>
            <a:xfrm>
              <a:off x="3190823" y="6353425"/>
              <a:ext cx="703986" cy="396758"/>
            </a:xfrm>
            <a:custGeom>
              <a:avLst/>
              <a:gdLst>
                <a:gd name="connsiteX0" fmla="*/ 680998 w 703986"/>
                <a:gd name="connsiteY0" fmla="*/ 303284 h 396758"/>
                <a:gd name="connsiteX1" fmla="*/ 679724 w 703986"/>
                <a:gd name="connsiteY1" fmla="*/ 328763 h 396758"/>
                <a:gd name="connsiteX2" fmla="*/ 632222 w 703986"/>
                <a:gd name="connsiteY2" fmla="*/ 367529 h 396758"/>
                <a:gd name="connsiteX3" fmla="*/ 576895 w 703986"/>
                <a:gd name="connsiteY3" fmla="*/ 371351 h 396758"/>
                <a:gd name="connsiteX4" fmla="*/ 417464 w 703986"/>
                <a:gd name="connsiteY4" fmla="*/ 373717 h 396758"/>
                <a:gd name="connsiteX5" fmla="*/ 214173 w 703986"/>
                <a:gd name="connsiteY5" fmla="*/ 393191 h 396758"/>
                <a:gd name="connsiteX6" fmla="*/ 127724 w 703986"/>
                <a:gd name="connsiteY6" fmla="*/ 394283 h 396758"/>
                <a:gd name="connsiteX7" fmla="*/ 17069 w 703986"/>
                <a:gd name="connsiteY7" fmla="*/ 305104 h 396758"/>
                <a:gd name="connsiteX8" fmla="*/ 143 w 703986"/>
                <a:gd name="connsiteY8" fmla="*/ 208463 h 396758"/>
                <a:gd name="connsiteX9" fmla="*/ 14339 w 703986"/>
                <a:gd name="connsiteY9" fmla="*/ 97444 h 396758"/>
                <a:gd name="connsiteX10" fmla="*/ 59293 w 703986"/>
                <a:gd name="connsiteY10" fmla="*/ 26647 h 396758"/>
                <a:gd name="connsiteX11" fmla="*/ 143922 w 703986"/>
                <a:gd name="connsiteY11" fmla="*/ 75 h 396758"/>
                <a:gd name="connsiteX12" fmla="*/ 238924 w 703986"/>
                <a:gd name="connsiteY12" fmla="*/ 5353 h 396758"/>
                <a:gd name="connsiteX13" fmla="*/ 380883 w 703986"/>
                <a:gd name="connsiteY13" fmla="*/ 15181 h 396758"/>
                <a:gd name="connsiteX14" fmla="*/ 618936 w 703986"/>
                <a:gd name="connsiteY14" fmla="*/ 31925 h 396758"/>
                <a:gd name="connsiteX15" fmla="*/ 638410 w 703986"/>
                <a:gd name="connsiteY15" fmla="*/ 33199 h 396758"/>
                <a:gd name="connsiteX16" fmla="*/ 672990 w 703986"/>
                <a:gd name="connsiteY16" fmla="*/ 57768 h 396758"/>
                <a:gd name="connsiteX17" fmla="*/ 693555 w 703986"/>
                <a:gd name="connsiteY17" fmla="*/ 121468 h 396758"/>
                <a:gd name="connsiteX18" fmla="*/ 703201 w 703986"/>
                <a:gd name="connsiteY18" fmla="*/ 231395 h 396758"/>
                <a:gd name="connsiteX19" fmla="*/ 703201 w 703986"/>
                <a:gd name="connsiteY19" fmla="*/ 233032 h 396758"/>
                <a:gd name="connsiteX20" fmla="*/ 668258 w 703986"/>
                <a:gd name="connsiteY20" fmla="*/ 269978 h 396758"/>
                <a:gd name="connsiteX21" fmla="*/ 539221 w 703986"/>
                <a:gd name="connsiteY21" fmla="*/ 282172 h 396758"/>
                <a:gd name="connsiteX22" fmla="*/ 348487 w 703986"/>
                <a:gd name="connsiteY22" fmla="*/ 300190 h 396758"/>
                <a:gd name="connsiteX23" fmla="*/ 183415 w 703986"/>
                <a:gd name="connsiteY23" fmla="*/ 315296 h 396758"/>
                <a:gd name="connsiteX24" fmla="*/ 127542 w 703986"/>
                <a:gd name="connsiteY24" fmla="*/ 308016 h 396758"/>
                <a:gd name="connsiteX25" fmla="*/ 82224 w 703986"/>
                <a:gd name="connsiteY25" fmla="*/ 244680 h 396758"/>
                <a:gd name="connsiteX26" fmla="*/ 84590 w 703986"/>
                <a:gd name="connsiteY26" fmla="*/ 182983 h 396758"/>
                <a:gd name="connsiteX27" fmla="*/ 92780 w 703986"/>
                <a:gd name="connsiteY27" fmla="*/ 140213 h 396758"/>
                <a:gd name="connsiteX28" fmla="*/ 93872 w 703986"/>
                <a:gd name="connsiteY28" fmla="*/ 136574 h 396758"/>
                <a:gd name="connsiteX29" fmla="*/ 114256 w 703986"/>
                <a:gd name="connsiteY29" fmla="*/ 139486 h 396758"/>
                <a:gd name="connsiteX30" fmla="*/ 116804 w 703986"/>
                <a:gd name="connsiteY30" fmla="*/ 144217 h 396758"/>
                <a:gd name="connsiteX31" fmla="*/ 126086 w 703986"/>
                <a:gd name="connsiteY31" fmla="*/ 186077 h 396758"/>
                <a:gd name="connsiteX32" fmla="*/ 136460 w 703986"/>
                <a:gd name="connsiteY32" fmla="*/ 204277 h 396758"/>
                <a:gd name="connsiteX33" fmla="*/ 193425 w 703986"/>
                <a:gd name="connsiteY33" fmla="*/ 207371 h 396758"/>
                <a:gd name="connsiteX34" fmla="*/ 216357 w 703986"/>
                <a:gd name="connsiteY34" fmla="*/ 152043 h 396758"/>
                <a:gd name="connsiteX35" fmla="*/ 192697 w 703986"/>
                <a:gd name="connsiteY35" fmla="*/ 83430 h 396758"/>
                <a:gd name="connsiteX36" fmla="*/ 90778 w 703986"/>
                <a:gd name="connsiteY36" fmla="*/ 75240 h 396758"/>
                <a:gd name="connsiteX37" fmla="*/ 52559 w 703986"/>
                <a:gd name="connsiteY37" fmla="*/ 137484 h 396758"/>
                <a:gd name="connsiteX38" fmla="*/ 49101 w 703986"/>
                <a:gd name="connsiteY38" fmla="*/ 258512 h 396758"/>
                <a:gd name="connsiteX39" fmla="*/ 127360 w 703986"/>
                <a:gd name="connsiteY39" fmla="*/ 344415 h 396758"/>
                <a:gd name="connsiteX40" fmla="*/ 183051 w 703986"/>
                <a:gd name="connsiteY40" fmla="*/ 347327 h 396758"/>
                <a:gd name="connsiteX41" fmla="*/ 266406 w 703986"/>
                <a:gd name="connsiteY41" fmla="*/ 339683 h 396758"/>
                <a:gd name="connsiteX42" fmla="*/ 431478 w 703986"/>
                <a:gd name="connsiteY42" fmla="*/ 324759 h 396758"/>
                <a:gd name="connsiteX43" fmla="*/ 625852 w 703986"/>
                <a:gd name="connsiteY43" fmla="*/ 307288 h 396758"/>
                <a:gd name="connsiteX44" fmla="*/ 670988 w 703986"/>
                <a:gd name="connsiteY44" fmla="*/ 303102 h 396758"/>
                <a:gd name="connsiteX45" fmla="*/ 680998 w 703986"/>
                <a:gd name="connsiteY45" fmla="*/ 303284 h 396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703986" h="396758">
                  <a:moveTo>
                    <a:pt x="680998" y="303284"/>
                  </a:moveTo>
                  <a:cubicBezTo>
                    <a:pt x="683910" y="312202"/>
                    <a:pt x="683000" y="320755"/>
                    <a:pt x="679724" y="328763"/>
                  </a:cubicBezTo>
                  <a:cubicBezTo>
                    <a:pt x="670988" y="350057"/>
                    <a:pt x="653880" y="361887"/>
                    <a:pt x="632222" y="367529"/>
                  </a:cubicBezTo>
                  <a:cubicBezTo>
                    <a:pt x="614022" y="372261"/>
                    <a:pt x="595459" y="371169"/>
                    <a:pt x="576895" y="371351"/>
                  </a:cubicBezTo>
                  <a:cubicBezTo>
                    <a:pt x="523751" y="371897"/>
                    <a:pt x="470608" y="371715"/>
                    <a:pt x="417464" y="373717"/>
                  </a:cubicBezTo>
                  <a:cubicBezTo>
                    <a:pt x="349397" y="376265"/>
                    <a:pt x="281694" y="384455"/>
                    <a:pt x="214173" y="393191"/>
                  </a:cubicBezTo>
                  <a:cubicBezTo>
                    <a:pt x="185417" y="396831"/>
                    <a:pt x="156661" y="398469"/>
                    <a:pt x="127724" y="394283"/>
                  </a:cubicBezTo>
                  <a:cubicBezTo>
                    <a:pt x="73124" y="386457"/>
                    <a:pt x="36907" y="356063"/>
                    <a:pt x="17069" y="305104"/>
                  </a:cubicBezTo>
                  <a:cubicBezTo>
                    <a:pt x="5057" y="273982"/>
                    <a:pt x="871" y="241404"/>
                    <a:pt x="143" y="208463"/>
                  </a:cubicBezTo>
                  <a:cubicBezTo>
                    <a:pt x="-767" y="170789"/>
                    <a:pt x="2509" y="133480"/>
                    <a:pt x="14339" y="97444"/>
                  </a:cubicBezTo>
                  <a:cubicBezTo>
                    <a:pt x="23257" y="70144"/>
                    <a:pt x="36725" y="45393"/>
                    <a:pt x="59293" y="26647"/>
                  </a:cubicBezTo>
                  <a:cubicBezTo>
                    <a:pt x="83862" y="6445"/>
                    <a:pt x="112982" y="-835"/>
                    <a:pt x="143922" y="75"/>
                  </a:cubicBezTo>
                  <a:cubicBezTo>
                    <a:pt x="175589" y="803"/>
                    <a:pt x="207257" y="3351"/>
                    <a:pt x="238924" y="5353"/>
                  </a:cubicBezTo>
                  <a:cubicBezTo>
                    <a:pt x="286244" y="8447"/>
                    <a:pt x="333563" y="11905"/>
                    <a:pt x="380883" y="15181"/>
                  </a:cubicBezTo>
                  <a:cubicBezTo>
                    <a:pt x="460234" y="20823"/>
                    <a:pt x="539585" y="26465"/>
                    <a:pt x="618936" y="31925"/>
                  </a:cubicBezTo>
                  <a:cubicBezTo>
                    <a:pt x="625488" y="32471"/>
                    <a:pt x="631858" y="33017"/>
                    <a:pt x="638410" y="33199"/>
                  </a:cubicBezTo>
                  <a:cubicBezTo>
                    <a:pt x="655336" y="33745"/>
                    <a:pt x="667348" y="41753"/>
                    <a:pt x="672990" y="57768"/>
                  </a:cubicBezTo>
                  <a:cubicBezTo>
                    <a:pt x="680270" y="78880"/>
                    <a:pt x="688095" y="99992"/>
                    <a:pt x="693555" y="121468"/>
                  </a:cubicBezTo>
                  <a:cubicBezTo>
                    <a:pt x="702655" y="157503"/>
                    <a:pt x="705567" y="194267"/>
                    <a:pt x="703201" y="231395"/>
                  </a:cubicBezTo>
                  <a:cubicBezTo>
                    <a:pt x="703201" y="231941"/>
                    <a:pt x="703201" y="232486"/>
                    <a:pt x="703201" y="233032"/>
                  </a:cubicBezTo>
                  <a:cubicBezTo>
                    <a:pt x="701927" y="257602"/>
                    <a:pt x="692645" y="267612"/>
                    <a:pt x="668258" y="269978"/>
                  </a:cubicBezTo>
                  <a:cubicBezTo>
                    <a:pt x="625306" y="274164"/>
                    <a:pt x="582173" y="278168"/>
                    <a:pt x="539221" y="282172"/>
                  </a:cubicBezTo>
                  <a:cubicBezTo>
                    <a:pt x="475704" y="288178"/>
                    <a:pt x="412005" y="294366"/>
                    <a:pt x="348487" y="300190"/>
                  </a:cubicBezTo>
                  <a:cubicBezTo>
                    <a:pt x="293524" y="305286"/>
                    <a:pt x="238378" y="310382"/>
                    <a:pt x="183415" y="315296"/>
                  </a:cubicBezTo>
                  <a:cubicBezTo>
                    <a:pt x="164487" y="316934"/>
                    <a:pt x="145378" y="315660"/>
                    <a:pt x="127542" y="308016"/>
                  </a:cubicBezTo>
                  <a:cubicBezTo>
                    <a:pt x="99696" y="296186"/>
                    <a:pt x="87138" y="273072"/>
                    <a:pt x="82224" y="244680"/>
                  </a:cubicBezTo>
                  <a:cubicBezTo>
                    <a:pt x="78584" y="223933"/>
                    <a:pt x="80950" y="203549"/>
                    <a:pt x="84590" y="182983"/>
                  </a:cubicBezTo>
                  <a:cubicBezTo>
                    <a:pt x="87138" y="168605"/>
                    <a:pt x="90050" y="154409"/>
                    <a:pt x="92780" y="140213"/>
                  </a:cubicBezTo>
                  <a:cubicBezTo>
                    <a:pt x="92962" y="139122"/>
                    <a:pt x="93508" y="138029"/>
                    <a:pt x="93872" y="136574"/>
                  </a:cubicBezTo>
                  <a:cubicBezTo>
                    <a:pt x="100788" y="137484"/>
                    <a:pt x="107522" y="138212"/>
                    <a:pt x="114256" y="139486"/>
                  </a:cubicBezTo>
                  <a:cubicBezTo>
                    <a:pt x="115348" y="139668"/>
                    <a:pt x="116440" y="142397"/>
                    <a:pt x="116804" y="144217"/>
                  </a:cubicBezTo>
                  <a:cubicBezTo>
                    <a:pt x="119898" y="158231"/>
                    <a:pt x="122082" y="172427"/>
                    <a:pt x="126086" y="186077"/>
                  </a:cubicBezTo>
                  <a:cubicBezTo>
                    <a:pt x="127906" y="192629"/>
                    <a:pt x="132092" y="198999"/>
                    <a:pt x="136460" y="204277"/>
                  </a:cubicBezTo>
                  <a:cubicBezTo>
                    <a:pt x="151747" y="223023"/>
                    <a:pt x="176135" y="224297"/>
                    <a:pt x="193425" y="207371"/>
                  </a:cubicBezTo>
                  <a:cubicBezTo>
                    <a:pt x="208895" y="192265"/>
                    <a:pt x="215993" y="173337"/>
                    <a:pt x="216357" y="152043"/>
                  </a:cubicBezTo>
                  <a:cubicBezTo>
                    <a:pt x="216721" y="126564"/>
                    <a:pt x="208895" y="103450"/>
                    <a:pt x="192697" y="83430"/>
                  </a:cubicBezTo>
                  <a:cubicBezTo>
                    <a:pt x="165943" y="50307"/>
                    <a:pt x="122628" y="46849"/>
                    <a:pt x="90778" y="75240"/>
                  </a:cubicBezTo>
                  <a:cubicBezTo>
                    <a:pt x="71850" y="92166"/>
                    <a:pt x="59839" y="113642"/>
                    <a:pt x="52559" y="137484"/>
                  </a:cubicBezTo>
                  <a:cubicBezTo>
                    <a:pt x="40365" y="177341"/>
                    <a:pt x="37271" y="218109"/>
                    <a:pt x="49101" y="258512"/>
                  </a:cubicBezTo>
                  <a:cubicBezTo>
                    <a:pt x="61113" y="299462"/>
                    <a:pt x="85682" y="330037"/>
                    <a:pt x="127360" y="344415"/>
                  </a:cubicBezTo>
                  <a:cubicBezTo>
                    <a:pt x="145560" y="350785"/>
                    <a:pt x="164305" y="348965"/>
                    <a:pt x="183051" y="347327"/>
                  </a:cubicBezTo>
                  <a:cubicBezTo>
                    <a:pt x="210897" y="344961"/>
                    <a:pt x="238743" y="342231"/>
                    <a:pt x="266406" y="339683"/>
                  </a:cubicBezTo>
                  <a:cubicBezTo>
                    <a:pt x="321370" y="334769"/>
                    <a:pt x="376515" y="329673"/>
                    <a:pt x="431478" y="324759"/>
                  </a:cubicBezTo>
                  <a:cubicBezTo>
                    <a:pt x="496270" y="318936"/>
                    <a:pt x="561061" y="313112"/>
                    <a:pt x="625852" y="307288"/>
                  </a:cubicBezTo>
                  <a:cubicBezTo>
                    <a:pt x="640958" y="306014"/>
                    <a:pt x="655882" y="304376"/>
                    <a:pt x="670988" y="303102"/>
                  </a:cubicBezTo>
                  <a:cubicBezTo>
                    <a:pt x="674446" y="303648"/>
                    <a:pt x="677540" y="303466"/>
                    <a:pt x="680998" y="303284"/>
                  </a:cubicBezTo>
                  <a:close/>
                </a:path>
              </a:pathLst>
            </a:custGeom>
            <a:solidFill>
              <a:schemeClr val="accent1"/>
            </a:solidFill>
            <a:ln w="1816"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xmlns="" id="{5BCDAC16-29E0-5042-A978-D694DD6945F4}"/>
                </a:ext>
              </a:extLst>
            </p:cNvPr>
            <p:cNvSpPr/>
            <p:nvPr/>
          </p:nvSpPr>
          <p:spPr>
            <a:xfrm>
              <a:off x="3362591" y="4975968"/>
              <a:ext cx="1254875" cy="280289"/>
            </a:xfrm>
            <a:custGeom>
              <a:avLst/>
              <a:gdLst>
                <a:gd name="connsiteX0" fmla="*/ 1254876 w 1254875"/>
                <a:gd name="connsiteY0" fmla="*/ 125751 h 280289"/>
                <a:gd name="connsiteX1" fmla="*/ 1202096 w 1254875"/>
                <a:gd name="connsiteY1" fmla="*/ 139582 h 280289"/>
                <a:gd name="connsiteX2" fmla="*/ 1042666 w 1254875"/>
                <a:gd name="connsiteY2" fmla="*/ 180714 h 280289"/>
                <a:gd name="connsiteX3" fmla="*/ 831003 w 1254875"/>
                <a:gd name="connsiteY3" fmla="*/ 235313 h 280289"/>
                <a:gd name="connsiteX4" fmla="*/ 691046 w 1254875"/>
                <a:gd name="connsiteY4" fmla="*/ 271531 h 280289"/>
                <a:gd name="connsiteX5" fmla="*/ 560736 w 1254875"/>
                <a:gd name="connsiteY5" fmla="*/ 271713 h 280289"/>
                <a:gd name="connsiteX6" fmla="*/ 236051 w 1254875"/>
                <a:gd name="connsiteY6" fmla="*/ 187266 h 280289"/>
                <a:gd name="connsiteX7" fmla="*/ 31850 w 1254875"/>
                <a:gd name="connsiteY7" fmla="*/ 134122 h 280289"/>
                <a:gd name="connsiteX8" fmla="*/ 12012 w 1254875"/>
                <a:gd name="connsiteY8" fmla="*/ 126842 h 280289"/>
                <a:gd name="connsiteX9" fmla="*/ 0 w 1254875"/>
                <a:gd name="connsiteY9" fmla="*/ 117743 h 280289"/>
                <a:gd name="connsiteX10" fmla="*/ 546 w 1254875"/>
                <a:gd name="connsiteY10" fmla="*/ 116105 h 280289"/>
                <a:gd name="connsiteX11" fmla="*/ 23842 w 1254875"/>
                <a:gd name="connsiteY11" fmla="*/ 111555 h 280289"/>
                <a:gd name="connsiteX12" fmla="*/ 331418 w 1254875"/>
                <a:gd name="connsiteY12" fmla="*/ 53315 h 280289"/>
                <a:gd name="connsiteX13" fmla="*/ 516692 w 1254875"/>
                <a:gd name="connsiteY13" fmla="*/ 17280 h 280289"/>
                <a:gd name="connsiteX14" fmla="*/ 596771 w 1254875"/>
                <a:gd name="connsiteY14" fmla="*/ 1992 h 280289"/>
                <a:gd name="connsiteX15" fmla="*/ 677214 w 1254875"/>
                <a:gd name="connsiteY15" fmla="*/ 6178 h 280289"/>
                <a:gd name="connsiteX16" fmla="*/ 893610 w 1254875"/>
                <a:gd name="connsiteY16" fmla="*/ 47491 h 280289"/>
                <a:gd name="connsiteX17" fmla="*/ 1198639 w 1254875"/>
                <a:gd name="connsiteY17" fmla="*/ 106641 h 280289"/>
                <a:gd name="connsiteX18" fmla="*/ 1234674 w 1254875"/>
                <a:gd name="connsiteY18" fmla="*/ 113739 h 280289"/>
                <a:gd name="connsiteX19" fmla="*/ 1254876 w 1254875"/>
                <a:gd name="connsiteY19" fmla="*/ 125751 h 28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54875" h="280289">
                  <a:moveTo>
                    <a:pt x="1254876" y="125751"/>
                  </a:moveTo>
                  <a:cubicBezTo>
                    <a:pt x="1236676" y="130482"/>
                    <a:pt x="1219386" y="135032"/>
                    <a:pt x="1202096" y="139582"/>
                  </a:cubicBezTo>
                  <a:cubicBezTo>
                    <a:pt x="1148953" y="153232"/>
                    <a:pt x="1095810" y="166882"/>
                    <a:pt x="1042666" y="180714"/>
                  </a:cubicBezTo>
                  <a:cubicBezTo>
                    <a:pt x="972051" y="198914"/>
                    <a:pt x="901618" y="217113"/>
                    <a:pt x="831003" y="235313"/>
                  </a:cubicBezTo>
                  <a:cubicBezTo>
                    <a:pt x="784411" y="247325"/>
                    <a:pt x="737638" y="258791"/>
                    <a:pt x="691046" y="271531"/>
                  </a:cubicBezTo>
                  <a:cubicBezTo>
                    <a:pt x="647549" y="283361"/>
                    <a:pt x="604233" y="282997"/>
                    <a:pt x="560736" y="271713"/>
                  </a:cubicBezTo>
                  <a:cubicBezTo>
                    <a:pt x="452629" y="243321"/>
                    <a:pt x="344158" y="215294"/>
                    <a:pt x="236051" y="187266"/>
                  </a:cubicBezTo>
                  <a:cubicBezTo>
                    <a:pt x="167984" y="169612"/>
                    <a:pt x="99917" y="151958"/>
                    <a:pt x="31850" y="134122"/>
                  </a:cubicBezTo>
                  <a:cubicBezTo>
                    <a:pt x="25116" y="132302"/>
                    <a:pt x="18200" y="129936"/>
                    <a:pt x="12012" y="126842"/>
                  </a:cubicBezTo>
                  <a:cubicBezTo>
                    <a:pt x="7644" y="124659"/>
                    <a:pt x="4004" y="120837"/>
                    <a:pt x="0" y="117743"/>
                  </a:cubicBezTo>
                  <a:cubicBezTo>
                    <a:pt x="182" y="117197"/>
                    <a:pt x="364" y="116651"/>
                    <a:pt x="546" y="116105"/>
                  </a:cubicBezTo>
                  <a:cubicBezTo>
                    <a:pt x="8372" y="114649"/>
                    <a:pt x="16016" y="113011"/>
                    <a:pt x="23842" y="111555"/>
                  </a:cubicBezTo>
                  <a:cubicBezTo>
                    <a:pt x="126307" y="92263"/>
                    <a:pt x="228771" y="72971"/>
                    <a:pt x="331418" y="53315"/>
                  </a:cubicBezTo>
                  <a:cubicBezTo>
                    <a:pt x="393298" y="41485"/>
                    <a:pt x="454995" y="29292"/>
                    <a:pt x="516692" y="17280"/>
                  </a:cubicBezTo>
                  <a:cubicBezTo>
                    <a:pt x="543264" y="12184"/>
                    <a:pt x="569836" y="6360"/>
                    <a:pt x="596771" y="1992"/>
                  </a:cubicBezTo>
                  <a:cubicBezTo>
                    <a:pt x="623707" y="-2376"/>
                    <a:pt x="650643" y="1082"/>
                    <a:pt x="677214" y="6178"/>
                  </a:cubicBezTo>
                  <a:cubicBezTo>
                    <a:pt x="749286" y="19828"/>
                    <a:pt x="821539" y="33660"/>
                    <a:pt x="893610" y="47491"/>
                  </a:cubicBezTo>
                  <a:cubicBezTo>
                    <a:pt x="995165" y="67147"/>
                    <a:pt x="1096902" y="86985"/>
                    <a:pt x="1198639" y="106641"/>
                  </a:cubicBezTo>
                  <a:cubicBezTo>
                    <a:pt x="1210650" y="109007"/>
                    <a:pt x="1222662" y="111191"/>
                    <a:pt x="1234674" y="113739"/>
                  </a:cubicBezTo>
                  <a:cubicBezTo>
                    <a:pt x="1242318" y="115559"/>
                    <a:pt x="1249598" y="118653"/>
                    <a:pt x="1254876" y="125751"/>
                  </a:cubicBezTo>
                  <a:close/>
                </a:path>
              </a:pathLst>
            </a:custGeom>
            <a:solidFill>
              <a:srgbClr val="000000"/>
            </a:solidFill>
            <a:ln w="1816"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xmlns="" id="{7C6579A3-0496-24CB-F771-0930363B1A36}"/>
                </a:ext>
              </a:extLst>
            </p:cNvPr>
            <p:cNvSpPr/>
            <p:nvPr/>
          </p:nvSpPr>
          <p:spPr>
            <a:xfrm>
              <a:off x="4143362" y="6353641"/>
              <a:ext cx="641285" cy="328370"/>
            </a:xfrm>
            <a:custGeom>
              <a:avLst/>
              <a:gdLst>
                <a:gd name="connsiteX0" fmla="*/ 0 w 641285"/>
                <a:gd name="connsiteY0" fmla="*/ 33347 h 328370"/>
                <a:gd name="connsiteX1" fmla="*/ 64791 w 641285"/>
                <a:gd name="connsiteY1" fmla="*/ 28979 h 328370"/>
                <a:gd name="connsiteX2" fmla="*/ 309215 w 641285"/>
                <a:gd name="connsiteY2" fmla="*/ 12235 h 328370"/>
                <a:gd name="connsiteX3" fmla="*/ 455723 w 641285"/>
                <a:gd name="connsiteY3" fmla="*/ 2407 h 328370"/>
                <a:gd name="connsiteX4" fmla="*/ 508502 w 641285"/>
                <a:gd name="connsiteY4" fmla="*/ 41 h 328370"/>
                <a:gd name="connsiteX5" fmla="*/ 618611 w 641285"/>
                <a:gd name="connsiteY5" fmla="*/ 74661 h 328370"/>
                <a:gd name="connsiteX6" fmla="*/ 640451 w 641285"/>
                <a:gd name="connsiteY6" fmla="*/ 175669 h 328370"/>
                <a:gd name="connsiteX7" fmla="*/ 628985 w 641285"/>
                <a:gd name="connsiteY7" fmla="*/ 299064 h 328370"/>
                <a:gd name="connsiteX8" fmla="*/ 624253 w 641285"/>
                <a:gd name="connsiteY8" fmla="*/ 312532 h 328370"/>
                <a:gd name="connsiteX9" fmla="*/ 599137 w 641285"/>
                <a:gd name="connsiteY9" fmla="*/ 328366 h 328370"/>
                <a:gd name="connsiteX10" fmla="*/ 562556 w 641285"/>
                <a:gd name="connsiteY10" fmla="*/ 326000 h 328370"/>
                <a:gd name="connsiteX11" fmla="*/ 457543 w 641285"/>
                <a:gd name="connsiteY11" fmla="*/ 315990 h 328370"/>
                <a:gd name="connsiteX12" fmla="*/ 226223 w 641285"/>
                <a:gd name="connsiteY12" fmla="*/ 293422 h 328370"/>
                <a:gd name="connsiteX13" fmla="*/ 45135 w 641285"/>
                <a:gd name="connsiteY13" fmla="*/ 275950 h 328370"/>
                <a:gd name="connsiteX14" fmla="*/ 36036 w 641285"/>
                <a:gd name="connsiteY14" fmla="*/ 274312 h 328370"/>
                <a:gd name="connsiteX15" fmla="*/ 23842 w 641285"/>
                <a:gd name="connsiteY15" fmla="*/ 257022 h 328370"/>
                <a:gd name="connsiteX16" fmla="*/ 910 w 641285"/>
                <a:gd name="connsiteY16" fmla="*/ 37533 h 328370"/>
                <a:gd name="connsiteX17" fmla="*/ 0 w 641285"/>
                <a:gd name="connsiteY17" fmla="*/ 33347 h 328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41285" h="328370">
                  <a:moveTo>
                    <a:pt x="0" y="33347"/>
                  </a:moveTo>
                  <a:cubicBezTo>
                    <a:pt x="22022" y="31891"/>
                    <a:pt x="43498" y="30435"/>
                    <a:pt x="64791" y="28979"/>
                  </a:cubicBezTo>
                  <a:cubicBezTo>
                    <a:pt x="146326" y="23337"/>
                    <a:pt x="227680" y="17695"/>
                    <a:pt x="309215" y="12235"/>
                  </a:cubicBezTo>
                  <a:cubicBezTo>
                    <a:pt x="357990" y="8959"/>
                    <a:pt x="406947" y="5501"/>
                    <a:pt x="455723" y="2407"/>
                  </a:cubicBezTo>
                  <a:cubicBezTo>
                    <a:pt x="473195" y="1315"/>
                    <a:pt x="490848" y="405"/>
                    <a:pt x="508502" y="41"/>
                  </a:cubicBezTo>
                  <a:cubicBezTo>
                    <a:pt x="562738" y="-1233"/>
                    <a:pt x="597499" y="26977"/>
                    <a:pt x="618611" y="74661"/>
                  </a:cubicBezTo>
                  <a:cubicBezTo>
                    <a:pt x="632807" y="106874"/>
                    <a:pt x="638267" y="140908"/>
                    <a:pt x="640451" y="175669"/>
                  </a:cubicBezTo>
                  <a:cubicBezTo>
                    <a:pt x="643181" y="217347"/>
                    <a:pt x="639177" y="258479"/>
                    <a:pt x="628985" y="299064"/>
                  </a:cubicBezTo>
                  <a:cubicBezTo>
                    <a:pt x="627893" y="303614"/>
                    <a:pt x="626255" y="308164"/>
                    <a:pt x="624253" y="312532"/>
                  </a:cubicBezTo>
                  <a:cubicBezTo>
                    <a:pt x="619339" y="323088"/>
                    <a:pt x="610603" y="328548"/>
                    <a:pt x="599137" y="328366"/>
                  </a:cubicBezTo>
                  <a:cubicBezTo>
                    <a:pt x="586943" y="328184"/>
                    <a:pt x="574750" y="327092"/>
                    <a:pt x="562556" y="326000"/>
                  </a:cubicBezTo>
                  <a:cubicBezTo>
                    <a:pt x="527430" y="322724"/>
                    <a:pt x="492487" y="319448"/>
                    <a:pt x="457543" y="315990"/>
                  </a:cubicBezTo>
                  <a:cubicBezTo>
                    <a:pt x="380376" y="308528"/>
                    <a:pt x="303391" y="300884"/>
                    <a:pt x="226223" y="293422"/>
                  </a:cubicBezTo>
                  <a:cubicBezTo>
                    <a:pt x="165800" y="287598"/>
                    <a:pt x="105559" y="281774"/>
                    <a:pt x="45135" y="275950"/>
                  </a:cubicBezTo>
                  <a:cubicBezTo>
                    <a:pt x="42042" y="275586"/>
                    <a:pt x="39130" y="275222"/>
                    <a:pt x="36036" y="274312"/>
                  </a:cubicBezTo>
                  <a:cubicBezTo>
                    <a:pt x="26026" y="271582"/>
                    <a:pt x="22932" y="267214"/>
                    <a:pt x="23842" y="257022"/>
                  </a:cubicBezTo>
                  <a:cubicBezTo>
                    <a:pt x="30394" y="182403"/>
                    <a:pt x="22932" y="109240"/>
                    <a:pt x="910" y="37533"/>
                  </a:cubicBezTo>
                  <a:cubicBezTo>
                    <a:pt x="546" y="36259"/>
                    <a:pt x="364" y="35167"/>
                    <a:pt x="0" y="33347"/>
                  </a:cubicBezTo>
                  <a:close/>
                </a:path>
              </a:pathLst>
            </a:custGeom>
            <a:solidFill>
              <a:schemeClr val="accent1"/>
            </a:solidFill>
            <a:ln w="1816"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xmlns="" id="{7DDDA5BF-4223-E99D-8991-4ECCF4C42F51}"/>
                </a:ext>
              </a:extLst>
            </p:cNvPr>
            <p:cNvSpPr/>
            <p:nvPr/>
          </p:nvSpPr>
          <p:spPr>
            <a:xfrm>
              <a:off x="3677083" y="5409841"/>
              <a:ext cx="622645" cy="405092"/>
            </a:xfrm>
            <a:custGeom>
              <a:avLst/>
              <a:gdLst>
                <a:gd name="connsiteX0" fmla="*/ 609329 w 622645"/>
                <a:gd name="connsiteY0" fmla="*/ 0 h 405092"/>
                <a:gd name="connsiteX1" fmla="*/ 622615 w 622645"/>
                <a:gd name="connsiteY1" fmla="*/ 82263 h 405092"/>
                <a:gd name="connsiteX2" fmla="*/ 535802 w 622645"/>
                <a:gd name="connsiteY2" fmla="*/ 310671 h 405092"/>
                <a:gd name="connsiteX3" fmla="*/ 366544 w 622645"/>
                <a:gd name="connsiteY3" fmla="*/ 399668 h 405092"/>
                <a:gd name="connsiteX4" fmla="*/ 186730 w 622645"/>
                <a:gd name="connsiteY4" fmla="*/ 380012 h 405092"/>
                <a:gd name="connsiteX5" fmla="*/ 46409 w 622645"/>
                <a:gd name="connsiteY5" fmla="*/ 255707 h 405092"/>
                <a:gd name="connsiteX6" fmla="*/ 0 w 622645"/>
                <a:gd name="connsiteY6" fmla="*/ 97551 h 405092"/>
                <a:gd name="connsiteX7" fmla="*/ 6734 w 622645"/>
                <a:gd name="connsiteY7" fmla="*/ 17654 h 405092"/>
                <a:gd name="connsiteX8" fmla="*/ 27482 w 622645"/>
                <a:gd name="connsiteY8" fmla="*/ 9646 h 405092"/>
                <a:gd name="connsiteX9" fmla="*/ 108107 w 622645"/>
                <a:gd name="connsiteY9" fmla="*/ 56783 h 405092"/>
                <a:gd name="connsiteX10" fmla="*/ 355988 w 622645"/>
                <a:gd name="connsiteY10" fmla="*/ 97915 h 405092"/>
                <a:gd name="connsiteX11" fmla="*/ 556550 w 622645"/>
                <a:gd name="connsiteY11" fmla="*/ 35672 h 405092"/>
                <a:gd name="connsiteX12" fmla="*/ 602959 w 622645"/>
                <a:gd name="connsiteY12" fmla="*/ 4914 h 405092"/>
                <a:gd name="connsiteX13" fmla="*/ 609329 w 622645"/>
                <a:gd name="connsiteY13" fmla="*/ 0 h 405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2645" h="405092">
                  <a:moveTo>
                    <a:pt x="609329" y="0"/>
                  </a:moveTo>
                  <a:cubicBezTo>
                    <a:pt x="617883" y="27482"/>
                    <a:pt x="622251" y="54599"/>
                    <a:pt x="622615" y="82263"/>
                  </a:cubicBezTo>
                  <a:cubicBezTo>
                    <a:pt x="623707" y="169804"/>
                    <a:pt x="595861" y="246607"/>
                    <a:pt x="535802" y="310671"/>
                  </a:cubicBezTo>
                  <a:cubicBezTo>
                    <a:pt x="489756" y="359628"/>
                    <a:pt x="432427" y="387838"/>
                    <a:pt x="366544" y="399668"/>
                  </a:cubicBezTo>
                  <a:cubicBezTo>
                    <a:pt x="304665" y="410769"/>
                    <a:pt x="244423" y="405127"/>
                    <a:pt x="186730" y="380012"/>
                  </a:cubicBezTo>
                  <a:cubicBezTo>
                    <a:pt x="126489" y="353986"/>
                    <a:pt x="80443" y="311217"/>
                    <a:pt x="46409" y="255707"/>
                  </a:cubicBezTo>
                  <a:cubicBezTo>
                    <a:pt x="16744" y="207296"/>
                    <a:pt x="0" y="154516"/>
                    <a:pt x="0" y="97551"/>
                  </a:cubicBezTo>
                  <a:cubicBezTo>
                    <a:pt x="0" y="70979"/>
                    <a:pt x="3640" y="44226"/>
                    <a:pt x="6734" y="17654"/>
                  </a:cubicBezTo>
                  <a:cubicBezTo>
                    <a:pt x="8190" y="4550"/>
                    <a:pt x="16562" y="1638"/>
                    <a:pt x="27482" y="9646"/>
                  </a:cubicBezTo>
                  <a:cubicBezTo>
                    <a:pt x="52779" y="28210"/>
                    <a:pt x="79533" y="44044"/>
                    <a:pt x="108107" y="56783"/>
                  </a:cubicBezTo>
                  <a:cubicBezTo>
                    <a:pt x="187094" y="92273"/>
                    <a:pt x="269903" y="105377"/>
                    <a:pt x="355988" y="97915"/>
                  </a:cubicBezTo>
                  <a:cubicBezTo>
                    <a:pt x="427331" y="91727"/>
                    <a:pt x="494488" y="71707"/>
                    <a:pt x="556550" y="35672"/>
                  </a:cubicBezTo>
                  <a:cubicBezTo>
                    <a:pt x="572566" y="26390"/>
                    <a:pt x="587489" y="15288"/>
                    <a:pt x="602959" y="4914"/>
                  </a:cubicBezTo>
                  <a:cubicBezTo>
                    <a:pt x="604779" y="3640"/>
                    <a:pt x="606781" y="2002"/>
                    <a:pt x="609329" y="0"/>
                  </a:cubicBezTo>
                  <a:close/>
                </a:path>
              </a:pathLst>
            </a:custGeom>
            <a:solidFill>
              <a:srgbClr val="000000"/>
            </a:solidFill>
            <a:ln w="1816"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xmlns="" id="{D9095DBD-CB8F-FA8B-C5EE-5EE5AC4768E8}"/>
                </a:ext>
              </a:extLst>
            </p:cNvPr>
            <p:cNvSpPr/>
            <p:nvPr/>
          </p:nvSpPr>
          <p:spPr>
            <a:xfrm>
              <a:off x="3662159" y="5201089"/>
              <a:ext cx="650824" cy="284358"/>
            </a:xfrm>
            <a:custGeom>
              <a:avLst/>
              <a:gdLst>
                <a:gd name="connsiteX0" fmla="*/ 0 w 650824"/>
                <a:gd name="connsiteY0" fmla="*/ 0 h 284358"/>
                <a:gd name="connsiteX1" fmla="*/ 41860 w 650824"/>
                <a:gd name="connsiteY1" fmla="*/ 11648 h 284358"/>
                <a:gd name="connsiteX2" fmla="*/ 220400 w 650824"/>
                <a:gd name="connsiteY2" fmla="*/ 61333 h 284358"/>
                <a:gd name="connsiteX3" fmla="*/ 291743 w 650824"/>
                <a:gd name="connsiteY3" fmla="*/ 80625 h 284358"/>
                <a:gd name="connsiteX4" fmla="*/ 379648 w 650824"/>
                <a:gd name="connsiteY4" fmla="*/ 76803 h 284358"/>
                <a:gd name="connsiteX5" fmla="*/ 615517 w 650824"/>
                <a:gd name="connsiteY5" fmla="*/ 13286 h 284358"/>
                <a:gd name="connsiteX6" fmla="*/ 644091 w 650824"/>
                <a:gd name="connsiteY6" fmla="*/ 6734 h 284358"/>
                <a:gd name="connsiteX7" fmla="*/ 650825 w 650824"/>
                <a:gd name="connsiteY7" fmla="*/ 5460 h 284358"/>
                <a:gd name="connsiteX8" fmla="*/ 649915 w 650824"/>
                <a:gd name="connsiteY8" fmla="*/ 25480 h 284358"/>
                <a:gd name="connsiteX9" fmla="*/ 643181 w 650824"/>
                <a:gd name="connsiteY9" fmla="*/ 133769 h 284358"/>
                <a:gd name="connsiteX10" fmla="*/ 605871 w 650824"/>
                <a:gd name="connsiteY10" fmla="*/ 197468 h 284358"/>
                <a:gd name="connsiteX11" fmla="*/ 494852 w 650824"/>
                <a:gd name="connsiteY11" fmla="*/ 255161 h 284358"/>
                <a:gd name="connsiteX12" fmla="*/ 301935 w 650824"/>
                <a:gd name="connsiteY12" fmla="*/ 283735 h 284358"/>
                <a:gd name="connsiteX13" fmla="*/ 59877 w 650824"/>
                <a:gd name="connsiteY13" fmla="*/ 206932 h 284358"/>
                <a:gd name="connsiteX14" fmla="*/ 17472 w 650824"/>
                <a:gd name="connsiteY14" fmla="*/ 156700 h 284358"/>
                <a:gd name="connsiteX15" fmla="*/ 11102 w 650824"/>
                <a:gd name="connsiteY15" fmla="*/ 123577 h 284358"/>
                <a:gd name="connsiteX16" fmla="*/ 182 w 650824"/>
                <a:gd name="connsiteY16" fmla="*/ 7098 h 284358"/>
                <a:gd name="connsiteX17" fmla="*/ 0 w 650824"/>
                <a:gd name="connsiteY17" fmla="*/ 0 h 28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50824" h="284358">
                  <a:moveTo>
                    <a:pt x="0" y="0"/>
                  </a:moveTo>
                  <a:cubicBezTo>
                    <a:pt x="14378" y="4004"/>
                    <a:pt x="28210" y="7644"/>
                    <a:pt x="41860" y="11648"/>
                  </a:cubicBezTo>
                  <a:cubicBezTo>
                    <a:pt x="101373" y="28210"/>
                    <a:pt x="160886" y="44771"/>
                    <a:pt x="220400" y="61333"/>
                  </a:cubicBezTo>
                  <a:cubicBezTo>
                    <a:pt x="244241" y="67885"/>
                    <a:pt x="268083" y="74073"/>
                    <a:pt x="291743" y="80625"/>
                  </a:cubicBezTo>
                  <a:cubicBezTo>
                    <a:pt x="321408" y="88633"/>
                    <a:pt x="350164" y="86085"/>
                    <a:pt x="379648" y="76803"/>
                  </a:cubicBezTo>
                  <a:cubicBezTo>
                    <a:pt x="457361" y="52233"/>
                    <a:pt x="536166" y="31850"/>
                    <a:pt x="615517" y="13286"/>
                  </a:cubicBezTo>
                  <a:cubicBezTo>
                    <a:pt x="624981" y="11102"/>
                    <a:pt x="634445" y="8918"/>
                    <a:pt x="644091" y="6734"/>
                  </a:cubicBezTo>
                  <a:cubicBezTo>
                    <a:pt x="646093" y="6188"/>
                    <a:pt x="648095" y="6006"/>
                    <a:pt x="650825" y="5460"/>
                  </a:cubicBezTo>
                  <a:cubicBezTo>
                    <a:pt x="650461" y="12558"/>
                    <a:pt x="650279" y="19110"/>
                    <a:pt x="649915" y="25480"/>
                  </a:cubicBezTo>
                  <a:cubicBezTo>
                    <a:pt x="647731" y="61515"/>
                    <a:pt x="646093" y="97733"/>
                    <a:pt x="643181" y="133769"/>
                  </a:cubicBezTo>
                  <a:cubicBezTo>
                    <a:pt x="640997" y="160704"/>
                    <a:pt x="627893" y="181816"/>
                    <a:pt x="605871" y="197468"/>
                  </a:cubicBezTo>
                  <a:cubicBezTo>
                    <a:pt x="571474" y="221856"/>
                    <a:pt x="534346" y="240965"/>
                    <a:pt x="494852" y="255161"/>
                  </a:cubicBezTo>
                  <a:cubicBezTo>
                    <a:pt x="432427" y="277365"/>
                    <a:pt x="368182" y="287011"/>
                    <a:pt x="301935" y="283735"/>
                  </a:cubicBezTo>
                  <a:cubicBezTo>
                    <a:pt x="214576" y="279367"/>
                    <a:pt x="133405" y="254979"/>
                    <a:pt x="59877" y="206932"/>
                  </a:cubicBezTo>
                  <a:cubicBezTo>
                    <a:pt x="40768" y="194374"/>
                    <a:pt x="24388" y="179086"/>
                    <a:pt x="17472" y="156700"/>
                  </a:cubicBezTo>
                  <a:cubicBezTo>
                    <a:pt x="14196" y="145962"/>
                    <a:pt x="12376" y="134679"/>
                    <a:pt x="11102" y="123577"/>
                  </a:cubicBezTo>
                  <a:cubicBezTo>
                    <a:pt x="7098" y="84811"/>
                    <a:pt x="3822" y="45863"/>
                    <a:pt x="182" y="7098"/>
                  </a:cubicBezTo>
                  <a:cubicBezTo>
                    <a:pt x="182" y="4732"/>
                    <a:pt x="182" y="2548"/>
                    <a:pt x="0" y="0"/>
                  </a:cubicBezTo>
                  <a:close/>
                </a:path>
              </a:pathLst>
            </a:custGeom>
            <a:solidFill>
              <a:srgbClr val="000000"/>
            </a:solidFill>
            <a:ln w="1816"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xmlns="" id="{65539EFF-B3FA-50BD-E835-97B934B4646F}"/>
                </a:ext>
              </a:extLst>
            </p:cNvPr>
            <p:cNvSpPr/>
            <p:nvPr/>
          </p:nvSpPr>
          <p:spPr>
            <a:xfrm>
              <a:off x="3881649" y="6385532"/>
              <a:ext cx="265120" cy="327131"/>
            </a:xfrm>
            <a:custGeom>
              <a:avLst/>
              <a:gdLst>
                <a:gd name="connsiteX0" fmla="*/ 5824 w 265120"/>
                <a:gd name="connsiteY0" fmla="*/ 326868 h 327131"/>
                <a:gd name="connsiteX1" fmla="*/ 0 w 265120"/>
                <a:gd name="connsiteY1" fmla="*/ 0 h 327131"/>
                <a:gd name="connsiteX2" fmla="*/ 33306 w 265120"/>
                <a:gd name="connsiteY2" fmla="*/ 0 h 327131"/>
                <a:gd name="connsiteX3" fmla="*/ 209480 w 265120"/>
                <a:gd name="connsiteY3" fmla="*/ 182 h 327131"/>
                <a:gd name="connsiteX4" fmla="*/ 239873 w 265120"/>
                <a:gd name="connsiteY4" fmla="*/ 22022 h 327131"/>
                <a:gd name="connsiteX5" fmla="*/ 258983 w 265120"/>
                <a:gd name="connsiteY5" fmla="*/ 95185 h 327131"/>
                <a:gd name="connsiteX6" fmla="*/ 250429 w 265120"/>
                <a:gd name="connsiteY6" fmla="*/ 282279 h 327131"/>
                <a:gd name="connsiteX7" fmla="*/ 240965 w 265120"/>
                <a:gd name="connsiteY7" fmla="*/ 313037 h 327131"/>
                <a:gd name="connsiteX8" fmla="*/ 220946 w 265120"/>
                <a:gd name="connsiteY8" fmla="*/ 327050 h 327131"/>
                <a:gd name="connsiteX9" fmla="*/ 181270 w 265120"/>
                <a:gd name="connsiteY9" fmla="*/ 327050 h 327131"/>
                <a:gd name="connsiteX10" fmla="*/ 13650 w 265120"/>
                <a:gd name="connsiteY10" fmla="*/ 326686 h 327131"/>
                <a:gd name="connsiteX11" fmla="*/ 5824 w 265120"/>
                <a:gd name="connsiteY11" fmla="*/ 326868 h 327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5120" h="327131">
                  <a:moveTo>
                    <a:pt x="5824" y="326868"/>
                  </a:moveTo>
                  <a:cubicBezTo>
                    <a:pt x="48411" y="217124"/>
                    <a:pt x="46955" y="108835"/>
                    <a:pt x="0" y="0"/>
                  </a:cubicBezTo>
                  <a:cubicBezTo>
                    <a:pt x="11648" y="0"/>
                    <a:pt x="22386" y="0"/>
                    <a:pt x="33306" y="0"/>
                  </a:cubicBezTo>
                  <a:cubicBezTo>
                    <a:pt x="92091" y="0"/>
                    <a:pt x="150694" y="0"/>
                    <a:pt x="209480" y="182"/>
                  </a:cubicBezTo>
                  <a:cubicBezTo>
                    <a:pt x="226223" y="182"/>
                    <a:pt x="233685" y="5642"/>
                    <a:pt x="239873" y="22022"/>
                  </a:cubicBezTo>
                  <a:cubicBezTo>
                    <a:pt x="248791" y="45681"/>
                    <a:pt x="254797" y="70251"/>
                    <a:pt x="258983" y="95185"/>
                  </a:cubicBezTo>
                  <a:cubicBezTo>
                    <a:pt x="269357" y="158156"/>
                    <a:pt x="266627" y="220581"/>
                    <a:pt x="250429" y="282279"/>
                  </a:cubicBezTo>
                  <a:cubicBezTo>
                    <a:pt x="247699" y="292653"/>
                    <a:pt x="244241" y="302845"/>
                    <a:pt x="240965" y="313037"/>
                  </a:cubicBezTo>
                  <a:cubicBezTo>
                    <a:pt x="237871" y="322682"/>
                    <a:pt x="230591" y="327050"/>
                    <a:pt x="220946" y="327050"/>
                  </a:cubicBezTo>
                  <a:cubicBezTo>
                    <a:pt x="207660" y="327232"/>
                    <a:pt x="194556" y="327050"/>
                    <a:pt x="181270" y="327050"/>
                  </a:cubicBezTo>
                  <a:cubicBezTo>
                    <a:pt x="125397" y="326868"/>
                    <a:pt x="69523" y="326868"/>
                    <a:pt x="13650" y="326686"/>
                  </a:cubicBezTo>
                  <a:cubicBezTo>
                    <a:pt x="11284" y="326868"/>
                    <a:pt x="8918" y="326868"/>
                    <a:pt x="5824" y="326868"/>
                  </a:cubicBezTo>
                  <a:close/>
                </a:path>
              </a:pathLst>
            </a:custGeom>
            <a:solidFill>
              <a:schemeClr val="accent2"/>
            </a:solidFill>
            <a:ln w="1816"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xmlns="" id="{44B75724-5245-1C7A-E3C8-DC908CB7D437}"/>
                </a:ext>
              </a:extLst>
            </p:cNvPr>
            <p:cNvSpPr/>
            <p:nvPr/>
          </p:nvSpPr>
          <p:spPr>
            <a:xfrm>
              <a:off x="3912543" y="5838078"/>
              <a:ext cx="150444" cy="427712"/>
            </a:xfrm>
            <a:custGeom>
              <a:avLst/>
              <a:gdLst>
                <a:gd name="connsiteX0" fmla="*/ 75575 w 150444"/>
                <a:gd name="connsiteY0" fmla="*/ 368 h 427712"/>
                <a:gd name="connsiteX1" fmla="*/ 103602 w 150444"/>
                <a:gd name="connsiteY1" fmla="*/ 368 h 427712"/>
                <a:gd name="connsiteX2" fmla="*/ 145098 w 150444"/>
                <a:gd name="connsiteY2" fmla="*/ 28760 h 427712"/>
                <a:gd name="connsiteX3" fmla="*/ 117434 w 150444"/>
                <a:gd name="connsiteY3" fmla="*/ 85179 h 427712"/>
                <a:gd name="connsiteX4" fmla="*/ 103056 w 150444"/>
                <a:gd name="connsiteY4" fmla="*/ 103561 h 427712"/>
                <a:gd name="connsiteX5" fmla="*/ 122530 w 150444"/>
                <a:gd name="connsiteY5" fmla="*/ 194196 h 427712"/>
                <a:gd name="connsiteX6" fmla="*/ 139638 w 150444"/>
                <a:gd name="connsiteY6" fmla="*/ 226045 h 427712"/>
                <a:gd name="connsiteX7" fmla="*/ 141822 w 150444"/>
                <a:gd name="connsiteY7" fmla="*/ 307399 h 427712"/>
                <a:gd name="connsiteX8" fmla="*/ 93956 w 150444"/>
                <a:gd name="connsiteY8" fmla="*/ 409681 h 427712"/>
                <a:gd name="connsiteX9" fmla="*/ 77941 w 150444"/>
                <a:gd name="connsiteY9" fmla="*/ 426243 h 427712"/>
                <a:gd name="connsiteX10" fmla="*/ 64291 w 150444"/>
                <a:gd name="connsiteY10" fmla="*/ 421147 h 427712"/>
                <a:gd name="connsiteX11" fmla="*/ 8599 w 150444"/>
                <a:gd name="connsiteY11" fmla="*/ 304123 h 427712"/>
                <a:gd name="connsiteX12" fmla="*/ 8599 w 150444"/>
                <a:gd name="connsiteY12" fmla="*/ 233325 h 427712"/>
                <a:gd name="connsiteX13" fmla="*/ 34261 w 150444"/>
                <a:gd name="connsiteY13" fmla="*/ 182730 h 427712"/>
                <a:gd name="connsiteX14" fmla="*/ 51005 w 150444"/>
                <a:gd name="connsiteY14" fmla="*/ 125219 h 427712"/>
                <a:gd name="connsiteX15" fmla="*/ 49549 w 150444"/>
                <a:gd name="connsiteY15" fmla="*/ 101923 h 427712"/>
                <a:gd name="connsiteX16" fmla="*/ 34079 w 150444"/>
                <a:gd name="connsiteY16" fmla="*/ 85179 h 427712"/>
                <a:gd name="connsiteX17" fmla="*/ 4231 w 150444"/>
                <a:gd name="connsiteY17" fmla="*/ 37677 h 427712"/>
                <a:gd name="connsiteX18" fmla="*/ 44999 w 150444"/>
                <a:gd name="connsiteY18" fmla="*/ 368 h 427712"/>
                <a:gd name="connsiteX19" fmla="*/ 75575 w 150444"/>
                <a:gd name="connsiteY19" fmla="*/ 368 h 427712"/>
                <a:gd name="connsiteX20" fmla="*/ 75575 w 150444"/>
                <a:gd name="connsiteY20" fmla="*/ 368 h 42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0444" h="427712">
                  <a:moveTo>
                    <a:pt x="75575" y="368"/>
                  </a:moveTo>
                  <a:cubicBezTo>
                    <a:pt x="84857" y="368"/>
                    <a:pt x="94320" y="4"/>
                    <a:pt x="103602" y="368"/>
                  </a:cubicBezTo>
                  <a:cubicBezTo>
                    <a:pt x="123076" y="1278"/>
                    <a:pt x="137636" y="10196"/>
                    <a:pt x="145098" y="28760"/>
                  </a:cubicBezTo>
                  <a:cubicBezTo>
                    <a:pt x="154380" y="51691"/>
                    <a:pt x="141458" y="77717"/>
                    <a:pt x="117434" y="85179"/>
                  </a:cubicBezTo>
                  <a:cubicBezTo>
                    <a:pt x="106696" y="88455"/>
                    <a:pt x="103966" y="92095"/>
                    <a:pt x="103056" y="103561"/>
                  </a:cubicBezTo>
                  <a:cubicBezTo>
                    <a:pt x="100690" y="135774"/>
                    <a:pt x="107060" y="165986"/>
                    <a:pt x="122530" y="194196"/>
                  </a:cubicBezTo>
                  <a:cubicBezTo>
                    <a:pt x="128354" y="204752"/>
                    <a:pt x="133996" y="215308"/>
                    <a:pt x="139638" y="226045"/>
                  </a:cubicBezTo>
                  <a:cubicBezTo>
                    <a:pt x="153470" y="252799"/>
                    <a:pt x="153834" y="280281"/>
                    <a:pt x="141822" y="307399"/>
                  </a:cubicBezTo>
                  <a:cubicBezTo>
                    <a:pt x="126534" y="341796"/>
                    <a:pt x="110154" y="375830"/>
                    <a:pt x="93956" y="409681"/>
                  </a:cubicBezTo>
                  <a:cubicBezTo>
                    <a:pt x="90499" y="416779"/>
                    <a:pt x="85585" y="422967"/>
                    <a:pt x="77941" y="426243"/>
                  </a:cubicBezTo>
                  <a:cubicBezTo>
                    <a:pt x="70843" y="429155"/>
                    <a:pt x="67567" y="427881"/>
                    <a:pt x="64291" y="421147"/>
                  </a:cubicBezTo>
                  <a:cubicBezTo>
                    <a:pt x="45727" y="382200"/>
                    <a:pt x="27345" y="343070"/>
                    <a:pt x="8599" y="304123"/>
                  </a:cubicBezTo>
                  <a:cubicBezTo>
                    <a:pt x="-2866" y="280463"/>
                    <a:pt x="-2866" y="256803"/>
                    <a:pt x="8599" y="233325"/>
                  </a:cubicBezTo>
                  <a:cubicBezTo>
                    <a:pt x="16971" y="216400"/>
                    <a:pt x="26071" y="199838"/>
                    <a:pt x="34261" y="182730"/>
                  </a:cubicBezTo>
                  <a:cubicBezTo>
                    <a:pt x="42997" y="164530"/>
                    <a:pt x="48639" y="145238"/>
                    <a:pt x="51005" y="125219"/>
                  </a:cubicBezTo>
                  <a:cubicBezTo>
                    <a:pt x="51915" y="117575"/>
                    <a:pt x="51005" y="109567"/>
                    <a:pt x="49549" y="101923"/>
                  </a:cubicBezTo>
                  <a:cubicBezTo>
                    <a:pt x="47911" y="93551"/>
                    <a:pt x="42451" y="87909"/>
                    <a:pt x="34079" y="85179"/>
                  </a:cubicBezTo>
                  <a:cubicBezTo>
                    <a:pt x="13513" y="78263"/>
                    <a:pt x="1683" y="58789"/>
                    <a:pt x="4231" y="37677"/>
                  </a:cubicBezTo>
                  <a:cubicBezTo>
                    <a:pt x="6779" y="18204"/>
                    <a:pt x="24251" y="1642"/>
                    <a:pt x="44999" y="368"/>
                  </a:cubicBezTo>
                  <a:cubicBezTo>
                    <a:pt x="55191" y="-360"/>
                    <a:pt x="65383" y="186"/>
                    <a:pt x="75575" y="368"/>
                  </a:cubicBezTo>
                  <a:cubicBezTo>
                    <a:pt x="75575" y="368"/>
                    <a:pt x="75575" y="368"/>
                    <a:pt x="75575" y="368"/>
                  </a:cubicBezTo>
                  <a:close/>
                </a:path>
              </a:pathLst>
            </a:custGeom>
            <a:solidFill>
              <a:srgbClr val="000000"/>
            </a:solidFill>
            <a:ln w="1816"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xmlns="" id="{69E63A8A-20FA-7DDB-49F2-AF828D3868EF}"/>
                </a:ext>
              </a:extLst>
            </p:cNvPr>
            <p:cNvSpPr/>
            <p:nvPr/>
          </p:nvSpPr>
          <p:spPr>
            <a:xfrm>
              <a:off x="4144618" y="6665749"/>
              <a:ext cx="593149" cy="84324"/>
            </a:xfrm>
            <a:custGeom>
              <a:avLst/>
              <a:gdLst>
                <a:gd name="connsiteX0" fmla="*/ 481403 w 593149"/>
                <a:gd name="connsiteY0" fmla="*/ 84325 h 84324"/>
                <a:gd name="connsiteX1" fmla="*/ 378574 w 593149"/>
                <a:gd name="connsiteY1" fmla="*/ 74497 h 84324"/>
                <a:gd name="connsiteX2" fmla="*/ 229336 w 593149"/>
                <a:gd name="connsiteY2" fmla="*/ 62667 h 84324"/>
                <a:gd name="connsiteX3" fmla="*/ 40604 w 593149"/>
                <a:gd name="connsiteY3" fmla="*/ 56843 h 84324"/>
                <a:gd name="connsiteX4" fmla="*/ 15306 w 593149"/>
                <a:gd name="connsiteY4" fmla="*/ 52839 h 84324"/>
                <a:gd name="connsiteX5" fmla="*/ 2748 w 593149"/>
                <a:gd name="connsiteY5" fmla="*/ 21172 h 84324"/>
                <a:gd name="connsiteX6" fmla="*/ 33142 w 593149"/>
                <a:gd name="connsiteY6" fmla="*/ 606 h 84324"/>
                <a:gd name="connsiteX7" fmla="*/ 72635 w 593149"/>
                <a:gd name="connsiteY7" fmla="*/ 970 h 84324"/>
                <a:gd name="connsiteX8" fmla="*/ 199670 w 593149"/>
                <a:gd name="connsiteY8" fmla="*/ 10980 h 84324"/>
                <a:gd name="connsiteX9" fmla="*/ 415702 w 593149"/>
                <a:gd name="connsiteY9" fmla="*/ 30817 h 84324"/>
                <a:gd name="connsiteX10" fmla="*/ 533272 w 593149"/>
                <a:gd name="connsiteY10" fmla="*/ 42829 h 84324"/>
                <a:gd name="connsiteX11" fmla="*/ 581138 w 593149"/>
                <a:gd name="connsiteY11" fmla="*/ 47925 h 84324"/>
                <a:gd name="connsiteX12" fmla="*/ 585506 w 593149"/>
                <a:gd name="connsiteY12" fmla="*/ 48835 h 84324"/>
                <a:gd name="connsiteX13" fmla="*/ 593150 w 593149"/>
                <a:gd name="connsiteY13" fmla="*/ 55205 h 84324"/>
                <a:gd name="connsiteX14" fmla="*/ 586962 w 593149"/>
                <a:gd name="connsiteY14" fmla="*/ 61029 h 84324"/>
                <a:gd name="connsiteX15" fmla="*/ 494143 w 593149"/>
                <a:gd name="connsiteY15" fmla="*/ 82869 h 84324"/>
                <a:gd name="connsiteX16" fmla="*/ 481585 w 593149"/>
                <a:gd name="connsiteY16" fmla="*/ 82869 h 84324"/>
                <a:gd name="connsiteX17" fmla="*/ 481403 w 593149"/>
                <a:gd name="connsiteY17" fmla="*/ 84325 h 84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93149" h="84324">
                  <a:moveTo>
                    <a:pt x="481403" y="84325"/>
                  </a:moveTo>
                  <a:cubicBezTo>
                    <a:pt x="447187" y="81049"/>
                    <a:pt x="412972" y="77409"/>
                    <a:pt x="378574" y="74497"/>
                  </a:cubicBezTo>
                  <a:cubicBezTo>
                    <a:pt x="328889" y="70129"/>
                    <a:pt x="279203" y="65033"/>
                    <a:pt x="229336" y="62667"/>
                  </a:cubicBezTo>
                  <a:cubicBezTo>
                    <a:pt x="166546" y="59573"/>
                    <a:pt x="103575" y="58845"/>
                    <a:pt x="40604" y="56843"/>
                  </a:cubicBezTo>
                  <a:cubicBezTo>
                    <a:pt x="32050" y="56479"/>
                    <a:pt x="23314" y="55569"/>
                    <a:pt x="15306" y="52839"/>
                  </a:cubicBezTo>
                  <a:cubicBezTo>
                    <a:pt x="1292" y="48107"/>
                    <a:pt x="-3622" y="34639"/>
                    <a:pt x="2748" y="21172"/>
                  </a:cubicBezTo>
                  <a:cubicBezTo>
                    <a:pt x="8936" y="8432"/>
                    <a:pt x="19856" y="1698"/>
                    <a:pt x="33142" y="606"/>
                  </a:cubicBezTo>
                  <a:cubicBezTo>
                    <a:pt x="46246" y="-486"/>
                    <a:pt x="59532" y="60"/>
                    <a:pt x="72635" y="970"/>
                  </a:cubicBezTo>
                  <a:cubicBezTo>
                    <a:pt x="115041" y="4064"/>
                    <a:pt x="157264" y="7340"/>
                    <a:pt x="199670" y="10980"/>
                  </a:cubicBezTo>
                  <a:cubicBezTo>
                    <a:pt x="271741" y="17350"/>
                    <a:pt x="343630" y="24084"/>
                    <a:pt x="415702" y="30817"/>
                  </a:cubicBezTo>
                  <a:cubicBezTo>
                    <a:pt x="455013" y="34457"/>
                    <a:pt x="494143" y="38825"/>
                    <a:pt x="533272" y="42829"/>
                  </a:cubicBezTo>
                  <a:cubicBezTo>
                    <a:pt x="549288" y="44467"/>
                    <a:pt x="565304" y="46287"/>
                    <a:pt x="581138" y="47925"/>
                  </a:cubicBezTo>
                  <a:cubicBezTo>
                    <a:pt x="582594" y="48107"/>
                    <a:pt x="584414" y="48107"/>
                    <a:pt x="585506" y="48835"/>
                  </a:cubicBezTo>
                  <a:cubicBezTo>
                    <a:pt x="588236" y="50655"/>
                    <a:pt x="590602" y="53021"/>
                    <a:pt x="593150" y="55205"/>
                  </a:cubicBezTo>
                  <a:cubicBezTo>
                    <a:pt x="591148" y="57207"/>
                    <a:pt x="589328" y="59755"/>
                    <a:pt x="586962" y="61029"/>
                  </a:cubicBezTo>
                  <a:cubicBezTo>
                    <a:pt x="558024" y="76863"/>
                    <a:pt x="526538" y="81959"/>
                    <a:pt x="494143" y="82869"/>
                  </a:cubicBezTo>
                  <a:cubicBezTo>
                    <a:pt x="489957" y="83051"/>
                    <a:pt x="485771" y="82869"/>
                    <a:pt x="481585" y="82869"/>
                  </a:cubicBezTo>
                  <a:cubicBezTo>
                    <a:pt x="481403" y="83415"/>
                    <a:pt x="481403" y="83779"/>
                    <a:pt x="481403" y="84325"/>
                  </a:cubicBezTo>
                  <a:close/>
                </a:path>
              </a:pathLst>
            </a:custGeom>
            <a:solidFill>
              <a:schemeClr val="accent1"/>
            </a:solidFill>
            <a:ln w="1816"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xmlns="" id="{3FD6733D-7D82-890A-1C09-E57D65A09591}"/>
                </a:ext>
              </a:extLst>
            </p:cNvPr>
            <p:cNvSpPr/>
            <p:nvPr/>
          </p:nvSpPr>
          <p:spPr>
            <a:xfrm>
              <a:off x="4422461" y="5150858"/>
              <a:ext cx="97818" cy="424494"/>
            </a:xfrm>
            <a:custGeom>
              <a:avLst/>
              <a:gdLst>
                <a:gd name="connsiteX0" fmla="*/ 97819 w 97818"/>
                <a:gd name="connsiteY0" fmla="*/ 422963 h 424494"/>
                <a:gd name="connsiteX1" fmla="*/ 49589 w 97818"/>
                <a:gd name="connsiteY1" fmla="*/ 424419 h 424494"/>
                <a:gd name="connsiteX2" fmla="*/ 15191 w 97818"/>
                <a:gd name="connsiteY2" fmla="*/ 424237 h 424494"/>
                <a:gd name="connsiteX3" fmla="*/ 86 w 97818"/>
                <a:gd name="connsiteY3" fmla="*/ 408039 h 424494"/>
                <a:gd name="connsiteX4" fmla="*/ 14281 w 97818"/>
                <a:gd name="connsiteY4" fmla="*/ 341974 h 424494"/>
                <a:gd name="connsiteX5" fmla="*/ 25747 w 97818"/>
                <a:gd name="connsiteY5" fmla="*/ 281915 h 424494"/>
                <a:gd name="connsiteX6" fmla="*/ 19377 w 97818"/>
                <a:gd name="connsiteY6" fmla="*/ 245515 h 424494"/>
                <a:gd name="connsiteX7" fmla="*/ 20105 w 97818"/>
                <a:gd name="connsiteY7" fmla="*/ 222220 h 424494"/>
                <a:gd name="connsiteX8" fmla="*/ 32117 w 97818"/>
                <a:gd name="connsiteY8" fmla="*/ 199470 h 424494"/>
                <a:gd name="connsiteX9" fmla="*/ 36849 w 97818"/>
                <a:gd name="connsiteY9" fmla="*/ 179086 h 424494"/>
                <a:gd name="connsiteX10" fmla="*/ 36303 w 97818"/>
                <a:gd name="connsiteY10" fmla="*/ 36218 h 424494"/>
                <a:gd name="connsiteX11" fmla="*/ 42127 w 97818"/>
                <a:gd name="connsiteY11" fmla="*/ 9100 h 424494"/>
                <a:gd name="connsiteX12" fmla="*/ 56141 w 97818"/>
                <a:gd name="connsiteY12" fmla="*/ 0 h 424494"/>
                <a:gd name="connsiteX13" fmla="*/ 56869 w 97818"/>
                <a:gd name="connsiteY13" fmla="*/ 5824 h 424494"/>
                <a:gd name="connsiteX14" fmla="*/ 58507 w 97818"/>
                <a:gd name="connsiteY14" fmla="*/ 153788 h 424494"/>
                <a:gd name="connsiteX15" fmla="*/ 60509 w 97818"/>
                <a:gd name="connsiteY15" fmla="*/ 189824 h 424494"/>
                <a:gd name="connsiteX16" fmla="*/ 75069 w 97818"/>
                <a:gd name="connsiteY16" fmla="*/ 216396 h 424494"/>
                <a:gd name="connsiteX17" fmla="*/ 79073 w 97818"/>
                <a:gd name="connsiteY17" fmla="*/ 232775 h 424494"/>
                <a:gd name="connsiteX18" fmla="*/ 70337 w 97818"/>
                <a:gd name="connsiteY18" fmla="*/ 256435 h 424494"/>
                <a:gd name="connsiteX19" fmla="*/ 66879 w 97818"/>
                <a:gd name="connsiteY19" fmla="*/ 298841 h 424494"/>
                <a:gd name="connsiteX20" fmla="*/ 96545 w 97818"/>
                <a:gd name="connsiteY20" fmla="*/ 418049 h 424494"/>
                <a:gd name="connsiteX21" fmla="*/ 97819 w 97818"/>
                <a:gd name="connsiteY21" fmla="*/ 422963 h 424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818" h="424494">
                  <a:moveTo>
                    <a:pt x="97819" y="422963"/>
                  </a:moveTo>
                  <a:cubicBezTo>
                    <a:pt x="81257" y="423509"/>
                    <a:pt x="65423" y="424055"/>
                    <a:pt x="49589" y="424419"/>
                  </a:cubicBezTo>
                  <a:cubicBezTo>
                    <a:pt x="38123" y="424601"/>
                    <a:pt x="26657" y="424419"/>
                    <a:pt x="15191" y="424237"/>
                  </a:cubicBezTo>
                  <a:cubicBezTo>
                    <a:pt x="3180" y="424055"/>
                    <a:pt x="-642" y="420051"/>
                    <a:pt x="86" y="408039"/>
                  </a:cubicBezTo>
                  <a:cubicBezTo>
                    <a:pt x="1724" y="385290"/>
                    <a:pt x="8275" y="363814"/>
                    <a:pt x="14281" y="341974"/>
                  </a:cubicBezTo>
                  <a:cubicBezTo>
                    <a:pt x="19741" y="322318"/>
                    <a:pt x="25383" y="302481"/>
                    <a:pt x="25747" y="281915"/>
                  </a:cubicBezTo>
                  <a:cubicBezTo>
                    <a:pt x="26111" y="269357"/>
                    <a:pt x="24473" y="256981"/>
                    <a:pt x="19377" y="245515"/>
                  </a:cubicBezTo>
                  <a:cubicBezTo>
                    <a:pt x="15919" y="237507"/>
                    <a:pt x="16283" y="229863"/>
                    <a:pt x="20105" y="222220"/>
                  </a:cubicBezTo>
                  <a:cubicBezTo>
                    <a:pt x="23927" y="214576"/>
                    <a:pt x="29023" y="207296"/>
                    <a:pt x="32117" y="199470"/>
                  </a:cubicBezTo>
                  <a:cubicBezTo>
                    <a:pt x="34665" y="193100"/>
                    <a:pt x="36849" y="186002"/>
                    <a:pt x="36849" y="179086"/>
                  </a:cubicBezTo>
                  <a:cubicBezTo>
                    <a:pt x="37031" y="131403"/>
                    <a:pt x="36667" y="83901"/>
                    <a:pt x="36303" y="36218"/>
                  </a:cubicBezTo>
                  <a:cubicBezTo>
                    <a:pt x="36303" y="26754"/>
                    <a:pt x="37395" y="17472"/>
                    <a:pt x="42127" y="9100"/>
                  </a:cubicBezTo>
                  <a:cubicBezTo>
                    <a:pt x="45039" y="3822"/>
                    <a:pt x="49225" y="364"/>
                    <a:pt x="56141" y="0"/>
                  </a:cubicBezTo>
                  <a:cubicBezTo>
                    <a:pt x="56505" y="2184"/>
                    <a:pt x="56869" y="4004"/>
                    <a:pt x="56869" y="5824"/>
                  </a:cubicBezTo>
                  <a:cubicBezTo>
                    <a:pt x="60327" y="55145"/>
                    <a:pt x="61055" y="104467"/>
                    <a:pt x="58507" y="153788"/>
                  </a:cubicBezTo>
                  <a:cubicBezTo>
                    <a:pt x="57961" y="165800"/>
                    <a:pt x="59053" y="177812"/>
                    <a:pt x="60509" y="189824"/>
                  </a:cubicBezTo>
                  <a:cubicBezTo>
                    <a:pt x="61783" y="200380"/>
                    <a:pt x="66879" y="209298"/>
                    <a:pt x="75069" y="216396"/>
                  </a:cubicBezTo>
                  <a:cubicBezTo>
                    <a:pt x="80165" y="220764"/>
                    <a:pt x="80711" y="226951"/>
                    <a:pt x="79073" y="232775"/>
                  </a:cubicBezTo>
                  <a:cubicBezTo>
                    <a:pt x="76889" y="240783"/>
                    <a:pt x="73977" y="248791"/>
                    <a:pt x="70337" y="256435"/>
                  </a:cubicBezTo>
                  <a:cubicBezTo>
                    <a:pt x="63603" y="270267"/>
                    <a:pt x="63057" y="284281"/>
                    <a:pt x="66879" y="298841"/>
                  </a:cubicBezTo>
                  <a:cubicBezTo>
                    <a:pt x="76889" y="338516"/>
                    <a:pt x="86717" y="378192"/>
                    <a:pt x="96545" y="418049"/>
                  </a:cubicBezTo>
                  <a:cubicBezTo>
                    <a:pt x="97272" y="419323"/>
                    <a:pt x="97272" y="420597"/>
                    <a:pt x="97819" y="422963"/>
                  </a:cubicBezTo>
                  <a:close/>
                </a:path>
              </a:pathLst>
            </a:custGeom>
            <a:solidFill>
              <a:srgbClr val="000000"/>
            </a:solidFill>
            <a:ln w="1816"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xmlns="" id="{14A391C5-D2BE-1B9A-0068-CBA71BE0974E}"/>
                </a:ext>
              </a:extLst>
            </p:cNvPr>
            <p:cNvSpPr/>
            <p:nvPr/>
          </p:nvSpPr>
          <p:spPr>
            <a:xfrm>
              <a:off x="3879283" y="6735769"/>
              <a:ext cx="262077" cy="122957"/>
            </a:xfrm>
            <a:custGeom>
              <a:avLst/>
              <a:gdLst>
                <a:gd name="connsiteX0" fmla="*/ 261349 w 262077"/>
                <a:gd name="connsiteY0" fmla="*/ 95476 h 122957"/>
                <a:gd name="connsiteX1" fmla="*/ 213302 w 262077"/>
                <a:gd name="connsiteY1" fmla="*/ 71088 h 122957"/>
                <a:gd name="connsiteX2" fmla="*/ 162160 w 262077"/>
                <a:gd name="connsiteY2" fmla="*/ 45244 h 122957"/>
                <a:gd name="connsiteX3" fmla="*/ 133040 w 262077"/>
                <a:gd name="connsiteY3" fmla="*/ 53252 h 122957"/>
                <a:gd name="connsiteX4" fmla="*/ 96823 w 262077"/>
                <a:gd name="connsiteY4" fmla="*/ 117862 h 122957"/>
                <a:gd name="connsiteX5" fmla="*/ 93911 w 262077"/>
                <a:gd name="connsiteY5" fmla="*/ 122958 h 122957"/>
                <a:gd name="connsiteX6" fmla="*/ 82991 w 262077"/>
                <a:gd name="connsiteY6" fmla="*/ 104758 h 122957"/>
                <a:gd name="connsiteX7" fmla="*/ 61333 w 262077"/>
                <a:gd name="connsiteY7" fmla="*/ 55618 h 122957"/>
                <a:gd name="connsiteX8" fmla="*/ 2548 w 262077"/>
                <a:gd name="connsiteY8" fmla="*/ 6843 h 122957"/>
                <a:gd name="connsiteX9" fmla="*/ 0 w 262077"/>
                <a:gd name="connsiteY9" fmla="*/ 4113 h 122957"/>
                <a:gd name="connsiteX10" fmla="*/ 36764 w 262077"/>
                <a:gd name="connsiteY10" fmla="*/ 473 h 122957"/>
                <a:gd name="connsiteX11" fmla="*/ 183636 w 262077"/>
                <a:gd name="connsiteY11" fmla="*/ 109 h 122957"/>
                <a:gd name="connsiteX12" fmla="*/ 214030 w 262077"/>
                <a:gd name="connsiteY12" fmla="*/ 1565 h 122957"/>
                <a:gd name="connsiteX13" fmla="*/ 234959 w 262077"/>
                <a:gd name="connsiteY13" fmla="*/ 13395 h 122957"/>
                <a:gd name="connsiteX14" fmla="*/ 262077 w 262077"/>
                <a:gd name="connsiteY14" fmla="*/ 88560 h 122957"/>
                <a:gd name="connsiteX15" fmla="*/ 261895 w 262077"/>
                <a:gd name="connsiteY15" fmla="*/ 93110 h 122957"/>
                <a:gd name="connsiteX16" fmla="*/ 261349 w 262077"/>
                <a:gd name="connsiteY16" fmla="*/ 95476 h 122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2077" h="122957">
                  <a:moveTo>
                    <a:pt x="261349" y="95476"/>
                  </a:moveTo>
                  <a:cubicBezTo>
                    <a:pt x="244969" y="87104"/>
                    <a:pt x="229135" y="79096"/>
                    <a:pt x="213302" y="71088"/>
                  </a:cubicBezTo>
                  <a:cubicBezTo>
                    <a:pt x="196194" y="62352"/>
                    <a:pt x="179268" y="53616"/>
                    <a:pt x="162160" y="45244"/>
                  </a:cubicBezTo>
                  <a:cubicBezTo>
                    <a:pt x="148692" y="38692"/>
                    <a:pt x="140684" y="40330"/>
                    <a:pt x="133040" y="53252"/>
                  </a:cubicBezTo>
                  <a:cubicBezTo>
                    <a:pt x="120483" y="74364"/>
                    <a:pt x="108835" y="96204"/>
                    <a:pt x="96823" y="117862"/>
                  </a:cubicBezTo>
                  <a:cubicBezTo>
                    <a:pt x="95913" y="119500"/>
                    <a:pt x="95003" y="121138"/>
                    <a:pt x="93911" y="122958"/>
                  </a:cubicBezTo>
                  <a:cubicBezTo>
                    <a:pt x="87541" y="118043"/>
                    <a:pt x="84993" y="111492"/>
                    <a:pt x="82991" y="104758"/>
                  </a:cubicBezTo>
                  <a:cubicBezTo>
                    <a:pt x="77895" y="87468"/>
                    <a:pt x="71889" y="70542"/>
                    <a:pt x="61333" y="55618"/>
                  </a:cubicBezTo>
                  <a:cubicBezTo>
                    <a:pt x="46227" y="33960"/>
                    <a:pt x="26754" y="17399"/>
                    <a:pt x="2548" y="6843"/>
                  </a:cubicBezTo>
                  <a:cubicBezTo>
                    <a:pt x="1638" y="6479"/>
                    <a:pt x="910" y="6115"/>
                    <a:pt x="0" y="4113"/>
                  </a:cubicBezTo>
                  <a:cubicBezTo>
                    <a:pt x="12194" y="2839"/>
                    <a:pt x="24570" y="473"/>
                    <a:pt x="36764" y="473"/>
                  </a:cubicBezTo>
                  <a:cubicBezTo>
                    <a:pt x="85721" y="-73"/>
                    <a:pt x="134678" y="-73"/>
                    <a:pt x="183636" y="109"/>
                  </a:cubicBezTo>
                  <a:cubicBezTo>
                    <a:pt x="193828" y="109"/>
                    <a:pt x="203838" y="655"/>
                    <a:pt x="214030" y="1565"/>
                  </a:cubicBezTo>
                  <a:cubicBezTo>
                    <a:pt x="222583" y="2293"/>
                    <a:pt x="230409" y="5933"/>
                    <a:pt x="234959" y="13395"/>
                  </a:cubicBezTo>
                  <a:cubicBezTo>
                    <a:pt x="249337" y="36508"/>
                    <a:pt x="260985" y="60532"/>
                    <a:pt x="262077" y="88560"/>
                  </a:cubicBezTo>
                  <a:cubicBezTo>
                    <a:pt x="262077" y="90016"/>
                    <a:pt x="262077" y="91654"/>
                    <a:pt x="261895" y="93110"/>
                  </a:cubicBezTo>
                  <a:cubicBezTo>
                    <a:pt x="261713" y="93474"/>
                    <a:pt x="261531" y="94020"/>
                    <a:pt x="261349" y="95476"/>
                  </a:cubicBezTo>
                  <a:close/>
                </a:path>
              </a:pathLst>
            </a:custGeom>
            <a:solidFill>
              <a:schemeClr val="accent2"/>
            </a:solidFill>
            <a:ln w="1816" cap="flat">
              <a:noFill/>
              <a:prstDash val="solid"/>
              <a:miter/>
            </a:ln>
          </p:spPr>
          <p:txBody>
            <a:bodyPr rtlCol="0" anchor="ctr"/>
            <a:lstStyle/>
            <a:p>
              <a:endParaRPr lang="en-US"/>
            </a:p>
          </p:txBody>
        </p:sp>
      </p:grpSp>
      <p:sp>
        <p:nvSpPr>
          <p:cNvPr id="35" name="Rectangle 34"/>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50" name="Rectangle 49"/>
          <p:cNvSpPr/>
          <p:nvPr/>
        </p:nvSpPr>
        <p:spPr>
          <a:xfrm>
            <a:off x="5170788"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100" dirty="0" smtClean="0">
                <a:cs typeface="B Titr" panose="00000700000000000000" pitchFamily="2" charset="-78"/>
              </a:rPr>
              <a:t>روش شناسی</a:t>
            </a:r>
            <a:endParaRPr lang="en-US" sz="2100" dirty="0">
              <a:cs typeface="B Titr" panose="00000700000000000000" pitchFamily="2" charset="-78"/>
            </a:endParaRPr>
          </a:p>
        </p:txBody>
      </p:sp>
      <p:sp>
        <p:nvSpPr>
          <p:cNvPr id="51" name="Rectangle 50"/>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10</a:t>
            </a:r>
            <a:endParaRPr lang="en-US" dirty="0">
              <a:cs typeface="B Titr" panose="00000700000000000000" pitchFamily="2" charset="-78"/>
            </a:endParaRPr>
          </a:p>
        </p:txBody>
      </p:sp>
      <p:sp>
        <p:nvSpPr>
          <p:cNvPr id="3" name="Rectangle 2"/>
          <p:cNvSpPr/>
          <p:nvPr/>
        </p:nvSpPr>
        <p:spPr>
          <a:xfrm>
            <a:off x="4203529" y="948795"/>
            <a:ext cx="7753428" cy="2689198"/>
          </a:xfrm>
          <a:prstGeom prst="rect">
            <a:avLst/>
          </a:prstGeom>
        </p:spPr>
        <p:txBody>
          <a:bodyPr wrap="square">
            <a:spAutoFit/>
          </a:bodyPr>
          <a:lstStyle/>
          <a:p>
            <a:pPr indent="252095" algn="just" rtl="1">
              <a:lnSpc>
                <a:spcPct val="115000"/>
              </a:lnSpc>
              <a:spcBef>
                <a:spcPts val="1500"/>
              </a:spcBef>
            </a:pPr>
            <a:r>
              <a:rPr lang="fa-IR" sz="2500" b="1" dirty="0">
                <a:solidFill>
                  <a:srgbClr val="000000"/>
                </a:solidFill>
                <a:latin typeface="Times New Roman" panose="02020603050405020304" pitchFamily="18" charset="0"/>
                <a:cs typeface="B Titr" panose="00000700000000000000" pitchFamily="2" charset="-78"/>
              </a:rPr>
              <a:t>روش تجزیه و تحلیل داده‌ها</a:t>
            </a:r>
            <a:endParaRPr lang="en-US" sz="2500" b="1" dirty="0">
              <a:solidFill>
                <a:srgbClr val="000000"/>
              </a:solidFill>
              <a:latin typeface="Times New Roman" panose="02020603050405020304" pitchFamily="18" charset="0"/>
              <a:cs typeface="B Titr" panose="00000700000000000000" pitchFamily="2" charset="-78"/>
            </a:endParaRPr>
          </a:p>
          <a:p>
            <a:pPr algn="just" rtl="1"/>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پس از جمع آوری داده ها با استفاده از پرسشنامه ها، جهت تجزیه و تحلیل داده های اولیه از شاخص ها و روش های آمار توصیفی نظیر میانگین، انحراف معیار، فراوانی و درصد استفاده شد و برای آزمون های همبستگی بررسی رابطه بین متغیر ها از ضریب همبستگی پیرسون (با در نظر گرفتن نرمال بودن داده ها) و تحلیل رگرسیون خطی چندگانه برای بررسی نقش پیش بینی کننده هوش معنوی و اضطراب سلامتی و اضطراب مرگ استفاده شد. رضایت آگاهانه شرکت‌کنندگان، محرمانگی اطلاعات و امکان انصراف از پژوهش رعایت  شد. داده های گردآوری شده با استفاده از نرم افزار  </a:t>
            </a:r>
            <a:r>
              <a:rPr lang="en-US" sz="2000" dirty="0" err="1">
                <a:solidFill>
                  <a:srgbClr val="000000"/>
                </a:solidFill>
                <a:latin typeface="Times New Roman" panose="02020603050405020304" pitchFamily="18" charset="0"/>
                <a:ea typeface="Times New Roman" panose="02020603050405020304" pitchFamily="18" charset="0"/>
                <a:cs typeface="B Lotus" panose="00000400000000000000" pitchFamily="2" charset="-78"/>
              </a:rPr>
              <a:t>spss</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نسخه 26 تجزیه و تحلیل شد.</a:t>
            </a:r>
            <a:endParaRPr lang="en-US" sz="2000" dirty="0"/>
          </a:p>
        </p:txBody>
      </p:sp>
    </p:spTree>
    <p:extLst>
      <p:ext uri="{BB962C8B-B14F-4D97-AF65-F5344CB8AC3E}">
        <p14:creationId xmlns:p14="http://schemas.microsoft.com/office/powerpoint/2010/main" val="143043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fade">
                                      <p:cBhvr>
                                        <p:cTn id="23" dur="500"/>
                                        <p:tgtEl>
                                          <p:spTgt spid="3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500"/>
                                        <p:tgtEl>
                                          <p:spTgt spid="3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fade">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P spid="30" grpId="0" animBg="1"/>
      <p:bldP spid="31" grpId="0" animBg="1"/>
      <p:bldP spid="32" grpId="0" animBg="1"/>
      <p:bldP spid="34" grpId="0" animBg="1"/>
      <p:bldP spid="36" grpId="0" animBg="1"/>
      <p:bldP spid="3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1AA23FF3-EF85-6991-089C-E72D33A383EB}"/>
              </a:ext>
            </a:extLst>
          </p:cNvPr>
          <p:cNvGrpSpPr/>
          <p:nvPr/>
        </p:nvGrpSpPr>
        <p:grpSpPr>
          <a:xfrm flipH="1">
            <a:off x="883032" y="1266093"/>
            <a:ext cx="10425937" cy="4382583"/>
            <a:chOff x="495690" y="1674891"/>
            <a:chExt cx="10857355" cy="4027782"/>
          </a:xfrm>
        </p:grpSpPr>
        <p:sp>
          <p:nvSpPr>
            <p:cNvPr id="3" name="Block Arc 2">
              <a:extLst>
                <a:ext uri="{FF2B5EF4-FFF2-40B4-BE49-F238E27FC236}">
                  <a16:creationId xmlns:a16="http://schemas.microsoft.com/office/drawing/2014/main" xmlns="" id="{BF3EC49F-F336-AACA-8465-237F32F42E18}"/>
                </a:ext>
              </a:extLst>
            </p:cNvPr>
            <p:cNvSpPr/>
            <p:nvPr/>
          </p:nvSpPr>
          <p:spPr>
            <a:xfrm>
              <a:off x="9302459" y="1674891"/>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4" name="Rectangle 3">
              <a:extLst>
                <a:ext uri="{FF2B5EF4-FFF2-40B4-BE49-F238E27FC236}">
                  <a16:creationId xmlns:a16="http://schemas.microsoft.com/office/drawing/2014/main" xmlns="" id="{18BE606C-114B-FD50-AF70-5C6023FC58EA}"/>
                </a:ext>
              </a:extLst>
            </p:cNvPr>
            <p:cNvSpPr/>
            <p:nvPr/>
          </p:nvSpPr>
          <p:spPr>
            <a:xfrm>
              <a:off x="1520983" y="1674891"/>
              <a:ext cx="879355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5" name="Rectangle 4">
              <a:extLst>
                <a:ext uri="{FF2B5EF4-FFF2-40B4-BE49-F238E27FC236}">
                  <a16:creationId xmlns:a16="http://schemas.microsoft.com/office/drawing/2014/main" xmlns="" id="{145C93D3-3BE5-8C98-66E7-5A1F08E0EE61}"/>
                </a:ext>
              </a:extLst>
            </p:cNvPr>
            <p:cNvSpPr/>
            <p:nvPr/>
          </p:nvSpPr>
          <p:spPr>
            <a:xfrm>
              <a:off x="1520983" y="3643996"/>
              <a:ext cx="881283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6" name="Rectangle 5">
              <a:extLst>
                <a:ext uri="{FF2B5EF4-FFF2-40B4-BE49-F238E27FC236}">
                  <a16:creationId xmlns:a16="http://schemas.microsoft.com/office/drawing/2014/main" xmlns="" id="{E2B5AF1A-0F43-D0A5-5C07-719657D454B0}"/>
                </a:ext>
              </a:extLst>
            </p:cNvPr>
            <p:cNvSpPr/>
            <p:nvPr/>
          </p:nvSpPr>
          <p:spPr>
            <a:xfrm>
              <a:off x="1520983" y="5621192"/>
              <a:ext cx="9052560"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7" name="Block Arc 6">
              <a:extLst>
                <a:ext uri="{FF2B5EF4-FFF2-40B4-BE49-F238E27FC236}">
                  <a16:creationId xmlns:a16="http://schemas.microsoft.com/office/drawing/2014/main" xmlns="" id="{5A8CDC66-C741-705C-AF5D-2C69B30E1D23}"/>
                </a:ext>
              </a:extLst>
            </p:cNvPr>
            <p:cNvSpPr/>
            <p:nvPr/>
          </p:nvSpPr>
          <p:spPr>
            <a:xfrm flipH="1">
              <a:off x="495690" y="3643995"/>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8" name="Block Arc 7">
              <a:extLst>
                <a:ext uri="{FF2B5EF4-FFF2-40B4-BE49-F238E27FC236}">
                  <a16:creationId xmlns:a16="http://schemas.microsoft.com/office/drawing/2014/main" xmlns="" id="{CF3D43E5-1A1A-2EE6-A91F-74734FAF5768}"/>
                </a:ext>
              </a:extLst>
            </p:cNvPr>
            <p:cNvSpPr/>
            <p:nvPr/>
          </p:nvSpPr>
          <p:spPr>
            <a:xfrm>
              <a:off x="10354047" y="5261206"/>
              <a:ext cx="438991" cy="438991"/>
            </a:xfrm>
            <a:prstGeom prst="blockArc">
              <a:avLst>
                <a:gd name="adj1" fmla="val 228339"/>
                <a:gd name="adj2" fmla="val 5553148"/>
                <a:gd name="adj3" fmla="val 18207"/>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grpSp>
      <p:grpSp>
        <p:nvGrpSpPr>
          <p:cNvPr id="10" name="Group 9">
            <a:extLst>
              <a:ext uri="{FF2B5EF4-FFF2-40B4-BE49-F238E27FC236}">
                <a16:creationId xmlns:a16="http://schemas.microsoft.com/office/drawing/2014/main" xmlns="" id="{046B3647-C495-B137-90C8-D0D50BFF9388}"/>
              </a:ext>
            </a:extLst>
          </p:cNvPr>
          <p:cNvGrpSpPr/>
          <p:nvPr/>
        </p:nvGrpSpPr>
        <p:grpSpPr>
          <a:xfrm flipH="1">
            <a:off x="686762" y="3644220"/>
            <a:ext cx="1596435" cy="1807480"/>
            <a:chOff x="219453" y="2580615"/>
            <a:chExt cx="2625263" cy="2731686"/>
          </a:xfrm>
        </p:grpSpPr>
        <p:grpSp>
          <p:nvGrpSpPr>
            <p:cNvPr id="11" name="Group 10">
              <a:extLst>
                <a:ext uri="{FF2B5EF4-FFF2-40B4-BE49-F238E27FC236}">
                  <a16:creationId xmlns:a16="http://schemas.microsoft.com/office/drawing/2014/main" xmlns="" id="{B6F4A2E7-0A0A-DA5C-9066-66726552CDBA}"/>
                </a:ext>
              </a:extLst>
            </p:cNvPr>
            <p:cNvGrpSpPr/>
            <p:nvPr/>
          </p:nvGrpSpPr>
          <p:grpSpPr>
            <a:xfrm>
              <a:off x="885166" y="3186393"/>
              <a:ext cx="1319766" cy="2125908"/>
              <a:chOff x="7271291" y="1882249"/>
              <a:chExt cx="1537011" cy="2475850"/>
            </a:xfrm>
            <a:solidFill>
              <a:sysClr val="window" lastClr="FFFFFF"/>
            </a:solidFill>
          </p:grpSpPr>
          <p:sp>
            <p:nvSpPr>
              <p:cNvPr id="20" name="Freeform: Shape 19">
                <a:extLst>
                  <a:ext uri="{FF2B5EF4-FFF2-40B4-BE49-F238E27FC236}">
                    <a16:creationId xmlns:a16="http://schemas.microsoft.com/office/drawing/2014/main" xmlns="" id="{3D44C72C-D6CC-250A-8F13-C4011CFFC56D}"/>
                  </a:ext>
                </a:extLst>
              </p:cNvPr>
              <p:cNvSpPr/>
              <p:nvPr/>
            </p:nvSpPr>
            <p:spPr>
              <a:xfrm>
                <a:off x="7271291" y="1882249"/>
                <a:ext cx="1537011" cy="2475850"/>
              </a:xfrm>
              <a:custGeom>
                <a:avLst/>
                <a:gdLst>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69955 w 1537011"/>
                  <a:gd name="connsiteY16" fmla="*/ 2463220 h 2480745"/>
                  <a:gd name="connsiteX17" fmla="*/ 500911 w 1537011"/>
                  <a:gd name="connsiteY17" fmla="*/ 2459508 h 2480745"/>
                  <a:gd name="connsiteX18" fmla="*/ 447457 w 1537011"/>
                  <a:gd name="connsiteY18" fmla="*/ 2446887 h 2480745"/>
                  <a:gd name="connsiteX19" fmla="*/ 391775 w 1537011"/>
                  <a:gd name="connsiteY19" fmla="*/ 2352600 h 2480745"/>
                  <a:gd name="connsiteX20" fmla="*/ 470472 w 1537011"/>
                  <a:gd name="connsiteY20" fmla="*/ 2270192 h 2480745"/>
                  <a:gd name="connsiteX21" fmla="*/ 460819 w 1537011"/>
                  <a:gd name="connsiteY21" fmla="*/ 2117997 h 2480745"/>
                  <a:gd name="connsiteX22" fmla="*/ 417759 w 1537011"/>
                  <a:gd name="connsiteY22" fmla="*/ 2125420 h 2480745"/>
                  <a:gd name="connsiteX23" fmla="*/ 390290 w 1537011"/>
                  <a:gd name="connsiteY23" fmla="*/ 2156602 h 2480745"/>
                  <a:gd name="connsiteX24" fmla="*/ 414047 w 1537011"/>
                  <a:gd name="connsiteY24" fmla="*/ 2190753 h 2480745"/>
                  <a:gd name="connsiteX25" fmla="*/ 458592 w 1537011"/>
                  <a:gd name="connsiteY25" fmla="*/ 2201147 h 2480745"/>
                  <a:gd name="connsiteX26" fmla="*/ 763724 w 1537011"/>
                  <a:gd name="connsiteY26" fmla="*/ 2210798 h 2480745"/>
                  <a:gd name="connsiteX27" fmla="*/ 1054751 w 1537011"/>
                  <a:gd name="connsiteY27" fmla="*/ 2220450 h 2480745"/>
                  <a:gd name="connsiteX28" fmla="*/ 1106721 w 1537011"/>
                  <a:gd name="connsiteY28" fmla="*/ 2215253 h 2480745"/>
                  <a:gd name="connsiteX29" fmla="*/ 1136417 w 1537011"/>
                  <a:gd name="connsiteY29" fmla="*/ 2182586 h 2480745"/>
                  <a:gd name="connsiteX30" fmla="*/ 1110433 w 1537011"/>
                  <a:gd name="connsiteY30" fmla="*/ 2146950 h 2480745"/>
                  <a:gd name="connsiteX31" fmla="*/ 1045100 w 1537011"/>
                  <a:gd name="connsiteY31" fmla="*/ 2136557 h 2480745"/>
                  <a:gd name="connsiteX32" fmla="*/ 460819 w 1537011"/>
                  <a:gd name="connsiteY32" fmla="*/ 2117997 h 2480745"/>
                  <a:gd name="connsiteX33" fmla="*/ 425926 w 1537011"/>
                  <a:gd name="connsiteY33" fmla="*/ 2063800 h 2480745"/>
                  <a:gd name="connsiteX34" fmla="*/ 465274 w 1537011"/>
                  <a:gd name="connsiteY34" fmla="*/ 2065285 h 2480745"/>
                  <a:gd name="connsiteX35" fmla="*/ 506849 w 1537011"/>
                  <a:gd name="connsiteY35" fmla="*/ 2066770 h 2480745"/>
                  <a:gd name="connsiteX36" fmla="*/ 526151 w 1537011"/>
                  <a:gd name="connsiteY36" fmla="*/ 2066770 h 2480745"/>
                  <a:gd name="connsiteX37" fmla="*/ 1096326 w 1537011"/>
                  <a:gd name="connsiteY37" fmla="*/ 2083845 h 2480745"/>
                  <a:gd name="connsiteX38" fmla="*/ 1137159 w 1537011"/>
                  <a:gd name="connsiteY38" fmla="*/ 2097209 h 2480745"/>
                  <a:gd name="connsiteX39" fmla="*/ 1192840 w 1537011"/>
                  <a:gd name="connsiteY39" fmla="*/ 2187041 h 2480745"/>
                  <a:gd name="connsiteX40" fmla="*/ 1128251 w 1537011"/>
                  <a:gd name="connsiteY40" fmla="*/ 2267964 h 2480745"/>
                  <a:gd name="connsiteX41" fmla="*/ 1097811 w 1537011"/>
                  <a:gd name="connsiteY41" fmla="*/ 2276131 h 2480745"/>
                  <a:gd name="connsiteX42" fmla="*/ 443001 w 1537011"/>
                  <a:gd name="connsiteY42" fmla="*/ 2256828 h 2480745"/>
                  <a:gd name="connsiteX43" fmla="*/ 338320 w 1537011"/>
                  <a:gd name="connsiteY43" fmla="*/ 2126163 h 2480745"/>
                  <a:gd name="connsiteX44" fmla="*/ 425926 w 1537011"/>
                  <a:gd name="connsiteY44" fmla="*/ 2063800 h 2480745"/>
                  <a:gd name="connsiteX45" fmla="*/ 446713 w 1537011"/>
                  <a:gd name="connsiteY45" fmla="*/ 1916802 h 2480745"/>
                  <a:gd name="connsiteX46" fmla="*/ 390289 w 1537011"/>
                  <a:gd name="connsiteY46" fmla="*/ 1927939 h 2480745"/>
                  <a:gd name="connsiteX47" fmla="*/ 388062 w 1537011"/>
                  <a:gd name="connsiteY47" fmla="*/ 1982877 h 2480745"/>
                  <a:gd name="connsiteX48" fmla="*/ 440773 w 1537011"/>
                  <a:gd name="connsiteY48" fmla="*/ 1996983 h 2480745"/>
                  <a:gd name="connsiteX49" fmla="*/ 1098555 w 1537011"/>
                  <a:gd name="connsiteY49" fmla="*/ 2018513 h 2480745"/>
                  <a:gd name="connsiteX50" fmla="*/ 1149038 w 1537011"/>
                  <a:gd name="connsiteY50" fmla="*/ 2008119 h 2480745"/>
                  <a:gd name="connsiteX51" fmla="*/ 1151266 w 1537011"/>
                  <a:gd name="connsiteY51" fmla="*/ 1952438 h 2480745"/>
                  <a:gd name="connsiteX52" fmla="*/ 1098555 w 1537011"/>
                  <a:gd name="connsiteY52" fmla="*/ 1937590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00911 w 1537011"/>
                  <a:gd name="connsiteY16" fmla="*/ 2459508 h 2480745"/>
                  <a:gd name="connsiteX17" fmla="*/ 447457 w 1537011"/>
                  <a:gd name="connsiteY17" fmla="*/ 2446887 h 2480745"/>
                  <a:gd name="connsiteX18" fmla="*/ 391775 w 1537011"/>
                  <a:gd name="connsiteY18" fmla="*/ 2352600 h 2480745"/>
                  <a:gd name="connsiteX19" fmla="*/ 470472 w 1537011"/>
                  <a:gd name="connsiteY19" fmla="*/ 2270192 h 2480745"/>
                  <a:gd name="connsiteX20" fmla="*/ 460819 w 1537011"/>
                  <a:gd name="connsiteY20" fmla="*/ 2117997 h 2480745"/>
                  <a:gd name="connsiteX21" fmla="*/ 417759 w 1537011"/>
                  <a:gd name="connsiteY21" fmla="*/ 2125420 h 2480745"/>
                  <a:gd name="connsiteX22" fmla="*/ 390290 w 1537011"/>
                  <a:gd name="connsiteY22" fmla="*/ 2156602 h 2480745"/>
                  <a:gd name="connsiteX23" fmla="*/ 414047 w 1537011"/>
                  <a:gd name="connsiteY23" fmla="*/ 2190753 h 2480745"/>
                  <a:gd name="connsiteX24" fmla="*/ 458592 w 1537011"/>
                  <a:gd name="connsiteY24" fmla="*/ 2201147 h 2480745"/>
                  <a:gd name="connsiteX25" fmla="*/ 763724 w 1537011"/>
                  <a:gd name="connsiteY25" fmla="*/ 2210798 h 2480745"/>
                  <a:gd name="connsiteX26" fmla="*/ 1054751 w 1537011"/>
                  <a:gd name="connsiteY26" fmla="*/ 2220450 h 2480745"/>
                  <a:gd name="connsiteX27" fmla="*/ 1106721 w 1537011"/>
                  <a:gd name="connsiteY27" fmla="*/ 2215253 h 2480745"/>
                  <a:gd name="connsiteX28" fmla="*/ 1136417 w 1537011"/>
                  <a:gd name="connsiteY28" fmla="*/ 2182586 h 2480745"/>
                  <a:gd name="connsiteX29" fmla="*/ 1110433 w 1537011"/>
                  <a:gd name="connsiteY29" fmla="*/ 2146950 h 2480745"/>
                  <a:gd name="connsiteX30" fmla="*/ 1045100 w 1537011"/>
                  <a:gd name="connsiteY30" fmla="*/ 2136557 h 2480745"/>
                  <a:gd name="connsiteX31" fmla="*/ 460819 w 1537011"/>
                  <a:gd name="connsiteY31" fmla="*/ 2117997 h 2480745"/>
                  <a:gd name="connsiteX32" fmla="*/ 425926 w 1537011"/>
                  <a:gd name="connsiteY32" fmla="*/ 2063800 h 2480745"/>
                  <a:gd name="connsiteX33" fmla="*/ 465274 w 1537011"/>
                  <a:gd name="connsiteY33" fmla="*/ 2065285 h 2480745"/>
                  <a:gd name="connsiteX34" fmla="*/ 506849 w 1537011"/>
                  <a:gd name="connsiteY34" fmla="*/ 2066770 h 2480745"/>
                  <a:gd name="connsiteX35" fmla="*/ 526151 w 1537011"/>
                  <a:gd name="connsiteY35" fmla="*/ 2066770 h 2480745"/>
                  <a:gd name="connsiteX36" fmla="*/ 1096326 w 1537011"/>
                  <a:gd name="connsiteY36" fmla="*/ 2083845 h 2480745"/>
                  <a:gd name="connsiteX37" fmla="*/ 1137159 w 1537011"/>
                  <a:gd name="connsiteY37" fmla="*/ 2097209 h 2480745"/>
                  <a:gd name="connsiteX38" fmla="*/ 1192840 w 1537011"/>
                  <a:gd name="connsiteY38" fmla="*/ 2187041 h 2480745"/>
                  <a:gd name="connsiteX39" fmla="*/ 1128251 w 1537011"/>
                  <a:gd name="connsiteY39" fmla="*/ 2267964 h 2480745"/>
                  <a:gd name="connsiteX40" fmla="*/ 1097811 w 1537011"/>
                  <a:gd name="connsiteY40" fmla="*/ 2276131 h 2480745"/>
                  <a:gd name="connsiteX41" fmla="*/ 443001 w 1537011"/>
                  <a:gd name="connsiteY41" fmla="*/ 2256828 h 2480745"/>
                  <a:gd name="connsiteX42" fmla="*/ 338320 w 1537011"/>
                  <a:gd name="connsiteY42" fmla="*/ 2126163 h 2480745"/>
                  <a:gd name="connsiteX43" fmla="*/ 425926 w 1537011"/>
                  <a:gd name="connsiteY43" fmla="*/ 2063800 h 2480745"/>
                  <a:gd name="connsiteX44" fmla="*/ 446713 w 1537011"/>
                  <a:gd name="connsiteY44" fmla="*/ 1916802 h 2480745"/>
                  <a:gd name="connsiteX45" fmla="*/ 390289 w 1537011"/>
                  <a:gd name="connsiteY45" fmla="*/ 1927939 h 2480745"/>
                  <a:gd name="connsiteX46" fmla="*/ 388062 w 1537011"/>
                  <a:gd name="connsiteY46" fmla="*/ 1982877 h 2480745"/>
                  <a:gd name="connsiteX47" fmla="*/ 440773 w 1537011"/>
                  <a:gd name="connsiteY47" fmla="*/ 1996983 h 2480745"/>
                  <a:gd name="connsiteX48" fmla="*/ 1098555 w 1537011"/>
                  <a:gd name="connsiteY48" fmla="*/ 2018513 h 2480745"/>
                  <a:gd name="connsiteX49" fmla="*/ 1149038 w 1537011"/>
                  <a:gd name="connsiteY49" fmla="*/ 2008119 h 2480745"/>
                  <a:gd name="connsiteX50" fmla="*/ 1151266 w 1537011"/>
                  <a:gd name="connsiteY50" fmla="*/ 1952438 h 2480745"/>
                  <a:gd name="connsiteX51" fmla="*/ 1098555 w 1537011"/>
                  <a:gd name="connsiteY51" fmla="*/ 1937590 h 2480745"/>
                  <a:gd name="connsiteX52" fmla="*/ 446713 w 1537011"/>
                  <a:gd name="connsiteY52" fmla="*/ 1916802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00911 w 1537011"/>
                  <a:gd name="connsiteY15" fmla="*/ 2459508 h 2480745"/>
                  <a:gd name="connsiteX16" fmla="*/ 447457 w 1537011"/>
                  <a:gd name="connsiteY16" fmla="*/ 2446887 h 2480745"/>
                  <a:gd name="connsiteX17" fmla="*/ 391775 w 1537011"/>
                  <a:gd name="connsiteY17" fmla="*/ 2352600 h 2480745"/>
                  <a:gd name="connsiteX18" fmla="*/ 470472 w 1537011"/>
                  <a:gd name="connsiteY18" fmla="*/ 2270192 h 2480745"/>
                  <a:gd name="connsiteX19" fmla="*/ 460819 w 1537011"/>
                  <a:gd name="connsiteY19" fmla="*/ 2117997 h 2480745"/>
                  <a:gd name="connsiteX20" fmla="*/ 417759 w 1537011"/>
                  <a:gd name="connsiteY20" fmla="*/ 2125420 h 2480745"/>
                  <a:gd name="connsiteX21" fmla="*/ 390290 w 1537011"/>
                  <a:gd name="connsiteY21" fmla="*/ 2156602 h 2480745"/>
                  <a:gd name="connsiteX22" fmla="*/ 414047 w 1537011"/>
                  <a:gd name="connsiteY22" fmla="*/ 2190753 h 2480745"/>
                  <a:gd name="connsiteX23" fmla="*/ 458592 w 1537011"/>
                  <a:gd name="connsiteY23" fmla="*/ 2201147 h 2480745"/>
                  <a:gd name="connsiteX24" fmla="*/ 763724 w 1537011"/>
                  <a:gd name="connsiteY24" fmla="*/ 2210798 h 2480745"/>
                  <a:gd name="connsiteX25" fmla="*/ 1054751 w 1537011"/>
                  <a:gd name="connsiteY25" fmla="*/ 2220450 h 2480745"/>
                  <a:gd name="connsiteX26" fmla="*/ 1106721 w 1537011"/>
                  <a:gd name="connsiteY26" fmla="*/ 2215253 h 2480745"/>
                  <a:gd name="connsiteX27" fmla="*/ 1136417 w 1537011"/>
                  <a:gd name="connsiteY27" fmla="*/ 2182586 h 2480745"/>
                  <a:gd name="connsiteX28" fmla="*/ 1110433 w 1537011"/>
                  <a:gd name="connsiteY28" fmla="*/ 2146950 h 2480745"/>
                  <a:gd name="connsiteX29" fmla="*/ 1045100 w 1537011"/>
                  <a:gd name="connsiteY29" fmla="*/ 2136557 h 2480745"/>
                  <a:gd name="connsiteX30" fmla="*/ 460819 w 1537011"/>
                  <a:gd name="connsiteY30" fmla="*/ 2117997 h 2480745"/>
                  <a:gd name="connsiteX31" fmla="*/ 425926 w 1537011"/>
                  <a:gd name="connsiteY31" fmla="*/ 2063800 h 2480745"/>
                  <a:gd name="connsiteX32" fmla="*/ 465274 w 1537011"/>
                  <a:gd name="connsiteY32" fmla="*/ 2065285 h 2480745"/>
                  <a:gd name="connsiteX33" fmla="*/ 506849 w 1537011"/>
                  <a:gd name="connsiteY33" fmla="*/ 2066770 h 2480745"/>
                  <a:gd name="connsiteX34" fmla="*/ 526151 w 1537011"/>
                  <a:gd name="connsiteY34" fmla="*/ 2066770 h 2480745"/>
                  <a:gd name="connsiteX35" fmla="*/ 1096326 w 1537011"/>
                  <a:gd name="connsiteY35" fmla="*/ 2083845 h 2480745"/>
                  <a:gd name="connsiteX36" fmla="*/ 1137159 w 1537011"/>
                  <a:gd name="connsiteY36" fmla="*/ 2097209 h 2480745"/>
                  <a:gd name="connsiteX37" fmla="*/ 1192840 w 1537011"/>
                  <a:gd name="connsiteY37" fmla="*/ 2187041 h 2480745"/>
                  <a:gd name="connsiteX38" fmla="*/ 1128251 w 1537011"/>
                  <a:gd name="connsiteY38" fmla="*/ 2267964 h 2480745"/>
                  <a:gd name="connsiteX39" fmla="*/ 1097811 w 1537011"/>
                  <a:gd name="connsiteY39" fmla="*/ 2276131 h 2480745"/>
                  <a:gd name="connsiteX40" fmla="*/ 443001 w 1537011"/>
                  <a:gd name="connsiteY40" fmla="*/ 2256828 h 2480745"/>
                  <a:gd name="connsiteX41" fmla="*/ 338320 w 1537011"/>
                  <a:gd name="connsiteY41" fmla="*/ 2126163 h 2480745"/>
                  <a:gd name="connsiteX42" fmla="*/ 425926 w 1537011"/>
                  <a:gd name="connsiteY42" fmla="*/ 2063800 h 2480745"/>
                  <a:gd name="connsiteX43" fmla="*/ 446713 w 1537011"/>
                  <a:gd name="connsiteY43" fmla="*/ 1916802 h 2480745"/>
                  <a:gd name="connsiteX44" fmla="*/ 390289 w 1537011"/>
                  <a:gd name="connsiteY44" fmla="*/ 1927939 h 2480745"/>
                  <a:gd name="connsiteX45" fmla="*/ 388062 w 1537011"/>
                  <a:gd name="connsiteY45" fmla="*/ 1982877 h 2480745"/>
                  <a:gd name="connsiteX46" fmla="*/ 440773 w 1537011"/>
                  <a:gd name="connsiteY46" fmla="*/ 1996983 h 2480745"/>
                  <a:gd name="connsiteX47" fmla="*/ 1098555 w 1537011"/>
                  <a:gd name="connsiteY47" fmla="*/ 2018513 h 2480745"/>
                  <a:gd name="connsiteX48" fmla="*/ 1149038 w 1537011"/>
                  <a:gd name="connsiteY48" fmla="*/ 2008119 h 2480745"/>
                  <a:gd name="connsiteX49" fmla="*/ 1151266 w 1537011"/>
                  <a:gd name="connsiteY49" fmla="*/ 1952438 h 2480745"/>
                  <a:gd name="connsiteX50" fmla="*/ 1098555 w 1537011"/>
                  <a:gd name="connsiteY50" fmla="*/ 1937590 h 2480745"/>
                  <a:gd name="connsiteX51" fmla="*/ 446713 w 1537011"/>
                  <a:gd name="connsiteY51" fmla="*/ 1916802 h 2480745"/>
                  <a:gd name="connsiteX52" fmla="*/ 523923 w 1537011"/>
                  <a:gd name="connsiteY52" fmla="*/ 192914 h 2480745"/>
                  <a:gd name="connsiteX53" fmla="*/ 408107 w 1537011"/>
                  <a:gd name="connsiteY53" fmla="*/ 273095 h 2480745"/>
                  <a:gd name="connsiteX54" fmla="*/ 183898 w 1537011"/>
                  <a:gd name="connsiteY54" fmla="*/ 552985 h 2480745"/>
                  <a:gd name="connsiteX55" fmla="*/ 150488 w 1537011"/>
                  <a:gd name="connsiteY55" fmla="*/ 820997 h 2480745"/>
                  <a:gd name="connsiteX56" fmla="*/ 244033 w 1537011"/>
                  <a:gd name="connsiteY56" fmla="*/ 1149145 h 2480745"/>
                  <a:gd name="connsiteX57" fmla="*/ 242548 w 1537011"/>
                  <a:gd name="connsiteY57" fmla="*/ 1156569 h 2480745"/>
                  <a:gd name="connsiteX58" fmla="*/ 154200 w 1537011"/>
                  <a:gd name="connsiteY58" fmla="*/ 950920 h 2480745"/>
                  <a:gd name="connsiteX59" fmla="*/ 131186 w 1537011"/>
                  <a:gd name="connsiteY59" fmla="*/ 648757 h 2480745"/>
                  <a:gd name="connsiteX60" fmla="*/ 215821 w 1537011"/>
                  <a:gd name="connsiteY60" fmla="*/ 443851 h 2480745"/>
                  <a:gd name="connsiteX61" fmla="*/ 500165 w 1537011"/>
                  <a:gd name="connsiteY61" fmla="*/ 201081 h 2480745"/>
                  <a:gd name="connsiteX62" fmla="*/ 523923 w 1537011"/>
                  <a:gd name="connsiteY62" fmla="*/ 192914 h 2480745"/>
                  <a:gd name="connsiteX63" fmla="*/ 800630 w 1537011"/>
                  <a:gd name="connsiteY63" fmla="*/ 46764 h 2480745"/>
                  <a:gd name="connsiteX64" fmla="*/ 713588 w 1537011"/>
                  <a:gd name="connsiteY64" fmla="*/ 47343 h 2480745"/>
                  <a:gd name="connsiteX65" fmla="*/ 595938 w 1537011"/>
                  <a:gd name="connsiteY65" fmla="*/ 67446 h 2480745"/>
                  <a:gd name="connsiteX66" fmla="*/ 175732 w 1537011"/>
                  <a:gd name="connsiteY66" fmla="*/ 344366 h 2480745"/>
                  <a:gd name="connsiteX67" fmla="*/ 49521 w 1537011"/>
                  <a:gd name="connsiteY67" fmla="*/ 655438 h 2480745"/>
                  <a:gd name="connsiteX68" fmla="*/ 137126 w 1537011"/>
                  <a:gd name="connsiteY68" fmla="*/ 1109796 h 2480745"/>
                  <a:gd name="connsiteX69" fmla="*/ 310109 w 1537011"/>
                  <a:gd name="connsiteY69" fmla="*/ 1387460 h 2480745"/>
                  <a:gd name="connsiteX70" fmla="*/ 440773 w 1537011"/>
                  <a:gd name="connsiteY70" fmla="*/ 1695562 h 2480745"/>
                  <a:gd name="connsiteX71" fmla="*/ 460819 w 1537011"/>
                  <a:gd name="connsiteY71" fmla="*/ 1792076 h 2480745"/>
                  <a:gd name="connsiteX72" fmla="*/ 492743 w 1537011"/>
                  <a:gd name="connsiteY72" fmla="*/ 1817318 h 2480745"/>
                  <a:gd name="connsiteX73" fmla="*/ 1065146 w 1537011"/>
                  <a:gd name="connsiteY73" fmla="*/ 1836621 h 2480745"/>
                  <a:gd name="connsiteX74" fmla="*/ 1089645 w 1537011"/>
                  <a:gd name="connsiteY74" fmla="*/ 1818803 h 2480745"/>
                  <a:gd name="connsiteX75" fmla="*/ 1116372 w 1537011"/>
                  <a:gd name="connsiteY75" fmla="*/ 1688138 h 2480745"/>
                  <a:gd name="connsiteX76" fmla="*/ 1268567 w 1537011"/>
                  <a:gd name="connsiteY76" fmla="*/ 1319900 h 2480745"/>
                  <a:gd name="connsiteX77" fmla="*/ 1376960 w 1537011"/>
                  <a:gd name="connsiteY77" fmla="*/ 1166220 h 2480745"/>
                  <a:gd name="connsiteX78" fmla="*/ 1468276 w 1537011"/>
                  <a:gd name="connsiteY78" fmla="*/ 916026 h 2480745"/>
                  <a:gd name="connsiteX79" fmla="*/ 1468276 w 1537011"/>
                  <a:gd name="connsiteY79" fmla="*/ 599015 h 2480745"/>
                  <a:gd name="connsiteX80" fmla="*/ 1056236 w 1537011"/>
                  <a:gd name="connsiteY80" fmla="*/ 110506 h 2480745"/>
                  <a:gd name="connsiteX81" fmla="*/ 800630 w 1537011"/>
                  <a:gd name="connsiteY81" fmla="*/ 46764 h 2480745"/>
                  <a:gd name="connsiteX82" fmla="*/ 794163 w 1537011"/>
                  <a:gd name="connsiteY82" fmla="*/ 814 h 2480745"/>
                  <a:gd name="connsiteX83" fmla="*/ 1036191 w 1537011"/>
                  <a:gd name="connsiteY83" fmla="*/ 52598 h 2480745"/>
                  <a:gd name="connsiteX84" fmla="*/ 1503912 w 1537011"/>
                  <a:gd name="connsiteY84" fmla="*/ 551500 h 2480745"/>
                  <a:gd name="connsiteX85" fmla="*/ 1518761 w 1537011"/>
                  <a:gd name="connsiteY85" fmla="*/ 910830 h 2480745"/>
                  <a:gd name="connsiteX86" fmla="*/ 1377702 w 1537011"/>
                  <a:gd name="connsiteY86" fmla="*/ 1250855 h 2480745"/>
                  <a:gd name="connsiteX87" fmla="*/ 1264855 w 1537011"/>
                  <a:gd name="connsiteY87" fmla="*/ 1406020 h 2480745"/>
                  <a:gd name="connsiteX88" fmla="*/ 1163144 w 1537011"/>
                  <a:gd name="connsiteY88" fmla="*/ 1694078 h 2480745"/>
                  <a:gd name="connsiteX89" fmla="*/ 1115630 w 1537011"/>
                  <a:gd name="connsiteY89" fmla="*/ 1876711 h 2480745"/>
                  <a:gd name="connsiteX90" fmla="*/ 1149781 w 1537011"/>
                  <a:gd name="connsiteY90" fmla="*/ 1887848 h 2480745"/>
                  <a:gd name="connsiteX91" fmla="*/ 1229961 w 1537011"/>
                  <a:gd name="connsiteY91" fmla="*/ 1991044 h 2480745"/>
                  <a:gd name="connsiteX92" fmla="*/ 1126023 w 1537011"/>
                  <a:gd name="connsiteY92" fmla="*/ 2077164 h 2480745"/>
                  <a:gd name="connsiteX93" fmla="*/ 1100038 w 1537011"/>
                  <a:gd name="connsiteY93" fmla="*/ 2077906 h 2480745"/>
                  <a:gd name="connsiteX94" fmla="*/ 423698 w 1537011"/>
                  <a:gd name="connsiteY94" fmla="*/ 2054891 h 2480745"/>
                  <a:gd name="connsiteX95" fmla="*/ 368017 w 1537011"/>
                  <a:gd name="connsiteY95" fmla="*/ 2039300 h 2480745"/>
                  <a:gd name="connsiteX96" fmla="*/ 311594 w 1537011"/>
                  <a:gd name="connsiteY96" fmla="*/ 1951695 h 2480745"/>
                  <a:gd name="connsiteX97" fmla="*/ 382123 w 1537011"/>
                  <a:gd name="connsiteY97" fmla="*/ 1867803 h 2480745"/>
                  <a:gd name="connsiteX98" fmla="*/ 434092 w 1537011"/>
                  <a:gd name="connsiteY98" fmla="*/ 1854439 h 2480745"/>
                  <a:gd name="connsiteX99" fmla="*/ 387320 w 1537011"/>
                  <a:gd name="connsiteY99" fmla="*/ 1655472 h 2480745"/>
                  <a:gd name="connsiteX100" fmla="*/ 301199 w 1537011"/>
                  <a:gd name="connsiteY100" fmla="*/ 1459474 h 2480745"/>
                  <a:gd name="connsiteX101" fmla="*/ 137869 w 1537011"/>
                  <a:gd name="connsiteY101" fmla="*/ 1212992 h 2480745"/>
                  <a:gd name="connsiteX102" fmla="*/ 2748 w 1537011"/>
                  <a:gd name="connsiteY102" fmla="*/ 664348 h 2480745"/>
                  <a:gd name="connsiteX103" fmla="*/ 145292 w 1537011"/>
                  <a:gd name="connsiteY103" fmla="*/ 308730 h 2480745"/>
                  <a:gd name="connsiteX104" fmla="*/ 549909 w 1537011"/>
                  <a:gd name="connsiteY104" fmla="*/ 32552 h 2480745"/>
                  <a:gd name="connsiteX105" fmla="*/ 794163 w 1537011"/>
                  <a:gd name="connsiteY105" fmla="*/ 814 h 2480745"/>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608445 w 1537011"/>
                  <a:gd name="connsiteY13" fmla="*/ 2467907 h 2475850"/>
                  <a:gd name="connsiteX14" fmla="*/ 500911 w 1537011"/>
                  <a:gd name="connsiteY14" fmla="*/ 2459508 h 2475850"/>
                  <a:gd name="connsiteX15" fmla="*/ 447457 w 1537011"/>
                  <a:gd name="connsiteY15" fmla="*/ 2446887 h 2475850"/>
                  <a:gd name="connsiteX16" fmla="*/ 391775 w 1537011"/>
                  <a:gd name="connsiteY16" fmla="*/ 2352600 h 2475850"/>
                  <a:gd name="connsiteX17" fmla="*/ 470472 w 1537011"/>
                  <a:gd name="connsiteY17" fmla="*/ 2270192 h 2475850"/>
                  <a:gd name="connsiteX18" fmla="*/ 460819 w 1537011"/>
                  <a:gd name="connsiteY18" fmla="*/ 2117997 h 2475850"/>
                  <a:gd name="connsiteX19" fmla="*/ 417759 w 1537011"/>
                  <a:gd name="connsiteY19" fmla="*/ 2125420 h 2475850"/>
                  <a:gd name="connsiteX20" fmla="*/ 390290 w 1537011"/>
                  <a:gd name="connsiteY20" fmla="*/ 2156602 h 2475850"/>
                  <a:gd name="connsiteX21" fmla="*/ 414047 w 1537011"/>
                  <a:gd name="connsiteY21" fmla="*/ 2190753 h 2475850"/>
                  <a:gd name="connsiteX22" fmla="*/ 458592 w 1537011"/>
                  <a:gd name="connsiteY22" fmla="*/ 2201147 h 2475850"/>
                  <a:gd name="connsiteX23" fmla="*/ 763724 w 1537011"/>
                  <a:gd name="connsiteY23" fmla="*/ 2210798 h 2475850"/>
                  <a:gd name="connsiteX24" fmla="*/ 1054751 w 1537011"/>
                  <a:gd name="connsiteY24" fmla="*/ 2220450 h 2475850"/>
                  <a:gd name="connsiteX25" fmla="*/ 1106721 w 1537011"/>
                  <a:gd name="connsiteY25" fmla="*/ 2215253 h 2475850"/>
                  <a:gd name="connsiteX26" fmla="*/ 1136417 w 1537011"/>
                  <a:gd name="connsiteY26" fmla="*/ 2182586 h 2475850"/>
                  <a:gd name="connsiteX27" fmla="*/ 1110433 w 1537011"/>
                  <a:gd name="connsiteY27" fmla="*/ 2146950 h 2475850"/>
                  <a:gd name="connsiteX28" fmla="*/ 1045100 w 1537011"/>
                  <a:gd name="connsiteY28" fmla="*/ 2136557 h 2475850"/>
                  <a:gd name="connsiteX29" fmla="*/ 460819 w 1537011"/>
                  <a:gd name="connsiteY29" fmla="*/ 2117997 h 2475850"/>
                  <a:gd name="connsiteX30" fmla="*/ 425926 w 1537011"/>
                  <a:gd name="connsiteY30" fmla="*/ 2063800 h 2475850"/>
                  <a:gd name="connsiteX31" fmla="*/ 465274 w 1537011"/>
                  <a:gd name="connsiteY31" fmla="*/ 2065285 h 2475850"/>
                  <a:gd name="connsiteX32" fmla="*/ 506849 w 1537011"/>
                  <a:gd name="connsiteY32" fmla="*/ 2066770 h 2475850"/>
                  <a:gd name="connsiteX33" fmla="*/ 526151 w 1537011"/>
                  <a:gd name="connsiteY33" fmla="*/ 2066770 h 2475850"/>
                  <a:gd name="connsiteX34" fmla="*/ 1096326 w 1537011"/>
                  <a:gd name="connsiteY34" fmla="*/ 2083845 h 2475850"/>
                  <a:gd name="connsiteX35" fmla="*/ 1137159 w 1537011"/>
                  <a:gd name="connsiteY35" fmla="*/ 2097209 h 2475850"/>
                  <a:gd name="connsiteX36" fmla="*/ 1192840 w 1537011"/>
                  <a:gd name="connsiteY36" fmla="*/ 2187041 h 2475850"/>
                  <a:gd name="connsiteX37" fmla="*/ 1128251 w 1537011"/>
                  <a:gd name="connsiteY37" fmla="*/ 2267964 h 2475850"/>
                  <a:gd name="connsiteX38" fmla="*/ 1097811 w 1537011"/>
                  <a:gd name="connsiteY38" fmla="*/ 2276131 h 2475850"/>
                  <a:gd name="connsiteX39" fmla="*/ 443001 w 1537011"/>
                  <a:gd name="connsiteY39" fmla="*/ 2256828 h 2475850"/>
                  <a:gd name="connsiteX40" fmla="*/ 338320 w 1537011"/>
                  <a:gd name="connsiteY40" fmla="*/ 2126163 h 2475850"/>
                  <a:gd name="connsiteX41" fmla="*/ 425926 w 1537011"/>
                  <a:gd name="connsiteY41" fmla="*/ 2063800 h 2475850"/>
                  <a:gd name="connsiteX42" fmla="*/ 446713 w 1537011"/>
                  <a:gd name="connsiteY42" fmla="*/ 1916802 h 2475850"/>
                  <a:gd name="connsiteX43" fmla="*/ 390289 w 1537011"/>
                  <a:gd name="connsiteY43" fmla="*/ 1927939 h 2475850"/>
                  <a:gd name="connsiteX44" fmla="*/ 388062 w 1537011"/>
                  <a:gd name="connsiteY44" fmla="*/ 1982877 h 2475850"/>
                  <a:gd name="connsiteX45" fmla="*/ 440773 w 1537011"/>
                  <a:gd name="connsiteY45" fmla="*/ 1996983 h 2475850"/>
                  <a:gd name="connsiteX46" fmla="*/ 1098555 w 1537011"/>
                  <a:gd name="connsiteY46" fmla="*/ 2018513 h 2475850"/>
                  <a:gd name="connsiteX47" fmla="*/ 1149038 w 1537011"/>
                  <a:gd name="connsiteY47" fmla="*/ 2008119 h 2475850"/>
                  <a:gd name="connsiteX48" fmla="*/ 1151266 w 1537011"/>
                  <a:gd name="connsiteY48" fmla="*/ 1952438 h 2475850"/>
                  <a:gd name="connsiteX49" fmla="*/ 1098555 w 1537011"/>
                  <a:gd name="connsiteY49" fmla="*/ 1937590 h 2475850"/>
                  <a:gd name="connsiteX50" fmla="*/ 446713 w 1537011"/>
                  <a:gd name="connsiteY50" fmla="*/ 1916802 h 2475850"/>
                  <a:gd name="connsiteX51" fmla="*/ 523923 w 1537011"/>
                  <a:gd name="connsiteY51" fmla="*/ 192914 h 2475850"/>
                  <a:gd name="connsiteX52" fmla="*/ 408107 w 1537011"/>
                  <a:gd name="connsiteY52" fmla="*/ 273095 h 2475850"/>
                  <a:gd name="connsiteX53" fmla="*/ 183898 w 1537011"/>
                  <a:gd name="connsiteY53" fmla="*/ 552985 h 2475850"/>
                  <a:gd name="connsiteX54" fmla="*/ 150488 w 1537011"/>
                  <a:gd name="connsiteY54" fmla="*/ 820997 h 2475850"/>
                  <a:gd name="connsiteX55" fmla="*/ 244033 w 1537011"/>
                  <a:gd name="connsiteY55" fmla="*/ 1149145 h 2475850"/>
                  <a:gd name="connsiteX56" fmla="*/ 242548 w 1537011"/>
                  <a:gd name="connsiteY56" fmla="*/ 1156569 h 2475850"/>
                  <a:gd name="connsiteX57" fmla="*/ 154200 w 1537011"/>
                  <a:gd name="connsiteY57" fmla="*/ 950920 h 2475850"/>
                  <a:gd name="connsiteX58" fmla="*/ 131186 w 1537011"/>
                  <a:gd name="connsiteY58" fmla="*/ 648757 h 2475850"/>
                  <a:gd name="connsiteX59" fmla="*/ 215821 w 1537011"/>
                  <a:gd name="connsiteY59" fmla="*/ 443851 h 2475850"/>
                  <a:gd name="connsiteX60" fmla="*/ 500165 w 1537011"/>
                  <a:gd name="connsiteY60" fmla="*/ 201081 h 2475850"/>
                  <a:gd name="connsiteX61" fmla="*/ 523923 w 1537011"/>
                  <a:gd name="connsiteY61" fmla="*/ 192914 h 2475850"/>
                  <a:gd name="connsiteX62" fmla="*/ 800630 w 1537011"/>
                  <a:gd name="connsiteY62" fmla="*/ 46764 h 2475850"/>
                  <a:gd name="connsiteX63" fmla="*/ 713588 w 1537011"/>
                  <a:gd name="connsiteY63" fmla="*/ 47343 h 2475850"/>
                  <a:gd name="connsiteX64" fmla="*/ 595938 w 1537011"/>
                  <a:gd name="connsiteY64" fmla="*/ 67446 h 2475850"/>
                  <a:gd name="connsiteX65" fmla="*/ 175732 w 1537011"/>
                  <a:gd name="connsiteY65" fmla="*/ 344366 h 2475850"/>
                  <a:gd name="connsiteX66" fmla="*/ 49521 w 1537011"/>
                  <a:gd name="connsiteY66" fmla="*/ 655438 h 2475850"/>
                  <a:gd name="connsiteX67" fmla="*/ 137126 w 1537011"/>
                  <a:gd name="connsiteY67" fmla="*/ 1109796 h 2475850"/>
                  <a:gd name="connsiteX68" fmla="*/ 310109 w 1537011"/>
                  <a:gd name="connsiteY68" fmla="*/ 1387460 h 2475850"/>
                  <a:gd name="connsiteX69" fmla="*/ 440773 w 1537011"/>
                  <a:gd name="connsiteY69" fmla="*/ 1695562 h 2475850"/>
                  <a:gd name="connsiteX70" fmla="*/ 460819 w 1537011"/>
                  <a:gd name="connsiteY70" fmla="*/ 1792076 h 2475850"/>
                  <a:gd name="connsiteX71" fmla="*/ 492743 w 1537011"/>
                  <a:gd name="connsiteY71" fmla="*/ 1817318 h 2475850"/>
                  <a:gd name="connsiteX72" fmla="*/ 1065146 w 1537011"/>
                  <a:gd name="connsiteY72" fmla="*/ 1836621 h 2475850"/>
                  <a:gd name="connsiteX73" fmla="*/ 1089645 w 1537011"/>
                  <a:gd name="connsiteY73" fmla="*/ 1818803 h 2475850"/>
                  <a:gd name="connsiteX74" fmla="*/ 1116372 w 1537011"/>
                  <a:gd name="connsiteY74" fmla="*/ 1688138 h 2475850"/>
                  <a:gd name="connsiteX75" fmla="*/ 1268567 w 1537011"/>
                  <a:gd name="connsiteY75" fmla="*/ 1319900 h 2475850"/>
                  <a:gd name="connsiteX76" fmla="*/ 1376960 w 1537011"/>
                  <a:gd name="connsiteY76" fmla="*/ 1166220 h 2475850"/>
                  <a:gd name="connsiteX77" fmla="*/ 1468276 w 1537011"/>
                  <a:gd name="connsiteY77" fmla="*/ 916026 h 2475850"/>
                  <a:gd name="connsiteX78" fmla="*/ 1468276 w 1537011"/>
                  <a:gd name="connsiteY78" fmla="*/ 599015 h 2475850"/>
                  <a:gd name="connsiteX79" fmla="*/ 1056236 w 1537011"/>
                  <a:gd name="connsiteY79" fmla="*/ 110506 h 2475850"/>
                  <a:gd name="connsiteX80" fmla="*/ 800630 w 1537011"/>
                  <a:gd name="connsiteY80" fmla="*/ 46764 h 2475850"/>
                  <a:gd name="connsiteX81" fmla="*/ 794163 w 1537011"/>
                  <a:gd name="connsiteY81" fmla="*/ 814 h 2475850"/>
                  <a:gd name="connsiteX82" fmla="*/ 1036191 w 1537011"/>
                  <a:gd name="connsiteY82" fmla="*/ 52598 h 2475850"/>
                  <a:gd name="connsiteX83" fmla="*/ 1503912 w 1537011"/>
                  <a:gd name="connsiteY83" fmla="*/ 551500 h 2475850"/>
                  <a:gd name="connsiteX84" fmla="*/ 1518761 w 1537011"/>
                  <a:gd name="connsiteY84" fmla="*/ 910830 h 2475850"/>
                  <a:gd name="connsiteX85" fmla="*/ 1377702 w 1537011"/>
                  <a:gd name="connsiteY85" fmla="*/ 1250855 h 2475850"/>
                  <a:gd name="connsiteX86" fmla="*/ 1264855 w 1537011"/>
                  <a:gd name="connsiteY86" fmla="*/ 1406020 h 2475850"/>
                  <a:gd name="connsiteX87" fmla="*/ 1163144 w 1537011"/>
                  <a:gd name="connsiteY87" fmla="*/ 1694078 h 2475850"/>
                  <a:gd name="connsiteX88" fmla="*/ 1115630 w 1537011"/>
                  <a:gd name="connsiteY88" fmla="*/ 1876711 h 2475850"/>
                  <a:gd name="connsiteX89" fmla="*/ 1149781 w 1537011"/>
                  <a:gd name="connsiteY89" fmla="*/ 1887848 h 2475850"/>
                  <a:gd name="connsiteX90" fmla="*/ 1229961 w 1537011"/>
                  <a:gd name="connsiteY90" fmla="*/ 1991044 h 2475850"/>
                  <a:gd name="connsiteX91" fmla="*/ 1126023 w 1537011"/>
                  <a:gd name="connsiteY91" fmla="*/ 2077164 h 2475850"/>
                  <a:gd name="connsiteX92" fmla="*/ 1100038 w 1537011"/>
                  <a:gd name="connsiteY92" fmla="*/ 2077906 h 2475850"/>
                  <a:gd name="connsiteX93" fmla="*/ 423698 w 1537011"/>
                  <a:gd name="connsiteY93" fmla="*/ 2054891 h 2475850"/>
                  <a:gd name="connsiteX94" fmla="*/ 368017 w 1537011"/>
                  <a:gd name="connsiteY94" fmla="*/ 2039300 h 2475850"/>
                  <a:gd name="connsiteX95" fmla="*/ 311594 w 1537011"/>
                  <a:gd name="connsiteY95" fmla="*/ 1951695 h 2475850"/>
                  <a:gd name="connsiteX96" fmla="*/ 382123 w 1537011"/>
                  <a:gd name="connsiteY96" fmla="*/ 1867803 h 2475850"/>
                  <a:gd name="connsiteX97" fmla="*/ 434092 w 1537011"/>
                  <a:gd name="connsiteY97" fmla="*/ 1854439 h 2475850"/>
                  <a:gd name="connsiteX98" fmla="*/ 387320 w 1537011"/>
                  <a:gd name="connsiteY98" fmla="*/ 1655472 h 2475850"/>
                  <a:gd name="connsiteX99" fmla="*/ 301199 w 1537011"/>
                  <a:gd name="connsiteY99" fmla="*/ 1459474 h 2475850"/>
                  <a:gd name="connsiteX100" fmla="*/ 137869 w 1537011"/>
                  <a:gd name="connsiteY100" fmla="*/ 1212992 h 2475850"/>
                  <a:gd name="connsiteX101" fmla="*/ 2748 w 1537011"/>
                  <a:gd name="connsiteY101" fmla="*/ 664348 h 2475850"/>
                  <a:gd name="connsiteX102" fmla="*/ 145292 w 1537011"/>
                  <a:gd name="connsiteY102" fmla="*/ 308730 h 2475850"/>
                  <a:gd name="connsiteX103" fmla="*/ 549909 w 1537011"/>
                  <a:gd name="connsiteY103" fmla="*/ 32552 h 2475850"/>
                  <a:gd name="connsiteX104" fmla="*/ 794163 w 1537011"/>
                  <a:gd name="connsiteY104"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500911 w 1537011"/>
                  <a:gd name="connsiteY13" fmla="*/ 2459508 h 2475850"/>
                  <a:gd name="connsiteX14" fmla="*/ 447457 w 1537011"/>
                  <a:gd name="connsiteY14" fmla="*/ 2446887 h 2475850"/>
                  <a:gd name="connsiteX15" fmla="*/ 391775 w 1537011"/>
                  <a:gd name="connsiteY15" fmla="*/ 2352600 h 2475850"/>
                  <a:gd name="connsiteX16" fmla="*/ 470472 w 1537011"/>
                  <a:gd name="connsiteY16" fmla="*/ 2270192 h 2475850"/>
                  <a:gd name="connsiteX17" fmla="*/ 460819 w 1537011"/>
                  <a:gd name="connsiteY17" fmla="*/ 2117997 h 2475850"/>
                  <a:gd name="connsiteX18" fmla="*/ 417759 w 1537011"/>
                  <a:gd name="connsiteY18" fmla="*/ 2125420 h 2475850"/>
                  <a:gd name="connsiteX19" fmla="*/ 390290 w 1537011"/>
                  <a:gd name="connsiteY19" fmla="*/ 2156602 h 2475850"/>
                  <a:gd name="connsiteX20" fmla="*/ 414047 w 1537011"/>
                  <a:gd name="connsiteY20" fmla="*/ 2190753 h 2475850"/>
                  <a:gd name="connsiteX21" fmla="*/ 458592 w 1537011"/>
                  <a:gd name="connsiteY21" fmla="*/ 2201147 h 2475850"/>
                  <a:gd name="connsiteX22" fmla="*/ 763724 w 1537011"/>
                  <a:gd name="connsiteY22" fmla="*/ 2210798 h 2475850"/>
                  <a:gd name="connsiteX23" fmla="*/ 1054751 w 1537011"/>
                  <a:gd name="connsiteY23" fmla="*/ 2220450 h 2475850"/>
                  <a:gd name="connsiteX24" fmla="*/ 1106721 w 1537011"/>
                  <a:gd name="connsiteY24" fmla="*/ 2215253 h 2475850"/>
                  <a:gd name="connsiteX25" fmla="*/ 1136417 w 1537011"/>
                  <a:gd name="connsiteY25" fmla="*/ 2182586 h 2475850"/>
                  <a:gd name="connsiteX26" fmla="*/ 1110433 w 1537011"/>
                  <a:gd name="connsiteY26" fmla="*/ 2146950 h 2475850"/>
                  <a:gd name="connsiteX27" fmla="*/ 1045100 w 1537011"/>
                  <a:gd name="connsiteY27" fmla="*/ 2136557 h 2475850"/>
                  <a:gd name="connsiteX28" fmla="*/ 460819 w 1537011"/>
                  <a:gd name="connsiteY28" fmla="*/ 2117997 h 2475850"/>
                  <a:gd name="connsiteX29" fmla="*/ 425926 w 1537011"/>
                  <a:gd name="connsiteY29" fmla="*/ 2063800 h 2475850"/>
                  <a:gd name="connsiteX30" fmla="*/ 465274 w 1537011"/>
                  <a:gd name="connsiteY30" fmla="*/ 2065285 h 2475850"/>
                  <a:gd name="connsiteX31" fmla="*/ 506849 w 1537011"/>
                  <a:gd name="connsiteY31" fmla="*/ 2066770 h 2475850"/>
                  <a:gd name="connsiteX32" fmla="*/ 526151 w 1537011"/>
                  <a:gd name="connsiteY32" fmla="*/ 2066770 h 2475850"/>
                  <a:gd name="connsiteX33" fmla="*/ 1096326 w 1537011"/>
                  <a:gd name="connsiteY33" fmla="*/ 2083845 h 2475850"/>
                  <a:gd name="connsiteX34" fmla="*/ 1137159 w 1537011"/>
                  <a:gd name="connsiteY34" fmla="*/ 2097209 h 2475850"/>
                  <a:gd name="connsiteX35" fmla="*/ 1192840 w 1537011"/>
                  <a:gd name="connsiteY35" fmla="*/ 2187041 h 2475850"/>
                  <a:gd name="connsiteX36" fmla="*/ 1128251 w 1537011"/>
                  <a:gd name="connsiteY36" fmla="*/ 2267964 h 2475850"/>
                  <a:gd name="connsiteX37" fmla="*/ 1097811 w 1537011"/>
                  <a:gd name="connsiteY37" fmla="*/ 2276131 h 2475850"/>
                  <a:gd name="connsiteX38" fmla="*/ 443001 w 1537011"/>
                  <a:gd name="connsiteY38" fmla="*/ 2256828 h 2475850"/>
                  <a:gd name="connsiteX39" fmla="*/ 338320 w 1537011"/>
                  <a:gd name="connsiteY39" fmla="*/ 2126163 h 2475850"/>
                  <a:gd name="connsiteX40" fmla="*/ 425926 w 1537011"/>
                  <a:gd name="connsiteY40" fmla="*/ 2063800 h 2475850"/>
                  <a:gd name="connsiteX41" fmla="*/ 446713 w 1537011"/>
                  <a:gd name="connsiteY41" fmla="*/ 1916802 h 2475850"/>
                  <a:gd name="connsiteX42" fmla="*/ 390289 w 1537011"/>
                  <a:gd name="connsiteY42" fmla="*/ 1927939 h 2475850"/>
                  <a:gd name="connsiteX43" fmla="*/ 388062 w 1537011"/>
                  <a:gd name="connsiteY43" fmla="*/ 1982877 h 2475850"/>
                  <a:gd name="connsiteX44" fmla="*/ 440773 w 1537011"/>
                  <a:gd name="connsiteY44" fmla="*/ 1996983 h 2475850"/>
                  <a:gd name="connsiteX45" fmla="*/ 1098555 w 1537011"/>
                  <a:gd name="connsiteY45" fmla="*/ 2018513 h 2475850"/>
                  <a:gd name="connsiteX46" fmla="*/ 1149038 w 1537011"/>
                  <a:gd name="connsiteY46" fmla="*/ 2008119 h 2475850"/>
                  <a:gd name="connsiteX47" fmla="*/ 1151266 w 1537011"/>
                  <a:gd name="connsiteY47" fmla="*/ 1952438 h 2475850"/>
                  <a:gd name="connsiteX48" fmla="*/ 1098555 w 1537011"/>
                  <a:gd name="connsiteY48" fmla="*/ 1937590 h 2475850"/>
                  <a:gd name="connsiteX49" fmla="*/ 446713 w 1537011"/>
                  <a:gd name="connsiteY49" fmla="*/ 1916802 h 2475850"/>
                  <a:gd name="connsiteX50" fmla="*/ 523923 w 1537011"/>
                  <a:gd name="connsiteY50" fmla="*/ 192914 h 2475850"/>
                  <a:gd name="connsiteX51" fmla="*/ 408107 w 1537011"/>
                  <a:gd name="connsiteY51" fmla="*/ 273095 h 2475850"/>
                  <a:gd name="connsiteX52" fmla="*/ 183898 w 1537011"/>
                  <a:gd name="connsiteY52" fmla="*/ 552985 h 2475850"/>
                  <a:gd name="connsiteX53" fmla="*/ 150488 w 1537011"/>
                  <a:gd name="connsiteY53" fmla="*/ 820997 h 2475850"/>
                  <a:gd name="connsiteX54" fmla="*/ 244033 w 1537011"/>
                  <a:gd name="connsiteY54" fmla="*/ 1149145 h 2475850"/>
                  <a:gd name="connsiteX55" fmla="*/ 242548 w 1537011"/>
                  <a:gd name="connsiteY55" fmla="*/ 1156569 h 2475850"/>
                  <a:gd name="connsiteX56" fmla="*/ 154200 w 1537011"/>
                  <a:gd name="connsiteY56" fmla="*/ 950920 h 2475850"/>
                  <a:gd name="connsiteX57" fmla="*/ 131186 w 1537011"/>
                  <a:gd name="connsiteY57" fmla="*/ 648757 h 2475850"/>
                  <a:gd name="connsiteX58" fmla="*/ 215821 w 1537011"/>
                  <a:gd name="connsiteY58" fmla="*/ 443851 h 2475850"/>
                  <a:gd name="connsiteX59" fmla="*/ 500165 w 1537011"/>
                  <a:gd name="connsiteY59" fmla="*/ 201081 h 2475850"/>
                  <a:gd name="connsiteX60" fmla="*/ 523923 w 1537011"/>
                  <a:gd name="connsiteY60" fmla="*/ 192914 h 2475850"/>
                  <a:gd name="connsiteX61" fmla="*/ 800630 w 1537011"/>
                  <a:gd name="connsiteY61" fmla="*/ 46764 h 2475850"/>
                  <a:gd name="connsiteX62" fmla="*/ 713588 w 1537011"/>
                  <a:gd name="connsiteY62" fmla="*/ 47343 h 2475850"/>
                  <a:gd name="connsiteX63" fmla="*/ 595938 w 1537011"/>
                  <a:gd name="connsiteY63" fmla="*/ 67446 h 2475850"/>
                  <a:gd name="connsiteX64" fmla="*/ 175732 w 1537011"/>
                  <a:gd name="connsiteY64" fmla="*/ 344366 h 2475850"/>
                  <a:gd name="connsiteX65" fmla="*/ 49521 w 1537011"/>
                  <a:gd name="connsiteY65" fmla="*/ 655438 h 2475850"/>
                  <a:gd name="connsiteX66" fmla="*/ 137126 w 1537011"/>
                  <a:gd name="connsiteY66" fmla="*/ 1109796 h 2475850"/>
                  <a:gd name="connsiteX67" fmla="*/ 310109 w 1537011"/>
                  <a:gd name="connsiteY67" fmla="*/ 1387460 h 2475850"/>
                  <a:gd name="connsiteX68" fmla="*/ 440773 w 1537011"/>
                  <a:gd name="connsiteY68" fmla="*/ 1695562 h 2475850"/>
                  <a:gd name="connsiteX69" fmla="*/ 460819 w 1537011"/>
                  <a:gd name="connsiteY69" fmla="*/ 1792076 h 2475850"/>
                  <a:gd name="connsiteX70" fmla="*/ 492743 w 1537011"/>
                  <a:gd name="connsiteY70" fmla="*/ 1817318 h 2475850"/>
                  <a:gd name="connsiteX71" fmla="*/ 1065146 w 1537011"/>
                  <a:gd name="connsiteY71" fmla="*/ 1836621 h 2475850"/>
                  <a:gd name="connsiteX72" fmla="*/ 1089645 w 1537011"/>
                  <a:gd name="connsiteY72" fmla="*/ 1818803 h 2475850"/>
                  <a:gd name="connsiteX73" fmla="*/ 1116372 w 1537011"/>
                  <a:gd name="connsiteY73" fmla="*/ 1688138 h 2475850"/>
                  <a:gd name="connsiteX74" fmla="*/ 1268567 w 1537011"/>
                  <a:gd name="connsiteY74" fmla="*/ 1319900 h 2475850"/>
                  <a:gd name="connsiteX75" fmla="*/ 1376960 w 1537011"/>
                  <a:gd name="connsiteY75" fmla="*/ 1166220 h 2475850"/>
                  <a:gd name="connsiteX76" fmla="*/ 1468276 w 1537011"/>
                  <a:gd name="connsiteY76" fmla="*/ 916026 h 2475850"/>
                  <a:gd name="connsiteX77" fmla="*/ 1468276 w 1537011"/>
                  <a:gd name="connsiteY77" fmla="*/ 599015 h 2475850"/>
                  <a:gd name="connsiteX78" fmla="*/ 1056236 w 1537011"/>
                  <a:gd name="connsiteY78" fmla="*/ 110506 h 2475850"/>
                  <a:gd name="connsiteX79" fmla="*/ 800630 w 1537011"/>
                  <a:gd name="connsiteY79" fmla="*/ 46764 h 2475850"/>
                  <a:gd name="connsiteX80" fmla="*/ 794163 w 1537011"/>
                  <a:gd name="connsiteY80" fmla="*/ 814 h 2475850"/>
                  <a:gd name="connsiteX81" fmla="*/ 1036191 w 1537011"/>
                  <a:gd name="connsiteY81" fmla="*/ 52598 h 2475850"/>
                  <a:gd name="connsiteX82" fmla="*/ 1503912 w 1537011"/>
                  <a:gd name="connsiteY82" fmla="*/ 551500 h 2475850"/>
                  <a:gd name="connsiteX83" fmla="*/ 1518761 w 1537011"/>
                  <a:gd name="connsiteY83" fmla="*/ 910830 h 2475850"/>
                  <a:gd name="connsiteX84" fmla="*/ 1377702 w 1537011"/>
                  <a:gd name="connsiteY84" fmla="*/ 1250855 h 2475850"/>
                  <a:gd name="connsiteX85" fmla="*/ 1264855 w 1537011"/>
                  <a:gd name="connsiteY85" fmla="*/ 1406020 h 2475850"/>
                  <a:gd name="connsiteX86" fmla="*/ 1163144 w 1537011"/>
                  <a:gd name="connsiteY86" fmla="*/ 1694078 h 2475850"/>
                  <a:gd name="connsiteX87" fmla="*/ 1115630 w 1537011"/>
                  <a:gd name="connsiteY87" fmla="*/ 1876711 h 2475850"/>
                  <a:gd name="connsiteX88" fmla="*/ 1149781 w 1537011"/>
                  <a:gd name="connsiteY88" fmla="*/ 1887848 h 2475850"/>
                  <a:gd name="connsiteX89" fmla="*/ 1229961 w 1537011"/>
                  <a:gd name="connsiteY89" fmla="*/ 1991044 h 2475850"/>
                  <a:gd name="connsiteX90" fmla="*/ 1126023 w 1537011"/>
                  <a:gd name="connsiteY90" fmla="*/ 2077164 h 2475850"/>
                  <a:gd name="connsiteX91" fmla="*/ 1100038 w 1537011"/>
                  <a:gd name="connsiteY91" fmla="*/ 2077906 h 2475850"/>
                  <a:gd name="connsiteX92" fmla="*/ 423698 w 1537011"/>
                  <a:gd name="connsiteY92" fmla="*/ 2054891 h 2475850"/>
                  <a:gd name="connsiteX93" fmla="*/ 368017 w 1537011"/>
                  <a:gd name="connsiteY93" fmla="*/ 2039300 h 2475850"/>
                  <a:gd name="connsiteX94" fmla="*/ 311594 w 1537011"/>
                  <a:gd name="connsiteY94" fmla="*/ 1951695 h 2475850"/>
                  <a:gd name="connsiteX95" fmla="*/ 382123 w 1537011"/>
                  <a:gd name="connsiteY95" fmla="*/ 1867803 h 2475850"/>
                  <a:gd name="connsiteX96" fmla="*/ 434092 w 1537011"/>
                  <a:gd name="connsiteY96" fmla="*/ 1854439 h 2475850"/>
                  <a:gd name="connsiteX97" fmla="*/ 387320 w 1537011"/>
                  <a:gd name="connsiteY97" fmla="*/ 1655472 h 2475850"/>
                  <a:gd name="connsiteX98" fmla="*/ 301199 w 1537011"/>
                  <a:gd name="connsiteY98" fmla="*/ 1459474 h 2475850"/>
                  <a:gd name="connsiteX99" fmla="*/ 137869 w 1537011"/>
                  <a:gd name="connsiteY99" fmla="*/ 1212992 h 2475850"/>
                  <a:gd name="connsiteX100" fmla="*/ 2748 w 1537011"/>
                  <a:gd name="connsiteY100" fmla="*/ 664348 h 2475850"/>
                  <a:gd name="connsiteX101" fmla="*/ 145292 w 1537011"/>
                  <a:gd name="connsiteY101" fmla="*/ 308730 h 2475850"/>
                  <a:gd name="connsiteX102" fmla="*/ 549909 w 1537011"/>
                  <a:gd name="connsiteY102" fmla="*/ 32552 h 2475850"/>
                  <a:gd name="connsiteX103" fmla="*/ 794163 w 1537011"/>
                  <a:gd name="connsiteY103"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500911 w 1537011"/>
                  <a:gd name="connsiteY12" fmla="*/ 2459508 h 2475850"/>
                  <a:gd name="connsiteX13" fmla="*/ 447457 w 1537011"/>
                  <a:gd name="connsiteY13" fmla="*/ 2446887 h 2475850"/>
                  <a:gd name="connsiteX14" fmla="*/ 391775 w 1537011"/>
                  <a:gd name="connsiteY14" fmla="*/ 2352600 h 2475850"/>
                  <a:gd name="connsiteX15" fmla="*/ 470472 w 1537011"/>
                  <a:gd name="connsiteY15" fmla="*/ 2270192 h 2475850"/>
                  <a:gd name="connsiteX16" fmla="*/ 460819 w 1537011"/>
                  <a:gd name="connsiteY16" fmla="*/ 2117997 h 2475850"/>
                  <a:gd name="connsiteX17" fmla="*/ 417759 w 1537011"/>
                  <a:gd name="connsiteY17" fmla="*/ 2125420 h 2475850"/>
                  <a:gd name="connsiteX18" fmla="*/ 390290 w 1537011"/>
                  <a:gd name="connsiteY18" fmla="*/ 2156602 h 2475850"/>
                  <a:gd name="connsiteX19" fmla="*/ 414047 w 1537011"/>
                  <a:gd name="connsiteY19" fmla="*/ 2190753 h 2475850"/>
                  <a:gd name="connsiteX20" fmla="*/ 458592 w 1537011"/>
                  <a:gd name="connsiteY20" fmla="*/ 2201147 h 2475850"/>
                  <a:gd name="connsiteX21" fmla="*/ 763724 w 1537011"/>
                  <a:gd name="connsiteY21" fmla="*/ 2210798 h 2475850"/>
                  <a:gd name="connsiteX22" fmla="*/ 1054751 w 1537011"/>
                  <a:gd name="connsiteY22" fmla="*/ 2220450 h 2475850"/>
                  <a:gd name="connsiteX23" fmla="*/ 1106721 w 1537011"/>
                  <a:gd name="connsiteY23" fmla="*/ 2215253 h 2475850"/>
                  <a:gd name="connsiteX24" fmla="*/ 1136417 w 1537011"/>
                  <a:gd name="connsiteY24" fmla="*/ 2182586 h 2475850"/>
                  <a:gd name="connsiteX25" fmla="*/ 1110433 w 1537011"/>
                  <a:gd name="connsiteY25" fmla="*/ 2146950 h 2475850"/>
                  <a:gd name="connsiteX26" fmla="*/ 1045100 w 1537011"/>
                  <a:gd name="connsiteY26" fmla="*/ 2136557 h 2475850"/>
                  <a:gd name="connsiteX27" fmla="*/ 460819 w 1537011"/>
                  <a:gd name="connsiteY27" fmla="*/ 2117997 h 2475850"/>
                  <a:gd name="connsiteX28" fmla="*/ 425926 w 1537011"/>
                  <a:gd name="connsiteY28" fmla="*/ 2063800 h 2475850"/>
                  <a:gd name="connsiteX29" fmla="*/ 465274 w 1537011"/>
                  <a:gd name="connsiteY29" fmla="*/ 2065285 h 2475850"/>
                  <a:gd name="connsiteX30" fmla="*/ 506849 w 1537011"/>
                  <a:gd name="connsiteY30" fmla="*/ 2066770 h 2475850"/>
                  <a:gd name="connsiteX31" fmla="*/ 526151 w 1537011"/>
                  <a:gd name="connsiteY31" fmla="*/ 2066770 h 2475850"/>
                  <a:gd name="connsiteX32" fmla="*/ 1096326 w 1537011"/>
                  <a:gd name="connsiteY32" fmla="*/ 2083845 h 2475850"/>
                  <a:gd name="connsiteX33" fmla="*/ 1137159 w 1537011"/>
                  <a:gd name="connsiteY33" fmla="*/ 2097209 h 2475850"/>
                  <a:gd name="connsiteX34" fmla="*/ 1192840 w 1537011"/>
                  <a:gd name="connsiteY34" fmla="*/ 2187041 h 2475850"/>
                  <a:gd name="connsiteX35" fmla="*/ 1128251 w 1537011"/>
                  <a:gd name="connsiteY35" fmla="*/ 2267964 h 2475850"/>
                  <a:gd name="connsiteX36" fmla="*/ 1097811 w 1537011"/>
                  <a:gd name="connsiteY36" fmla="*/ 2276131 h 2475850"/>
                  <a:gd name="connsiteX37" fmla="*/ 443001 w 1537011"/>
                  <a:gd name="connsiteY37" fmla="*/ 2256828 h 2475850"/>
                  <a:gd name="connsiteX38" fmla="*/ 338320 w 1537011"/>
                  <a:gd name="connsiteY38" fmla="*/ 2126163 h 2475850"/>
                  <a:gd name="connsiteX39" fmla="*/ 425926 w 1537011"/>
                  <a:gd name="connsiteY39" fmla="*/ 2063800 h 2475850"/>
                  <a:gd name="connsiteX40" fmla="*/ 446713 w 1537011"/>
                  <a:gd name="connsiteY40" fmla="*/ 1916802 h 2475850"/>
                  <a:gd name="connsiteX41" fmla="*/ 390289 w 1537011"/>
                  <a:gd name="connsiteY41" fmla="*/ 1927939 h 2475850"/>
                  <a:gd name="connsiteX42" fmla="*/ 388062 w 1537011"/>
                  <a:gd name="connsiteY42" fmla="*/ 1982877 h 2475850"/>
                  <a:gd name="connsiteX43" fmla="*/ 440773 w 1537011"/>
                  <a:gd name="connsiteY43" fmla="*/ 1996983 h 2475850"/>
                  <a:gd name="connsiteX44" fmla="*/ 1098555 w 1537011"/>
                  <a:gd name="connsiteY44" fmla="*/ 2018513 h 2475850"/>
                  <a:gd name="connsiteX45" fmla="*/ 1149038 w 1537011"/>
                  <a:gd name="connsiteY45" fmla="*/ 2008119 h 2475850"/>
                  <a:gd name="connsiteX46" fmla="*/ 1151266 w 1537011"/>
                  <a:gd name="connsiteY46" fmla="*/ 1952438 h 2475850"/>
                  <a:gd name="connsiteX47" fmla="*/ 1098555 w 1537011"/>
                  <a:gd name="connsiteY47" fmla="*/ 1937590 h 2475850"/>
                  <a:gd name="connsiteX48" fmla="*/ 446713 w 1537011"/>
                  <a:gd name="connsiteY48" fmla="*/ 1916802 h 2475850"/>
                  <a:gd name="connsiteX49" fmla="*/ 523923 w 1537011"/>
                  <a:gd name="connsiteY49" fmla="*/ 192914 h 2475850"/>
                  <a:gd name="connsiteX50" fmla="*/ 408107 w 1537011"/>
                  <a:gd name="connsiteY50" fmla="*/ 273095 h 2475850"/>
                  <a:gd name="connsiteX51" fmla="*/ 183898 w 1537011"/>
                  <a:gd name="connsiteY51" fmla="*/ 552985 h 2475850"/>
                  <a:gd name="connsiteX52" fmla="*/ 150488 w 1537011"/>
                  <a:gd name="connsiteY52" fmla="*/ 820997 h 2475850"/>
                  <a:gd name="connsiteX53" fmla="*/ 244033 w 1537011"/>
                  <a:gd name="connsiteY53" fmla="*/ 1149145 h 2475850"/>
                  <a:gd name="connsiteX54" fmla="*/ 242548 w 1537011"/>
                  <a:gd name="connsiteY54" fmla="*/ 1156569 h 2475850"/>
                  <a:gd name="connsiteX55" fmla="*/ 154200 w 1537011"/>
                  <a:gd name="connsiteY55" fmla="*/ 950920 h 2475850"/>
                  <a:gd name="connsiteX56" fmla="*/ 131186 w 1537011"/>
                  <a:gd name="connsiteY56" fmla="*/ 648757 h 2475850"/>
                  <a:gd name="connsiteX57" fmla="*/ 215821 w 1537011"/>
                  <a:gd name="connsiteY57" fmla="*/ 443851 h 2475850"/>
                  <a:gd name="connsiteX58" fmla="*/ 500165 w 1537011"/>
                  <a:gd name="connsiteY58" fmla="*/ 201081 h 2475850"/>
                  <a:gd name="connsiteX59" fmla="*/ 523923 w 1537011"/>
                  <a:gd name="connsiteY59" fmla="*/ 192914 h 2475850"/>
                  <a:gd name="connsiteX60" fmla="*/ 800630 w 1537011"/>
                  <a:gd name="connsiteY60" fmla="*/ 46764 h 2475850"/>
                  <a:gd name="connsiteX61" fmla="*/ 713588 w 1537011"/>
                  <a:gd name="connsiteY61" fmla="*/ 47343 h 2475850"/>
                  <a:gd name="connsiteX62" fmla="*/ 595938 w 1537011"/>
                  <a:gd name="connsiteY62" fmla="*/ 67446 h 2475850"/>
                  <a:gd name="connsiteX63" fmla="*/ 175732 w 1537011"/>
                  <a:gd name="connsiteY63" fmla="*/ 344366 h 2475850"/>
                  <a:gd name="connsiteX64" fmla="*/ 49521 w 1537011"/>
                  <a:gd name="connsiteY64" fmla="*/ 655438 h 2475850"/>
                  <a:gd name="connsiteX65" fmla="*/ 137126 w 1537011"/>
                  <a:gd name="connsiteY65" fmla="*/ 1109796 h 2475850"/>
                  <a:gd name="connsiteX66" fmla="*/ 310109 w 1537011"/>
                  <a:gd name="connsiteY66" fmla="*/ 1387460 h 2475850"/>
                  <a:gd name="connsiteX67" fmla="*/ 440773 w 1537011"/>
                  <a:gd name="connsiteY67" fmla="*/ 1695562 h 2475850"/>
                  <a:gd name="connsiteX68" fmla="*/ 460819 w 1537011"/>
                  <a:gd name="connsiteY68" fmla="*/ 1792076 h 2475850"/>
                  <a:gd name="connsiteX69" fmla="*/ 492743 w 1537011"/>
                  <a:gd name="connsiteY69" fmla="*/ 1817318 h 2475850"/>
                  <a:gd name="connsiteX70" fmla="*/ 1065146 w 1537011"/>
                  <a:gd name="connsiteY70" fmla="*/ 1836621 h 2475850"/>
                  <a:gd name="connsiteX71" fmla="*/ 1089645 w 1537011"/>
                  <a:gd name="connsiteY71" fmla="*/ 1818803 h 2475850"/>
                  <a:gd name="connsiteX72" fmla="*/ 1116372 w 1537011"/>
                  <a:gd name="connsiteY72" fmla="*/ 1688138 h 2475850"/>
                  <a:gd name="connsiteX73" fmla="*/ 1268567 w 1537011"/>
                  <a:gd name="connsiteY73" fmla="*/ 1319900 h 2475850"/>
                  <a:gd name="connsiteX74" fmla="*/ 1376960 w 1537011"/>
                  <a:gd name="connsiteY74" fmla="*/ 1166220 h 2475850"/>
                  <a:gd name="connsiteX75" fmla="*/ 1468276 w 1537011"/>
                  <a:gd name="connsiteY75" fmla="*/ 916026 h 2475850"/>
                  <a:gd name="connsiteX76" fmla="*/ 1468276 w 1537011"/>
                  <a:gd name="connsiteY76" fmla="*/ 599015 h 2475850"/>
                  <a:gd name="connsiteX77" fmla="*/ 1056236 w 1537011"/>
                  <a:gd name="connsiteY77" fmla="*/ 110506 h 2475850"/>
                  <a:gd name="connsiteX78" fmla="*/ 800630 w 1537011"/>
                  <a:gd name="connsiteY78" fmla="*/ 46764 h 2475850"/>
                  <a:gd name="connsiteX79" fmla="*/ 794163 w 1537011"/>
                  <a:gd name="connsiteY79" fmla="*/ 814 h 2475850"/>
                  <a:gd name="connsiteX80" fmla="*/ 1036191 w 1537011"/>
                  <a:gd name="connsiteY80" fmla="*/ 52598 h 2475850"/>
                  <a:gd name="connsiteX81" fmla="*/ 1503912 w 1537011"/>
                  <a:gd name="connsiteY81" fmla="*/ 551500 h 2475850"/>
                  <a:gd name="connsiteX82" fmla="*/ 1518761 w 1537011"/>
                  <a:gd name="connsiteY82" fmla="*/ 910830 h 2475850"/>
                  <a:gd name="connsiteX83" fmla="*/ 1377702 w 1537011"/>
                  <a:gd name="connsiteY83" fmla="*/ 1250855 h 2475850"/>
                  <a:gd name="connsiteX84" fmla="*/ 1264855 w 1537011"/>
                  <a:gd name="connsiteY84" fmla="*/ 1406020 h 2475850"/>
                  <a:gd name="connsiteX85" fmla="*/ 1163144 w 1537011"/>
                  <a:gd name="connsiteY85" fmla="*/ 1694078 h 2475850"/>
                  <a:gd name="connsiteX86" fmla="*/ 1115630 w 1537011"/>
                  <a:gd name="connsiteY86" fmla="*/ 1876711 h 2475850"/>
                  <a:gd name="connsiteX87" fmla="*/ 1149781 w 1537011"/>
                  <a:gd name="connsiteY87" fmla="*/ 1887848 h 2475850"/>
                  <a:gd name="connsiteX88" fmla="*/ 1229961 w 1537011"/>
                  <a:gd name="connsiteY88" fmla="*/ 1991044 h 2475850"/>
                  <a:gd name="connsiteX89" fmla="*/ 1126023 w 1537011"/>
                  <a:gd name="connsiteY89" fmla="*/ 2077164 h 2475850"/>
                  <a:gd name="connsiteX90" fmla="*/ 1100038 w 1537011"/>
                  <a:gd name="connsiteY90" fmla="*/ 2077906 h 2475850"/>
                  <a:gd name="connsiteX91" fmla="*/ 423698 w 1537011"/>
                  <a:gd name="connsiteY91" fmla="*/ 2054891 h 2475850"/>
                  <a:gd name="connsiteX92" fmla="*/ 368017 w 1537011"/>
                  <a:gd name="connsiteY92" fmla="*/ 2039300 h 2475850"/>
                  <a:gd name="connsiteX93" fmla="*/ 311594 w 1537011"/>
                  <a:gd name="connsiteY93" fmla="*/ 1951695 h 2475850"/>
                  <a:gd name="connsiteX94" fmla="*/ 382123 w 1537011"/>
                  <a:gd name="connsiteY94" fmla="*/ 1867803 h 2475850"/>
                  <a:gd name="connsiteX95" fmla="*/ 434092 w 1537011"/>
                  <a:gd name="connsiteY95" fmla="*/ 1854439 h 2475850"/>
                  <a:gd name="connsiteX96" fmla="*/ 387320 w 1537011"/>
                  <a:gd name="connsiteY96" fmla="*/ 1655472 h 2475850"/>
                  <a:gd name="connsiteX97" fmla="*/ 301199 w 1537011"/>
                  <a:gd name="connsiteY97" fmla="*/ 1459474 h 2475850"/>
                  <a:gd name="connsiteX98" fmla="*/ 137869 w 1537011"/>
                  <a:gd name="connsiteY98" fmla="*/ 1212992 h 2475850"/>
                  <a:gd name="connsiteX99" fmla="*/ 2748 w 1537011"/>
                  <a:gd name="connsiteY99" fmla="*/ 664348 h 2475850"/>
                  <a:gd name="connsiteX100" fmla="*/ 145292 w 1537011"/>
                  <a:gd name="connsiteY100" fmla="*/ 308730 h 2475850"/>
                  <a:gd name="connsiteX101" fmla="*/ 549909 w 1537011"/>
                  <a:gd name="connsiteY101" fmla="*/ 32552 h 2475850"/>
                  <a:gd name="connsiteX102" fmla="*/ 794163 w 1537011"/>
                  <a:gd name="connsiteY102" fmla="*/ 814 h 247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37011" h="2475850">
                    <a:moveTo>
                      <a:pt x="503138" y="2319191"/>
                    </a:moveTo>
                    <a:cubicBezTo>
                      <a:pt x="466017" y="2317706"/>
                      <a:pt x="444487" y="2334039"/>
                      <a:pt x="443744" y="2360024"/>
                    </a:cubicBezTo>
                    <a:cubicBezTo>
                      <a:pt x="443744" y="2385266"/>
                      <a:pt x="466017" y="2402342"/>
                      <a:pt x="501653" y="2403827"/>
                    </a:cubicBezTo>
                    <a:lnTo>
                      <a:pt x="1051782" y="2420160"/>
                    </a:lnTo>
                    <a:cubicBezTo>
                      <a:pt x="1074055" y="2418675"/>
                      <a:pt x="1094100" y="2407539"/>
                      <a:pt x="1097070" y="2383040"/>
                    </a:cubicBezTo>
                    <a:cubicBezTo>
                      <a:pt x="1099297" y="2357797"/>
                      <a:pt x="1080737" y="2345176"/>
                      <a:pt x="1058465" y="2339237"/>
                    </a:cubicBezTo>
                    <a:cubicBezTo>
                      <a:pt x="1047329" y="2336267"/>
                      <a:pt x="618212" y="2322161"/>
                      <a:pt x="503138" y="2319191"/>
                    </a:cubicBezTo>
                    <a:close/>
                    <a:moveTo>
                      <a:pt x="470472" y="2270192"/>
                    </a:moveTo>
                    <a:cubicBezTo>
                      <a:pt x="489032" y="2270192"/>
                      <a:pt x="506850" y="2269450"/>
                      <a:pt x="525411" y="2270192"/>
                    </a:cubicBezTo>
                    <a:lnTo>
                      <a:pt x="1067374" y="2287268"/>
                    </a:lnTo>
                    <a:cubicBezTo>
                      <a:pt x="1120828" y="2297661"/>
                      <a:pt x="1155721" y="2339237"/>
                      <a:pt x="1152751" y="2388236"/>
                    </a:cubicBezTo>
                    <a:cubicBezTo>
                      <a:pt x="1149782" y="2435751"/>
                      <a:pt x="1106721" y="2476583"/>
                      <a:pt x="1054010" y="2475841"/>
                    </a:cubicBezTo>
                    <a:lnTo>
                      <a:pt x="500911" y="2459508"/>
                    </a:lnTo>
                    <a:cubicBezTo>
                      <a:pt x="468245" y="2456662"/>
                      <a:pt x="464532" y="2455053"/>
                      <a:pt x="447457" y="2446887"/>
                    </a:cubicBezTo>
                    <a:cubicBezTo>
                      <a:pt x="410336" y="2428327"/>
                      <a:pt x="385837" y="2388978"/>
                      <a:pt x="391775" y="2352600"/>
                    </a:cubicBezTo>
                    <a:cubicBezTo>
                      <a:pt x="398457" y="2308055"/>
                      <a:pt x="425926" y="2280586"/>
                      <a:pt x="470472" y="2270192"/>
                    </a:cubicBezTo>
                    <a:close/>
                    <a:moveTo>
                      <a:pt x="460819" y="2117997"/>
                    </a:moveTo>
                    <a:cubicBezTo>
                      <a:pt x="445229" y="2117997"/>
                      <a:pt x="431123" y="2119481"/>
                      <a:pt x="417759" y="2125420"/>
                    </a:cubicBezTo>
                    <a:cubicBezTo>
                      <a:pt x="404395" y="2131360"/>
                      <a:pt x="391774" y="2140269"/>
                      <a:pt x="390290" y="2156602"/>
                    </a:cubicBezTo>
                    <a:cubicBezTo>
                      <a:pt x="388805" y="2173678"/>
                      <a:pt x="401425" y="2183329"/>
                      <a:pt x="414047" y="2190753"/>
                    </a:cubicBezTo>
                    <a:cubicBezTo>
                      <a:pt x="427411" y="2198919"/>
                      <a:pt x="443001" y="2201147"/>
                      <a:pt x="458592" y="2201147"/>
                    </a:cubicBezTo>
                    <a:lnTo>
                      <a:pt x="763724" y="2210798"/>
                    </a:lnTo>
                    <a:lnTo>
                      <a:pt x="1054751" y="2220450"/>
                    </a:lnTo>
                    <a:cubicBezTo>
                      <a:pt x="1072569" y="2221192"/>
                      <a:pt x="1090387" y="2221935"/>
                      <a:pt x="1106721" y="2215253"/>
                    </a:cubicBezTo>
                    <a:cubicBezTo>
                      <a:pt x="1121569" y="2209314"/>
                      <a:pt x="1134932" y="2201147"/>
                      <a:pt x="1136417" y="2182586"/>
                    </a:cubicBezTo>
                    <a:cubicBezTo>
                      <a:pt x="1137159" y="2163283"/>
                      <a:pt x="1124538" y="2154375"/>
                      <a:pt x="1110433" y="2146950"/>
                    </a:cubicBezTo>
                    <a:cubicBezTo>
                      <a:pt x="1090387" y="2136557"/>
                      <a:pt x="1067372" y="2137299"/>
                      <a:pt x="1045100" y="2136557"/>
                    </a:cubicBezTo>
                    <a:lnTo>
                      <a:pt x="460819" y="2117997"/>
                    </a:lnTo>
                    <a:close/>
                    <a:moveTo>
                      <a:pt x="425926" y="2063800"/>
                    </a:moveTo>
                    <a:cubicBezTo>
                      <a:pt x="438546" y="2064543"/>
                      <a:pt x="451910" y="2064543"/>
                      <a:pt x="465274" y="2065285"/>
                    </a:cubicBezTo>
                    <a:cubicBezTo>
                      <a:pt x="479379" y="2066770"/>
                      <a:pt x="493485" y="2066770"/>
                      <a:pt x="506849" y="2066770"/>
                    </a:cubicBezTo>
                    <a:lnTo>
                      <a:pt x="526151" y="2066770"/>
                    </a:lnTo>
                    <a:lnTo>
                      <a:pt x="1096326" y="2083845"/>
                    </a:lnTo>
                    <a:cubicBezTo>
                      <a:pt x="1109690" y="2090528"/>
                      <a:pt x="1123796" y="2089785"/>
                      <a:pt x="1137159" y="2097209"/>
                    </a:cubicBezTo>
                    <a:cubicBezTo>
                      <a:pt x="1172795" y="2117254"/>
                      <a:pt x="1195810" y="2143981"/>
                      <a:pt x="1192840" y="2187041"/>
                    </a:cubicBezTo>
                    <a:cubicBezTo>
                      <a:pt x="1190613" y="2229358"/>
                      <a:pt x="1164628" y="2253116"/>
                      <a:pt x="1128251" y="2267964"/>
                    </a:cubicBezTo>
                    <a:cubicBezTo>
                      <a:pt x="1118599" y="2272419"/>
                      <a:pt x="1108205" y="2273904"/>
                      <a:pt x="1097811" y="2276131"/>
                    </a:cubicBezTo>
                    <a:cubicBezTo>
                      <a:pt x="1078508" y="2276131"/>
                      <a:pt x="492000" y="2253116"/>
                      <a:pt x="443001" y="2256828"/>
                    </a:cubicBezTo>
                    <a:cubicBezTo>
                      <a:pt x="366532" y="2253858"/>
                      <a:pt x="313078" y="2187784"/>
                      <a:pt x="338320" y="2126163"/>
                    </a:cubicBezTo>
                    <a:cubicBezTo>
                      <a:pt x="353911" y="2088299"/>
                      <a:pt x="386577" y="2070482"/>
                      <a:pt x="425926" y="2063800"/>
                    </a:cubicBezTo>
                    <a:close/>
                    <a:moveTo>
                      <a:pt x="446713" y="1916802"/>
                    </a:moveTo>
                    <a:cubicBezTo>
                      <a:pt x="426668" y="1916059"/>
                      <a:pt x="407365" y="1919029"/>
                      <a:pt x="390289" y="1927939"/>
                    </a:cubicBezTo>
                    <a:cubicBezTo>
                      <a:pt x="364305" y="1941302"/>
                      <a:pt x="363563" y="1966543"/>
                      <a:pt x="388062" y="1982877"/>
                    </a:cubicBezTo>
                    <a:cubicBezTo>
                      <a:pt x="404395" y="1992528"/>
                      <a:pt x="421471" y="1996241"/>
                      <a:pt x="440773" y="1996983"/>
                    </a:cubicBezTo>
                    <a:lnTo>
                      <a:pt x="1098555" y="2018513"/>
                    </a:lnTo>
                    <a:cubicBezTo>
                      <a:pt x="1116372" y="2019255"/>
                      <a:pt x="1133448" y="2017029"/>
                      <a:pt x="1149038" y="2008119"/>
                    </a:cubicBezTo>
                    <a:cubicBezTo>
                      <a:pt x="1176507" y="1993271"/>
                      <a:pt x="1177992" y="1969513"/>
                      <a:pt x="1151266" y="1952438"/>
                    </a:cubicBezTo>
                    <a:cubicBezTo>
                      <a:pt x="1135674" y="1942787"/>
                      <a:pt x="1117115" y="1938332"/>
                      <a:pt x="1098555" y="1937590"/>
                    </a:cubicBezTo>
                    <a:lnTo>
                      <a:pt x="446713" y="1916802"/>
                    </a:lnTo>
                    <a:close/>
                    <a:moveTo>
                      <a:pt x="523923" y="192914"/>
                    </a:moveTo>
                    <a:cubicBezTo>
                      <a:pt x="480864" y="222610"/>
                      <a:pt x="443743" y="246368"/>
                      <a:pt x="408107" y="273095"/>
                    </a:cubicBezTo>
                    <a:cubicBezTo>
                      <a:pt x="311592" y="348079"/>
                      <a:pt x="229927" y="436426"/>
                      <a:pt x="183898" y="552985"/>
                    </a:cubicBezTo>
                    <a:cubicBezTo>
                      <a:pt x="149004" y="639105"/>
                      <a:pt x="140095" y="728938"/>
                      <a:pt x="150488" y="820997"/>
                    </a:cubicBezTo>
                    <a:cubicBezTo>
                      <a:pt x="163110" y="935329"/>
                      <a:pt x="194291" y="1044464"/>
                      <a:pt x="244033" y="1149145"/>
                    </a:cubicBezTo>
                    <a:cubicBezTo>
                      <a:pt x="244775" y="1149887"/>
                      <a:pt x="243290" y="1152114"/>
                      <a:pt x="242548" y="1156569"/>
                    </a:cubicBezTo>
                    <a:cubicBezTo>
                      <a:pt x="201715" y="1091237"/>
                      <a:pt x="174988" y="1022191"/>
                      <a:pt x="154200" y="950920"/>
                    </a:cubicBezTo>
                    <a:cubicBezTo>
                      <a:pt x="125989" y="852179"/>
                      <a:pt x="115595" y="751210"/>
                      <a:pt x="131186" y="648757"/>
                    </a:cubicBezTo>
                    <a:cubicBezTo>
                      <a:pt x="142322" y="573773"/>
                      <a:pt x="173503" y="506213"/>
                      <a:pt x="215821" y="443851"/>
                    </a:cubicBezTo>
                    <a:cubicBezTo>
                      <a:pt x="288578" y="336943"/>
                      <a:pt x="387319" y="260474"/>
                      <a:pt x="500165" y="201081"/>
                    </a:cubicBezTo>
                    <a:cubicBezTo>
                      <a:pt x="505363" y="198111"/>
                      <a:pt x="510560" y="197369"/>
                      <a:pt x="523923" y="192914"/>
                    </a:cubicBezTo>
                    <a:close/>
                    <a:moveTo>
                      <a:pt x="800630" y="46764"/>
                    </a:moveTo>
                    <a:cubicBezTo>
                      <a:pt x="771780" y="44996"/>
                      <a:pt x="742769" y="45142"/>
                      <a:pt x="713588" y="47343"/>
                    </a:cubicBezTo>
                    <a:cubicBezTo>
                      <a:pt x="674681" y="50278"/>
                      <a:pt x="635472" y="56866"/>
                      <a:pt x="595938" y="67446"/>
                    </a:cubicBezTo>
                    <a:cubicBezTo>
                      <a:pt x="425183" y="112734"/>
                      <a:pt x="287836" y="210732"/>
                      <a:pt x="175732" y="344366"/>
                    </a:cubicBezTo>
                    <a:cubicBezTo>
                      <a:pt x="100748" y="434199"/>
                      <a:pt x="62142" y="540364"/>
                      <a:pt x="49521" y="655438"/>
                    </a:cubicBezTo>
                    <a:cubicBezTo>
                      <a:pt x="32446" y="815058"/>
                      <a:pt x="71793" y="965026"/>
                      <a:pt x="137126" y="1109796"/>
                    </a:cubicBezTo>
                    <a:cubicBezTo>
                      <a:pt x="182413" y="1210023"/>
                      <a:pt x="249230" y="1296886"/>
                      <a:pt x="310109" y="1387460"/>
                    </a:cubicBezTo>
                    <a:cubicBezTo>
                      <a:pt x="373956" y="1482489"/>
                      <a:pt x="427410" y="1581972"/>
                      <a:pt x="440773" y="1695562"/>
                    </a:cubicBezTo>
                    <a:cubicBezTo>
                      <a:pt x="445228" y="1727486"/>
                      <a:pt x="454138" y="1759410"/>
                      <a:pt x="460819" y="1792076"/>
                    </a:cubicBezTo>
                    <a:cubicBezTo>
                      <a:pt x="464531" y="1810636"/>
                      <a:pt x="462764" y="1817754"/>
                      <a:pt x="492743" y="1817318"/>
                    </a:cubicBezTo>
                    <a:cubicBezTo>
                      <a:pt x="593727" y="1815849"/>
                      <a:pt x="965662" y="1836373"/>
                      <a:pt x="1065146" y="1836621"/>
                    </a:cubicBezTo>
                    <a:cubicBezTo>
                      <a:pt x="1079251" y="1838106"/>
                      <a:pt x="1085190" y="1832167"/>
                      <a:pt x="1089645" y="1818803"/>
                    </a:cubicBezTo>
                    <a:cubicBezTo>
                      <a:pt x="1103008" y="1776485"/>
                      <a:pt x="1111175" y="1731941"/>
                      <a:pt x="1116372" y="1688138"/>
                    </a:cubicBezTo>
                    <a:cubicBezTo>
                      <a:pt x="1132705" y="1550791"/>
                      <a:pt x="1179477" y="1427550"/>
                      <a:pt x="1268567" y="1319900"/>
                    </a:cubicBezTo>
                    <a:cubicBezTo>
                      <a:pt x="1307915" y="1271643"/>
                      <a:pt x="1343551" y="1219674"/>
                      <a:pt x="1376960" y="1166220"/>
                    </a:cubicBezTo>
                    <a:cubicBezTo>
                      <a:pt x="1425217" y="1089752"/>
                      <a:pt x="1448232" y="1002889"/>
                      <a:pt x="1468276" y="916026"/>
                    </a:cubicBezTo>
                    <a:cubicBezTo>
                      <a:pt x="1493519" y="809861"/>
                      <a:pt x="1500201" y="703696"/>
                      <a:pt x="1468276" y="599015"/>
                    </a:cubicBezTo>
                    <a:cubicBezTo>
                      <a:pt x="1401459" y="377775"/>
                      <a:pt x="1275248" y="204792"/>
                      <a:pt x="1056236" y="110506"/>
                    </a:cubicBezTo>
                    <a:cubicBezTo>
                      <a:pt x="972297" y="74592"/>
                      <a:pt x="887183" y="52067"/>
                      <a:pt x="800630" y="46764"/>
                    </a:cubicBezTo>
                    <a:close/>
                    <a:moveTo>
                      <a:pt x="794163" y="814"/>
                    </a:moveTo>
                    <a:cubicBezTo>
                      <a:pt x="875086" y="4712"/>
                      <a:pt x="955638" y="22530"/>
                      <a:pt x="1036191" y="52598"/>
                    </a:cubicBezTo>
                    <a:cubicBezTo>
                      <a:pt x="1275248" y="140945"/>
                      <a:pt x="1421504" y="317640"/>
                      <a:pt x="1503912" y="551500"/>
                    </a:cubicBezTo>
                    <a:cubicBezTo>
                      <a:pt x="1544745" y="668802"/>
                      <a:pt x="1545488" y="789816"/>
                      <a:pt x="1518761" y="910830"/>
                    </a:cubicBezTo>
                    <a:cubicBezTo>
                      <a:pt x="1492034" y="1032586"/>
                      <a:pt x="1457140" y="1149887"/>
                      <a:pt x="1377702" y="1250855"/>
                    </a:cubicBezTo>
                    <a:cubicBezTo>
                      <a:pt x="1337612" y="1300597"/>
                      <a:pt x="1301233" y="1354051"/>
                      <a:pt x="1264855" y="1406020"/>
                    </a:cubicBezTo>
                    <a:cubicBezTo>
                      <a:pt x="1203977" y="1492140"/>
                      <a:pt x="1177250" y="1590882"/>
                      <a:pt x="1163144" y="1694078"/>
                    </a:cubicBezTo>
                    <a:cubicBezTo>
                      <a:pt x="1154235" y="1756440"/>
                      <a:pt x="1146811" y="1819546"/>
                      <a:pt x="1115630" y="1876711"/>
                    </a:cubicBezTo>
                    <a:cubicBezTo>
                      <a:pt x="1125281" y="1884878"/>
                      <a:pt x="1138644" y="1884136"/>
                      <a:pt x="1149781" y="1887848"/>
                    </a:cubicBezTo>
                    <a:cubicBezTo>
                      <a:pt x="1203235" y="1904923"/>
                      <a:pt x="1235158" y="1945757"/>
                      <a:pt x="1229961" y="1991044"/>
                    </a:cubicBezTo>
                    <a:cubicBezTo>
                      <a:pt x="1224022" y="2034846"/>
                      <a:pt x="1177992" y="2073451"/>
                      <a:pt x="1126023" y="2077164"/>
                    </a:cubicBezTo>
                    <a:cubicBezTo>
                      <a:pt x="1117857" y="2077906"/>
                      <a:pt x="1108948" y="2077906"/>
                      <a:pt x="1100038" y="2077906"/>
                    </a:cubicBezTo>
                    <a:cubicBezTo>
                      <a:pt x="1038418" y="2074936"/>
                      <a:pt x="496455" y="2056376"/>
                      <a:pt x="423698" y="2054891"/>
                    </a:cubicBezTo>
                    <a:cubicBezTo>
                      <a:pt x="403653" y="2055633"/>
                      <a:pt x="385093" y="2048210"/>
                      <a:pt x="368017" y="2039300"/>
                    </a:cubicBezTo>
                    <a:cubicBezTo>
                      <a:pt x="333866" y="2020740"/>
                      <a:pt x="309366" y="1994013"/>
                      <a:pt x="311594" y="1951695"/>
                    </a:cubicBezTo>
                    <a:cubicBezTo>
                      <a:pt x="314565" y="1907151"/>
                      <a:pt x="344260" y="1882651"/>
                      <a:pt x="382123" y="1867803"/>
                    </a:cubicBezTo>
                    <a:cubicBezTo>
                      <a:pt x="397714" y="1861121"/>
                      <a:pt x="415532" y="1858893"/>
                      <a:pt x="434092" y="1854439"/>
                    </a:cubicBezTo>
                    <a:cubicBezTo>
                      <a:pt x="408107" y="1790591"/>
                      <a:pt x="400684" y="1722289"/>
                      <a:pt x="387320" y="1655472"/>
                    </a:cubicBezTo>
                    <a:cubicBezTo>
                      <a:pt x="372471" y="1584200"/>
                      <a:pt x="337578" y="1521837"/>
                      <a:pt x="301199" y="1459474"/>
                    </a:cubicBezTo>
                    <a:cubicBezTo>
                      <a:pt x="251458" y="1374096"/>
                      <a:pt x="185383" y="1299855"/>
                      <a:pt x="137869" y="1212992"/>
                    </a:cubicBezTo>
                    <a:cubicBezTo>
                      <a:pt x="44324" y="1041494"/>
                      <a:pt x="-13585" y="861830"/>
                      <a:pt x="2748" y="664348"/>
                    </a:cubicBezTo>
                    <a:cubicBezTo>
                      <a:pt x="13885" y="531456"/>
                      <a:pt x="57687" y="409699"/>
                      <a:pt x="145292" y="308730"/>
                    </a:cubicBezTo>
                    <a:cubicBezTo>
                      <a:pt x="254428" y="180293"/>
                      <a:pt x="387320" y="83779"/>
                      <a:pt x="549909" y="32552"/>
                    </a:cubicBezTo>
                    <a:cubicBezTo>
                      <a:pt x="631946" y="6939"/>
                      <a:pt x="713240" y="-3084"/>
                      <a:pt x="794163" y="814"/>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sp>
            <p:nvSpPr>
              <p:cNvPr id="21" name="Freeform: Shape 20">
                <a:extLst>
                  <a:ext uri="{FF2B5EF4-FFF2-40B4-BE49-F238E27FC236}">
                    <a16:creationId xmlns:a16="http://schemas.microsoft.com/office/drawing/2014/main" xmlns="" id="{2055AE3E-1E2C-54E2-2133-8F0419BED34D}"/>
                  </a:ext>
                </a:extLst>
              </p:cNvPr>
              <p:cNvSpPr/>
              <p:nvPr/>
            </p:nvSpPr>
            <p:spPr>
              <a:xfrm rot="628173">
                <a:off x="7558838" y="2427102"/>
                <a:ext cx="937061" cy="1282256"/>
              </a:xfrm>
              <a:custGeom>
                <a:avLst/>
                <a:gdLst>
                  <a:gd name="connsiteX0" fmla="*/ 72231 w 937061"/>
                  <a:gd name="connsiteY0" fmla="*/ 508194 h 1282256"/>
                  <a:gd name="connsiteX1" fmla="*/ 139689 w 937061"/>
                  <a:gd name="connsiteY1" fmla="*/ 559080 h 1282256"/>
                  <a:gd name="connsiteX2" fmla="*/ 137581 w 937061"/>
                  <a:gd name="connsiteY2" fmla="*/ 579636 h 1282256"/>
                  <a:gd name="connsiteX3" fmla="*/ 173595 w 937061"/>
                  <a:gd name="connsiteY3" fmla="*/ 561778 h 1282256"/>
                  <a:gd name="connsiteX4" fmla="*/ 235622 w 937061"/>
                  <a:gd name="connsiteY4" fmla="*/ 562333 h 1282256"/>
                  <a:gd name="connsiteX5" fmla="*/ 265212 w 937061"/>
                  <a:gd name="connsiteY5" fmla="*/ 596791 h 1282256"/>
                  <a:gd name="connsiteX6" fmla="*/ 264188 w 937061"/>
                  <a:gd name="connsiteY6" fmla="*/ 602277 h 1282256"/>
                  <a:gd name="connsiteX7" fmla="*/ 251467 w 937061"/>
                  <a:gd name="connsiteY7" fmla="*/ 657997 h 1282256"/>
                  <a:gd name="connsiteX8" fmla="*/ 248802 w 937061"/>
                  <a:gd name="connsiteY8" fmla="*/ 665620 h 1282256"/>
                  <a:gd name="connsiteX9" fmla="*/ 226702 w 937061"/>
                  <a:gd name="connsiteY9" fmla="*/ 731221 h 1282256"/>
                  <a:gd name="connsiteX10" fmla="*/ 292287 w 937061"/>
                  <a:gd name="connsiteY10" fmla="*/ 797322 h 1282256"/>
                  <a:gd name="connsiteX11" fmla="*/ 318540 w 937061"/>
                  <a:gd name="connsiteY11" fmla="*/ 799397 h 1282256"/>
                  <a:gd name="connsiteX12" fmla="*/ 386587 w 937061"/>
                  <a:gd name="connsiteY12" fmla="*/ 855674 h 1282256"/>
                  <a:gd name="connsiteX13" fmla="*/ 391213 w 937061"/>
                  <a:gd name="connsiteY13" fmla="*/ 832209 h 1282256"/>
                  <a:gd name="connsiteX14" fmla="*/ 339010 w 937061"/>
                  <a:gd name="connsiteY14" fmla="*/ 777893 h 1282256"/>
                  <a:gd name="connsiteX15" fmla="*/ 374294 w 937061"/>
                  <a:gd name="connsiteY15" fmla="*/ 724114 h 1282256"/>
                  <a:gd name="connsiteX16" fmla="*/ 365526 w 937061"/>
                  <a:gd name="connsiteY16" fmla="*/ 703124 h 1282256"/>
                  <a:gd name="connsiteX17" fmla="*/ 314275 w 937061"/>
                  <a:gd name="connsiteY17" fmla="*/ 774111 h 1282256"/>
                  <a:gd name="connsiteX18" fmla="*/ 255752 w 937061"/>
                  <a:gd name="connsiteY18" fmla="*/ 746224 h 1282256"/>
                  <a:gd name="connsiteX19" fmla="*/ 257804 w 937061"/>
                  <a:gd name="connsiteY19" fmla="*/ 700011 h 1282256"/>
                  <a:gd name="connsiteX20" fmla="*/ 281358 w 937061"/>
                  <a:gd name="connsiteY20" fmla="*/ 666529 h 1282256"/>
                  <a:gd name="connsiteX21" fmla="*/ 276069 w 937061"/>
                  <a:gd name="connsiteY21" fmla="*/ 646729 h 1282256"/>
                  <a:gd name="connsiteX22" fmla="*/ 315725 w 937061"/>
                  <a:gd name="connsiteY22" fmla="*/ 605586 h 1282256"/>
                  <a:gd name="connsiteX23" fmla="*/ 348811 w 937061"/>
                  <a:gd name="connsiteY23" fmla="*/ 615972 h 1282256"/>
                  <a:gd name="connsiteX24" fmla="*/ 355707 w 937061"/>
                  <a:gd name="connsiteY24" fmla="*/ 609198 h 1282256"/>
                  <a:gd name="connsiteX25" fmla="*/ 423989 w 937061"/>
                  <a:gd name="connsiteY25" fmla="*/ 603914 h 1282256"/>
                  <a:gd name="connsiteX26" fmla="*/ 462978 w 937061"/>
                  <a:gd name="connsiteY26" fmla="*/ 667189 h 1282256"/>
                  <a:gd name="connsiteX27" fmla="*/ 447498 w 937061"/>
                  <a:gd name="connsiteY27" fmla="*/ 742160 h 1282256"/>
                  <a:gd name="connsiteX28" fmla="*/ 444272 w 937061"/>
                  <a:gd name="connsiteY28" fmla="*/ 747849 h 1282256"/>
                  <a:gd name="connsiteX29" fmla="*/ 468977 w 937061"/>
                  <a:gd name="connsiteY29" fmla="*/ 772413 h 1282256"/>
                  <a:gd name="connsiteX30" fmla="*/ 495847 w 937061"/>
                  <a:gd name="connsiteY30" fmla="*/ 863799 h 1282256"/>
                  <a:gd name="connsiteX31" fmla="*/ 444271 w 937061"/>
                  <a:gd name="connsiteY31" fmla="*/ 922014 h 1282256"/>
                  <a:gd name="connsiteX32" fmla="*/ 431747 w 937061"/>
                  <a:gd name="connsiteY32" fmla="*/ 921551 h 1282256"/>
                  <a:gd name="connsiteX33" fmla="*/ 442410 w 937061"/>
                  <a:gd name="connsiteY33" fmla="*/ 937592 h 1282256"/>
                  <a:gd name="connsiteX34" fmla="*/ 543619 w 937061"/>
                  <a:gd name="connsiteY34" fmla="*/ 1186492 h 1282256"/>
                  <a:gd name="connsiteX35" fmla="*/ 566594 w 937061"/>
                  <a:gd name="connsiteY35" fmla="*/ 1273228 h 1282256"/>
                  <a:gd name="connsiteX36" fmla="*/ 531195 w 937061"/>
                  <a:gd name="connsiteY36" fmla="*/ 1282256 h 1282256"/>
                  <a:gd name="connsiteX37" fmla="*/ 510987 w 937061"/>
                  <a:gd name="connsiteY37" fmla="*/ 1183176 h 1282256"/>
                  <a:gd name="connsiteX38" fmla="*/ 419465 w 937061"/>
                  <a:gd name="connsiteY38" fmla="*/ 965735 h 1282256"/>
                  <a:gd name="connsiteX39" fmla="*/ 380666 w 937061"/>
                  <a:gd name="connsiteY39" fmla="*/ 911088 h 1282256"/>
                  <a:gd name="connsiteX40" fmla="*/ 370913 w 937061"/>
                  <a:gd name="connsiteY40" fmla="*/ 906441 h 1282256"/>
                  <a:gd name="connsiteX41" fmla="*/ 360466 w 937061"/>
                  <a:gd name="connsiteY41" fmla="*/ 906130 h 1282256"/>
                  <a:gd name="connsiteX42" fmla="*/ 314518 w 937061"/>
                  <a:gd name="connsiteY42" fmla="*/ 920936 h 1282256"/>
                  <a:gd name="connsiteX43" fmla="*/ 256927 w 937061"/>
                  <a:gd name="connsiteY43" fmla="*/ 880449 h 1282256"/>
                  <a:gd name="connsiteX44" fmla="*/ 248732 w 937061"/>
                  <a:gd name="connsiteY44" fmla="*/ 847130 h 1282256"/>
                  <a:gd name="connsiteX45" fmla="*/ 247889 w 937061"/>
                  <a:gd name="connsiteY45" fmla="*/ 840361 h 1282256"/>
                  <a:gd name="connsiteX46" fmla="*/ 220304 w 937061"/>
                  <a:gd name="connsiteY46" fmla="*/ 848717 h 1282256"/>
                  <a:gd name="connsiteX47" fmla="*/ 136302 w 937061"/>
                  <a:gd name="connsiteY47" fmla="*/ 795389 h 1282256"/>
                  <a:gd name="connsiteX48" fmla="*/ 132240 w 937061"/>
                  <a:gd name="connsiteY48" fmla="*/ 772306 h 1282256"/>
                  <a:gd name="connsiteX49" fmla="*/ 132030 w 937061"/>
                  <a:gd name="connsiteY49" fmla="*/ 749123 h 1282256"/>
                  <a:gd name="connsiteX50" fmla="*/ 118944 w 937061"/>
                  <a:gd name="connsiteY50" fmla="*/ 746653 h 1282256"/>
                  <a:gd name="connsiteX51" fmla="*/ 28110 w 937061"/>
                  <a:gd name="connsiteY51" fmla="*/ 666272 h 1282256"/>
                  <a:gd name="connsiteX52" fmla="*/ 18430 w 937061"/>
                  <a:gd name="connsiteY52" fmla="*/ 570895 h 1282256"/>
                  <a:gd name="connsiteX53" fmla="*/ 72231 w 937061"/>
                  <a:gd name="connsiteY53" fmla="*/ 508194 h 1282256"/>
                  <a:gd name="connsiteX54" fmla="*/ 828778 w 937061"/>
                  <a:gd name="connsiteY54" fmla="*/ 368188 h 1282256"/>
                  <a:gd name="connsiteX55" fmla="*/ 903402 w 937061"/>
                  <a:gd name="connsiteY55" fmla="*/ 393916 h 1282256"/>
                  <a:gd name="connsiteX56" fmla="*/ 921670 w 937061"/>
                  <a:gd name="connsiteY56" fmla="*/ 560021 h 1282256"/>
                  <a:gd name="connsiteX57" fmla="*/ 873673 w 937061"/>
                  <a:gd name="connsiteY57" fmla="*/ 610037 h 1282256"/>
                  <a:gd name="connsiteX58" fmla="*/ 870382 w 937061"/>
                  <a:gd name="connsiteY58" fmla="*/ 612071 h 1282256"/>
                  <a:gd name="connsiteX59" fmla="*/ 881183 w 937061"/>
                  <a:gd name="connsiteY59" fmla="*/ 655093 h 1282256"/>
                  <a:gd name="connsiteX60" fmla="*/ 811085 w 937061"/>
                  <a:gd name="connsiteY60" fmla="*/ 738732 h 1282256"/>
                  <a:gd name="connsiteX61" fmla="*/ 793636 w 937061"/>
                  <a:gd name="connsiteY61" fmla="*/ 739105 h 1282256"/>
                  <a:gd name="connsiteX62" fmla="*/ 799023 w 937061"/>
                  <a:gd name="connsiteY62" fmla="*/ 768256 h 1282256"/>
                  <a:gd name="connsiteX63" fmla="*/ 794668 w 937061"/>
                  <a:gd name="connsiteY63" fmla="*/ 805320 h 1282256"/>
                  <a:gd name="connsiteX64" fmla="*/ 736637 w 937061"/>
                  <a:gd name="connsiteY64" fmla="*/ 842933 h 1282256"/>
                  <a:gd name="connsiteX65" fmla="*/ 711441 w 937061"/>
                  <a:gd name="connsiteY65" fmla="*/ 841070 h 1282256"/>
                  <a:gd name="connsiteX66" fmla="*/ 702708 w 937061"/>
                  <a:gd name="connsiteY66" fmla="*/ 844516 h 1282256"/>
                  <a:gd name="connsiteX67" fmla="*/ 683025 w 937061"/>
                  <a:gd name="connsiteY67" fmla="*/ 866563 h 1282256"/>
                  <a:gd name="connsiteX68" fmla="*/ 657843 w 937061"/>
                  <a:gd name="connsiteY68" fmla="*/ 881435 h 1282256"/>
                  <a:gd name="connsiteX69" fmla="*/ 694319 w 937061"/>
                  <a:gd name="connsiteY69" fmla="*/ 1016214 h 1282256"/>
                  <a:gd name="connsiteX70" fmla="*/ 713201 w 937061"/>
                  <a:gd name="connsiteY70" fmla="*/ 1156998 h 1282256"/>
                  <a:gd name="connsiteX71" fmla="*/ 720960 w 937061"/>
                  <a:gd name="connsiteY71" fmla="*/ 1258622 h 1282256"/>
                  <a:gd name="connsiteX72" fmla="*/ 679557 w 937061"/>
                  <a:gd name="connsiteY72" fmla="*/ 1261399 h 1282256"/>
                  <a:gd name="connsiteX73" fmla="*/ 677437 w 937061"/>
                  <a:gd name="connsiteY73" fmla="*/ 1146560 h 1282256"/>
                  <a:gd name="connsiteX74" fmla="*/ 658812 w 937061"/>
                  <a:gd name="connsiteY74" fmla="*/ 1013559 h 1282256"/>
                  <a:gd name="connsiteX75" fmla="*/ 620096 w 937061"/>
                  <a:gd name="connsiteY75" fmla="*/ 884815 h 1282256"/>
                  <a:gd name="connsiteX76" fmla="*/ 617487 w 937061"/>
                  <a:gd name="connsiteY76" fmla="*/ 885041 h 1282256"/>
                  <a:gd name="connsiteX77" fmla="*/ 582656 w 937061"/>
                  <a:gd name="connsiteY77" fmla="*/ 865072 h 1282256"/>
                  <a:gd name="connsiteX78" fmla="*/ 558217 w 937061"/>
                  <a:gd name="connsiteY78" fmla="*/ 771403 h 1282256"/>
                  <a:gd name="connsiteX79" fmla="*/ 575867 w 937061"/>
                  <a:gd name="connsiteY79" fmla="*/ 722513 h 1282256"/>
                  <a:gd name="connsiteX80" fmla="*/ 560670 w 937061"/>
                  <a:gd name="connsiteY80" fmla="*/ 708618 h 1282256"/>
                  <a:gd name="connsiteX81" fmla="*/ 534291 w 937061"/>
                  <a:gd name="connsiteY81" fmla="*/ 600031 h 1282256"/>
                  <a:gd name="connsiteX82" fmla="*/ 572231 w 937061"/>
                  <a:gd name="connsiteY82" fmla="*/ 560631 h 1282256"/>
                  <a:gd name="connsiteX83" fmla="*/ 603475 w 937061"/>
                  <a:gd name="connsiteY83" fmla="*/ 559950 h 1282256"/>
                  <a:gd name="connsiteX84" fmla="*/ 618559 w 937061"/>
                  <a:gd name="connsiteY84" fmla="*/ 565514 h 1282256"/>
                  <a:gd name="connsiteX85" fmla="*/ 649454 w 937061"/>
                  <a:gd name="connsiteY85" fmla="*/ 543101 h 1282256"/>
                  <a:gd name="connsiteX86" fmla="*/ 697970 w 937061"/>
                  <a:gd name="connsiteY86" fmla="*/ 567543 h 1282256"/>
                  <a:gd name="connsiteX87" fmla="*/ 700456 w 937061"/>
                  <a:gd name="connsiteY87" fmla="*/ 590917 h 1282256"/>
                  <a:gd name="connsiteX88" fmla="*/ 720550 w 937061"/>
                  <a:gd name="connsiteY88" fmla="*/ 600445 h 1282256"/>
                  <a:gd name="connsiteX89" fmla="*/ 751604 w 937061"/>
                  <a:gd name="connsiteY89" fmla="*/ 639520 h 1282256"/>
                  <a:gd name="connsiteX90" fmla="*/ 738347 w 937061"/>
                  <a:gd name="connsiteY90" fmla="*/ 683525 h 1282256"/>
                  <a:gd name="connsiteX91" fmla="*/ 707956 w 937061"/>
                  <a:gd name="connsiteY91" fmla="*/ 700956 h 1282256"/>
                  <a:gd name="connsiteX92" fmla="*/ 634896 w 937061"/>
                  <a:gd name="connsiteY92" fmla="*/ 651717 h 1282256"/>
                  <a:gd name="connsiteX93" fmla="*/ 633997 w 937061"/>
                  <a:gd name="connsiteY93" fmla="*/ 675512 h 1282256"/>
                  <a:gd name="connsiteX94" fmla="*/ 687058 w 937061"/>
                  <a:gd name="connsiteY94" fmla="*/ 716835 h 1282256"/>
                  <a:gd name="connsiteX95" fmla="*/ 656986 w 937061"/>
                  <a:gd name="connsiteY95" fmla="*/ 782282 h 1282256"/>
                  <a:gd name="connsiteX96" fmla="*/ 669532 w 937061"/>
                  <a:gd name="connsiteY96" fmla="*/ 802778 h 1282256"/>
                  <a:gd name="connsiteX97" fmla="*/ 712109 w 937061"/>
                  <a:gd name="connsiteY97" fmla="*/ 736651 h 1282256"/>
                  <a:gd name="connsiteX98" fmla="*/ 723692 w 937061"/>
                  <a:gd name="connsiteY98" fmla="*/ 721066 h 1282256"/>
                  <a:gd name="connsiteX99" fmla="*/ 776459 w 937061"/>
                  <a:gd name="connsiteY99" fmla="*/ 653872 h 1282256"/>
                  <a:gd name="connsiteX100" fmla="*/ 733368 w 937061"/>
                  <a:gd name="connsiteY100" fmla="*/ 578317 h 1282256"/>
                  <a:gd name="connsiteX101" fmla="*/ 723890 w 937061"/>
                  <a:gd name="connsiteY101" fmla="*/ 565605 h 1282256"/>
                  <a:gd name="connsiteX102" fmla="*/ 694098 w 937061"/>
                  <a:gd name="connsiteY102" fmla="*/ 523444 h 1282256"/>
                  <a:gd name="connsiteX103" fmla="*/ 690243 w 937061"/>
                  <a:gd name="connsiteY103" fmla="*/ 515805 h 1282256"/>
                  <a:gd name="connsiteX104" fmla="*/ 698774 w 937061"/>
                  <a:gd name="connsiteY104" fmla="*/ 485914 h 1282256"/>
                  <a:gd name="connsiteX105" fmla="*/ 755797 w 937061"/>
                  <a:gd name="connsiteY105" fmla="*/ 452765 h 1282256"/>
                  <a:gd name="connsiteX106" fmla="*/ 802978 w 937061"/>
                  <a:gd name="connsiteY106" fmla="*/ 455658 h 1282256"/>
                  <a:gd name="connsiteX107" fmla="*/ 792796 w 937061"/>
                  <a:gd name="connsiteY107" fmla="*/ 434725 h 1282256"/>
                  <a:gd name="connsiteX108" fmla="*/ 828778 w 937061"/>
                  <a:gd name="connsiteY108" fmla="*/ 368188 h 1282256"/>
                  <a:gd name="connsiteX109" fmla="*/ 80732 w 937061"/>
                  <a:gd name="connsiteY109" fmla="*/ 236718 h 1282256"/>
                  <a:gd name="connsiteX110" fmla="*/ 85733 w 937061"/>
                  <a:gd name="connsiteY110" fmla="*/ 243941 h 1282256"/>
                  <a:gd name="connsiteX111" fmla="*/ 165483 w 937061"/>
                  <a:gd name="connsiteY111" fmla="*/ 295204 h 1282256"/>
                  <a:gd name="connsiteX112" fmla="*/ 199590 w 937061"/>
                  <a:gd name="connsiteY112" fmla="*/ 324345 h 1282256"/>
                  <a:gd name="connsiteX113" fmla="*/ 183395 w 937061"/>
                  <a:gd name="connsiteY113" fmla="*/ 381115 h 1282256"/>
                  <a:gd name="connsiteX114" fmla="*/ 167577 w 937061"/>
                  <a:gd name="connsiteY114" fmla="*/ 388113 h 1282256"/>
                  <a:gd name="connsiteX115" fmla="*/ 179565 w 937061"/>
                  <a:gd name="connsiteY115" fmla="*/ 401175 h 1282256"/>
                  <a:gd name="connsiteX116" fmla="*/ 179992 w 937061"/>
                  <a:gd name="connsiteY116" fmla="*/ 449781 h 1282256"/>
                  <a:gd name="connsiteX117" fmla="*/ 108044 w 937061"/>
                  <a:gd name="connsiteY117" fmla="*/ 482632 h 1282256"/>
                  <a:gd name="connsiteX118" fmla="*/ 27201 w 937061"/>
                  <a:gd name="connsiteY118" fmla="*/ 505923 h 1282256"/>
                  <a:gd name="connsiteX119" fmla="*/ 570 w 937061"/>
                  <a:gd name="connsiteY119" fmla="*/ 441177 h 1282256"/>
                  <a:gd name="connsiteX120" fmla="*/ 70413 w 937061"/>
                  <a:gd name="connsiteY120" fmla="*/ 361661 h 1282256"/>
                  <a:gd name="connsiteX121" fmla="*/ 65724 w 937061"/>
                  <a:gd name="connsiteY121" fmla="*/ 357231 h 1282256"/>
                  <a:gd name="connsiteX122" fmla="*/ 36050 w 937061"/>
                  <a:gd name="connsiteY122" fmla="*/ 293659 h 1282256"/>
                  <a:gd name="connsiteX123" fmla="*/ 80732 w 937061"/>
                  <a:gd name="connsiteY123" fmla="*/ 236718 h 1282256"/>
                  <a:gd name="connsiteX124" fmla="*/ 734063 w 937061"/>
                  <a:gd name="connsiteY124" fmla="*/ 115786 h 1282256"/>
                  <a:gd name="connsiteX125" fmla="*/ 800039 w 937061"/>
                  <a:gd name="connsiteY125" fmla="*/ 168575 h 1282256"/>
                  <a:gd name="connsiteX126" fmla="*/ 790133 w 937061"/>
                  <a:gd name="connsiteY126" fmla="*/ 225202 h 1282256"/>
                  <a:gd name="connsiteX127" fmla="*/ 788636 w 937061"/>
                  <a:gd name="connsiteY127" fmla="*/ 228126 h 1282256"/>
                  <a:gd name="connsiteX128" fmla="*/ 788782 w 937061"/>
                  <a:gd name="connsiteY128" fmla="*/ 228914 h 1282256"/>
                  <a:gd name="connsiteX129" fmla="*/ 879477 w 937061"/>
                  <a:gd name="connsiteY129" fmla="*/ 273265 h 1282256"/>
                  <a:gd name="connsiteX130" fmla="*/ 880462 w 937061"/>
                  <a:gd name="connsiteY130" fmla="*/ 348046 h 1282256"/>
                  <a:gd name="connsiteX131" fmla="*/ 875371 w 937061"/>
                  <a:gd name="connsiteY131" fmla="*/ 346949 h 1282256"/>
                  <a:gd name="connsiteX132" fmla="*/ 802289 w 937061"/>
                  <a:gd name="connsiteY132" fmla="*/ 352714 h 1282256"/>
                  <a:gd name="connsiteX133" fmla="*/ 731227 w 937061"/>
                  <a:gd name="connsiteY133" fmla="*/ 357290 h 1282256"/>
                  <a:gd name="connsiteX134" fmla="*/ 699035 w 937061"/>
                  <a:gd name="connsiteY134" fmla="*/ 320868 h 1282256"/>
                  <a:gd name="connsiteX135" fmla="*/ 705546 w 937061"/>
                  <a:gd name="connsiteY135" fmla="*/ 292165 h 1282256"/>
                  <a:gd name="connsiteX136" fmla="*/ 707611 w 937061"/>
                  <a:gd name="connsiteY136" fmla="*/ 287913 h 1282256"/>
                  <a:gd name="connsiteX137" fmla="*/ 691898 w 937061"/>
                  <a:gd name="connsiteY137" fmla="*/ 287761 h 1282256"/>
                  <a:gd name="connsiteX138" fmla="*/ 656836 w 937061"/>
                  <a:gd name="connsiteY138" fmla="*/ 256759 h 1282256"/>
                  <a:gd name="connsiteX139" fmla="*/ 657076 w 937061"/>
                  <a:gd name="connsiteY139" fmla="*/ 221678 h 1282256"/>
                  <a:gd name="connsiteX140" fmla="*/ 672162 w 937061"/>
                  <a:gd name="connsiteY140" fmla="*/ 203002 h 1282256"/>
                  <a:gd name="connsiteX141" fmla="*/ 732996 w 937061"/>
                  <a:gd name="connsiteY141" fmla="*/ 118834 h 1282256"/>
                  <a:gd name="connsiteX142" fmla="*/ 734063 w 937061"/>
                  <a:gd name="connsiteY142" fmla="*/ 115786 h 1282256"/>
                  <a:gd name="connsiteX143" fmla="*/ 234805 w 937061"/>
                  <a:gd name="connsiteY143" fmla="*/ 54681 h 1282256"/>
                  <a:gd name="connsiteX144" fmla="*/ 265378 w 937061"/>
                  <a:gd name="connsiteY144" fmla="*/ 49820 h 1282256"/>
                  <a:gd name="connsiteX145" fmla="*/ 314937 w 937061"/>
                  <a:gd name="connsiteY145" fmla="*/ 75496 h 1282256"/>
                  <a:gd name="connsiteX146" fmla="*/ 345601 w 937061"/>
                  <a:gd name="connsiteY146" fmla="*/ 197347 h 1282256"/>
                  <a:gd name="connsiteX147" fmla="*/ 334083 w 937061"/>
                  <a:gd name="connsiteY147" fmla="*/ 235327 h 1282256"/>
                  <a:gd name="connsiteX148" fmla="*/ 353353 w 937061"/>
                  <a:gd name="connsiteY148" fmla="*/ 413468 h 1282256"/>
                  <a:gd name="connsiteX149" fmla="*/ 418223 w 937061"/>
                  <a:gd name="connsiteY149" fmla="*/ 498850 h 1282256"/>
                  <a:gd name="connsiteX150" fmla="*/ 414075 w 937061"/>
                  <a:gd name="connsiteY150" fmla="*/ 570097 h 1282256"/>
                  <a:gd name="connsiteX151" fmla="*/ 374791 w 937061"/>
                  <a:gd name="connsiteY151" fmla="*/ 572468 h 1282256"/>
                  <a:gd name="connsiteX152" fmla="*/ 347212 w 937061"/>
                  <a:gd name="connsiteY152" fmla="*/ 583064 h 1282256"/>
                  <a:gd name="connsiteX153" fmla="*/ 340945 w 937061"/>
                  <a:gd name="connsiteY153" fmla="*/ 584425 h 1282256"/>
                  <a:gd name="connsiteX154" fmla="*/ 286621 w 937061"/>
                  <a:gd name="connsiteY154" fmla="*/ 583668 h 1282256"/>
                  <a:gd name="connsiteX155" fmla="*/ 233948 w 937061"/>
                  <a:gd name="connsiteY155" fmla="*/ 534531 h 1282256"/>
                  <a:gd name="connsiteX156" fmla="*/ 162779 w 937061"/>
                  <a:gd name="connsiteY156" fmla="*/ 538517 h 1282256"/>
                  <a:gd name="connsiteX157" fmla="*/ 146371 w 937061"/>
                  <a:gd name="connsiteY157" fmla="*/ 502641 h 1282256"/>
                  <a:gd name="connsiteX158" fmla="*/ 196829 w 937061"/>
                  <a:gd name="connsiteY158" fmla="*/ 467040 h 1282256"/>
                  <a:gd name="connsiteX159" fmla="*/ 291634 w 937061"/>
                  <a:gd name="connsiteY159" fmla="*/ 464187 h 1282256"/>
                  <a:gd name="connsiteX160" fmla="*/ 339848 w 937061"/>
                  <a:gd name="connsiteY160" fmla="*/ 495814 h 1282256"/>
                  <a:gd name="connsiteX161" fmla="*/ 344709 w 937061"/>
                  <a:gd name="connsiteY161" fmla="*/ 472509 h 1282256"/>
                  <a:gd name="connsiteX162" fmla="*/ 302160 w 937061"/>
                  <a:gd name="connsiteY162" fmla="*/ 429650 h 1282256"/>
                  <a:gd name="connsiteX163" fmla="*/ 317151 w 937061"/>
                  <a:gd name="connsiteY163" fmla="*/ 371880 h 1282256"/>
                  <a:gd name="connsiteX164" fmla="*/ 300153 w 937061"/>
                  <a:gd name="connsiteY164" fmla="*/ 354855 h 1282256"/>
                  <a:gd name="connsiteX165" fmla="*/ 275979 w 937061"/>
                  <a:gd name="connsiteY165" fmla="*/ 409229 h 1282256"/>
                  <a:gd name="connsiteX166" fmla="*/ 278835 w 937061"/>
                  <a:gd name="connsiteY166" fmla="*/ 436812 h 1282256"/>
                  <a:gd name="connsiteX167" fmla="*/ 277330 w 937061"/>
                  <a:gd name="connsiteY167" fmla="*/ 442997 h 1282256"/>
                  <a:gd name="connsiteX168" fmla="*/ 211427 w 937061"/>
                  <a:gd name="connsiteY168" fmla="*/ 446824 h 1282256"/>
                  <a:gd name="connsiteX169" fmla="*/ 209401 w 937061"/>
                  <a:gd name="connsiteY169" fmla="*/ 440273 h 1282256"/>
                  <a:gd name="connsiteX170" fmla="*/ 206434 w 937061"/>
                  <a:gd name="connsiteY170" fmla="*/ 398858 h 1282256"/>
                  <a:gd name="connsiteX171" fmla="*/ 207223 w 937061"/>
                  <a:gd name="connsiteY171" fmla="*/ 393213 h 1282256"/>
                  <a:gd name="connsiteX172" fmla="*/ 213263 w 937061"/>
                  <a:gd name="connsiteY172" fmla="*/ 300227 h 1282256"/>
                  <a:gd name="connsiteX173" fmla="*/ 210849 w 937061"/>
                  <a:gd name="connsiteY173" fmla="*/ 295987 h 1282256"/>
                  <a:gd name="connsiteX174" fmla="*/ 230359 w 937061"/>
                  <a:gd name="connsiteY174" fmla="*/ 289124 h 1282256"/>
                  <a:gd name="connsiteX175" fmla="*/ 278448 w 937061"/>
                  <a:gd name="connsiteY175" fmla="*/ 208737 h 1282256"/>
                  <a:gd name="connsiteX176" fmla="*/ 283559 w 937061"/>
                  <a:gd name="connsiteY176" fmla="*/ 197812 h 1282256"/>
                  <a:gd name="connsiteX177" fmla="*/ 314933 w 937061"/>
                  <a:gd name="connsiteY177" fmla="*/ 142718 h 1282256"/>
                  <a:gd name="connsiteX178" fmla="*/ 291729 w 937061"/>
                  <a:gd name="connsiteY178" fmla="*/ 141710 h 1282256"/>
                  <a:gd name="connsiteX179" fmla="*/ 204653 w 937061"/>
                  <a:gd name="connsiteY179" fmla="*/ 172059 h 1282256"/>
                  <a:gd name="connsiteX180" fmla="*/ 190282 w 937061"/>
                  <a:gd name="connsiteY180" fmla="*/ 190196 h 1282256"/>
                  <a:gd name="connsiteX181" fmla="*/ 254302 w 937061"/>
                  <a:gd name="connsiteY181" fmla="*/ 210348 h 1282256"/>
                  <a:gd name="connsiteX182" fmla="*/ 206445 w 937061"/>
                  <a:gd name="connsiteY182" fmla="*/ 272154 h 1282256"/>
                  <a:gd name="connsiteX183" fmla="*/ 114462 w 937061"/>
                  <a:gd name="connsiteY183" fmla="*/ 240670 h 1282256"/>
                  <a:gd name="connsiteX184" fmla="*/ 120246 w 937061"/>
                  <a:gd name="connsiteY184" fmla="*/ 146306 h 1282256"/>
                  <a:gd name="connsiteX185" fmla="*/ 159117 w 937061"/>
                  <a:gd name="connsiteY185" fmla="*/ 137290 h 1282256"/>
                  <a:gd name="connsiteX186" fmla="*/ 166880 w 937061"/>
                  <a:gd name="connsiteY186" fmla="*/ 133004 h 1282256"/>
                  <a:gd name="connsiteX187" fmla="*/ 208914 w 937061"/>
                  <a:gd name="connsiteY187" fmla="*/ 71662 h 1282256"/>
                  <a:gd name="connsiteX188" fmla="*/ 234805 w 937061"/>
                  <a:gd name="connsiteY188" fmla="*/ 54681 h 1282256"/>
                  <a:gd name="connsiteX189" fmla="*/ 518054 w 937061"/>
                  <a:gd name="connsiteY189" fmla="*/ 685 h 1282256"/>
                  <a:gd name="connsiteX190" fmla="*/ 567481 w 937061"/>
                  <a:gd name="connsiteY190" fmla="*/ 11310 h 1282256"/>
                  <a:gd name="connsiteX191" fmla="*/ 617166 w 937061"/>
                  <a:gd name="connsiteY191" fmla="*/ 49796 h 1282256"/>
                  <a:gd name="connsiteX192" fmla="*/ 624803 w 937061"/>
                  <a:gd name="connsiteY192" fmla="*/ 51439 h 1282256"/>
                  <a:gd name="connsiteX193" fmla="*/ 685335 w 937061"/>
                  <a:gd name="connsiteY193" fmla="*/ 54921 h 1282256"/>
                  <a:gd name="connsiteX194" fmla="*/ 709531 w 937061"/>
                  <a:gd name="connsiteY194" fmla="*/ 114208 h 1282256"/>
                  <a:gd name="connsiteX195" fmla="*/ 661812 w 937061"/>
                  <a:gd name="connsiteY195" fmla="*/ 180063 h 1282256"/>
                  <a:gd name="connsiteX196" fmla="*/ 610202 w 937061"/>
                  <a:gd name="connsiteY196" fmla="*/ 195099 h 1282256"/>
                  <a:gd name="connsiteX197" fmla="*/ 562692 w 937061"/>
                  <a:gd name="connsiteY197" fmla="*/ 152954 h 1282256"/>
                  <a:gd name="connsiteX198" fmla="*/ 615624 w 937061"/>
                  <a:gd name="connsiteY198" fmla="*/ 112005 h 1282256"/>
                  <a:gd name="connsiteX199" fmla="*/ 594985 w 937061"/>
                  <a:gd name="connsiteY199" fmla="*/ 99523 h 1282256"/>
                  <a:gd name="connsiteX200" fmla="*/ 549403 w 937061"/>
                  <a:gd name="connsiteY200" fmla="*/ 129539 h 1282256"/>
                  <a:gd name="connsiteX201" fmla="*/ 503638 w 937061"/>
                  <a:gd name="connsiteY201" fmla="*/ 102348 h 1282256"/>
                  <a:gd name="connsiteX202" fmla="*/ 481968 w 937061"/>
                  <a:gd name="connsiteY202" fmla="*/ 111852 h 1282256"/>
                  <a:gd name="connsiteX203" fmla="*/ 529275 w 937061"/>
                  <a:gd name="connsiteY203" fmla="*/ 151795 h 1282256"/>
                  <a:gd name="connsiteX204" fmla="*/ 540380 w 937061"/>
                  <a:gd name="connsiteY204" fmla="*/ 163391 h 1282256"/>
                  <a:gd name="connsiteX205" fmla="*/ 586552 w 937061"/>
                  <a:gd name="connsiteY205" fmla="*/ 213729 h 1282256"/>
                  <a:gd name="connsiteX206" fmla="*/ 633128 w 937061"/>
                  <a:gd name="connsiteY206" fmla="*/ 217751 h 1282256"/>
                  <a:gd name="connsiteX207" fmla="*/ 631375 w 937061"/>
                  <a:gd name="connsiteY207" fmla="*/ 243538 h 1282256"/>
                  <a:gd name="connsiteX208" fmla="*/ 670400 w 937061"/>
                  <a:gd name="connsiteY208" fmla="*/ 307011 h 1282256"/>
                  <a:gd name="connsiteX209" fmla="*/ 674359 w 937061"/>
                  <a:gd name="connsiteY209" fmla="*/ 313002 h 1282256"/>
                  <a:gd name="connsiteX210" fmla="*/ 686366 w 937061"/>
                  <a:gd name="connsiteY210" fmla="*/ 351523 h 1282256"/>
                  <a:gd name="connsiteX211" fmla="*/ 686786 w 937061"/>
                  <a:gd name="connsiteY211" fmla="*/ 360408 h 1282256"/>
                  <a:gd name="connsiteX212" fmla="*/ 624276 w 937061"/>
                  <a:gd name="connsiteY212" fmla="*/ 379293 h 1282256"/>
                  <a:gd name="connsiteX213" fmla="*/ 620186 w 937061"/>
                  <a:gd name="connsiteY213" fmla="*/ 371494 h 1282256"/>
                  <a:gd name="connsiteX214" fmla="*/ 577039 w 937061"/>
                  <a:gd name="connsiteY214" fmla="*/ 307763 h 1282256"/>
                  <a:gd name="connsiteX215" fmla="*/ 571263 w 937061"/>
                  <a:gd name="connsiteY215" fmla="*/ 305164 h 1282256"/>
                  <a:gd name="connsiteX216" fmla="*/ 561472 w 937061"/>
                  <a:gd name="connsiteY216" fmla="*/ 327139 h 1282256"/>
                  <a:gd name="connsiteX217" fmla="*/ 596193 w 937061"/>
                  <a:gd name="connsiteY217" fmla="*/ 376131 h 1282256"/>
                  <a:gd name="connsiteX218" fmla="*/ 571697 w 937061"/>
                  <a:gd name="connsiteY218" fmla="*/ 430972 h 1282256"/>
                  <a:gd name="connsiteX219" fmla="*/ 584565 w 937061"/>
                  <a:gd name="connsiteY219" fmla="*/ 451001 h 1282256"/>
                  <a:gd name="connsiteX220" fmla="*/ 618292 w 937061"/>
                  <a:gd name="connsiteY220" fmla="*/ 404232 h 1282256"/>
                  <a:gd name="connsiteX221" fmla="*/ 707017 w 937061"/>
                  <a:gd name="connsiteY221" fmla="*/ 373985 h 1282256"/>
                  <a:gd name="connsiteX222" fmla="*/ 737381 w 937061"/>
                  <a:gd name="connsiteY222" fmla="*/ 385077 h 1282256"/>
                  <a:gd name="connsiteX223" fmla="*/ 767814 w 937061"/>
                  <a:gd name="connsiteY223" fmla="*/ 388823 h 1282256"/>
                  <a:gd name="connsiteX224" fmla="*/ 765487 w 937061"/>
                  <a:gd name="connsiteY224" fmla="*/ 426939 h 1282256"/>
                  <a:gd name="connsiteX225" fmla="*/ 665711 w 937061"/>
                  <a:gd name="connsiteY225" fmla="*/ 514227 h 1282256"/>
                  <a:gd name="connsiteX226" fmla="*/ 615799 w 937061"/>
                  <a:gd name="connsiteY226" fmla="*/ 534043 h 1282256"/>
                  <a:gd name="connsiteX227" fmla="*/ 611378 w 937061"/>
                  <a:gd name="connsiteY227" fmla="*/ 535471 h 1282256"/>
                  <a:gd name="connsiteX228" fmla="*/ 545354 w 937061"/>
                  <a:gd name="connsiteY228" fmla="*/ 547467 h 1282256"/>
                  <a:gd name="connsiteX229" fmla="*/ 543618 w 937061"/>
                  <a:gd name="connsiteY229" fmla="*/ 547992 h 1282256"/>
                  <a:gd name="connsiteX230" fmla="*/ 543114 w 937061"/>
                  <a:gd name="connsiteY230" fmla="*/ 378809 h 1282256"/>
                  <a:gd name="connsiteX231" fmla="*/ 481297 w 937061"/>
                  <a:gd name="connsiteY231" fmla="*/ 302233 h 1282256"/>
                  <a:gd name="connsiteX232" fmla="*/ 497521 w 937061"/>
                  <a:gd name="connsiteY232" fmla="*/ 205940 h 1282256"/>
                  <a:gd name="connsiteX233" fmla="*/ 471375 w 937061"/>
                  <a:gd name="connsiteY233" fmla="*/ 172476 h 1282256"/>
                  <a:gd name="connsiteX234" fmla="*/ 460261 w 937061"/>
                  <a:gd name="connsiteY234" fmla="*/ 46197 h 1282256"/>
                  <a:gd name="connsiteX235" fmla="*/ 518054 w 937061"/>
                  <a:gd name="connsiteY235" fmla="*/ 685 h 128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937061" h="1282256">
                    <a:moveTo>
                      <a:pt x="72231" y="508194"/>
                    </a:moveTo>
                    <a:cubicBezTo>
                      <a:pt x="110176" y="495275"/>
                      <a:pt x="141455" y="519031"/>
                      <a:pt x="139689" y="559080"/>
                    </a:cubicBezTo>
                    <a:cubicBezTo>
                      <a:pt x="139351" y="566068"/>
                      <a:pt x="138225" y="573202"/>
                      <a:pt x="137581" y="579636"/>
                    </a:cubicBezTo>
                    <a:cubicBezTo>
                      <a:pt x="149335" y="573797"/>
                      <a:pt x="161104" y="566938"/>
                      <a:pt x="173595" y="561778"/>
                    </a:cubicBezTo>
                    <a:cubicBezTo>
                      <a:pt x="194067" y="553512"/>
                      <a:pt x="215165" y="550836"/>
                      <a:pt x="235622" y="562333"/>
                    </a:cubicBezTo>
                    <a:cubicBezTo>
                      <a:pt x="249692" y="570123"/>
                      <a:pt x="258507" y="582549"/>
                      <a:pt x="265212" y="596791"/>
                    </a:cubicBezTo>
                    <a:cubicBezTo>
                      <a:pt x="265897" y="598294"/>
                      <a:pt x="265188" y="601073"/>
                      <a:pt x="264188" y="602277"/>
                    </a:cubicBezTo>
                    <a:cubicBezTo>
                      <a:pt x="251373" y="618904"/>
                      <a:pt x="247251" y="637387"/>
                      <a:pt x="251467" y="657997"/>
                    </a:cubicBezTo>
                    <a:cubicBezTo>
                      <a:pt x="251904" y="660360"/>
                      <a:pt x="250479" y="663679"/>
                      <a:pt x="248802" y="665620"/>
                    </a:cubicBezTo>
                    <a:cubicBezTo>
                      <a:pt x="232301" y="684354"/>
                      <a:pt x="223028" y="705826"/>
                      <a:pt x="226702" y="731221"/>
                    </a:cubicBezTo>
                    <a:cubicBezTo>
                      <a:pt x="231605" y="766574"/>
                      <a:pt x="256814" y="791656"/>
                      <a:pt x="292287" y="797322"/>
                    </a:cubicBezTo>
                    <a:cubicBezTo>
                      <a:pt x="300478" y="798661"/>
                      <a:pt x="309043" y="798708"/>
                      <a:pt x="318540" y="799397"/>
                    </a:cubicBezTo>
                    <a:cubicBezTo>
                      <a:pt x="330434" y="829589"/>
                      <a:pt x="353581" y="847922"/>
                      <a:pt x="386587" y="855674"/>
                    </a:cubicBezTo>
                    <a:cubicBezTo>
                      <a:pt x="388158" y="847643"/>
                      <a:pt x="389605" y="840043"/>
                      <a:pt x="391213" y="832209"/>
                    </a:cubicBezTo>
                    <a:cubicBezTo>
                      <a:pt x="363044" y="824173"/>
                      <a:pt x="342646" y="808591"/>
                      <a:pt x="339010" y="777893"/>
                    </a:cubicBezTo>
                    <a:cubicBezTo>
                      <a:pt x="336531" y="756758"/>
                      <a:pt x="346844" y="742020"/>
                      <a:pt x="374294" y="724114"/>
                    </a:cubicBezTo>
                    <a:cubicBezTo>
                      <a:pt x="371371" y="717117"/>
                      <a:pt x="368449" y="710120"/>
                      <a:pt x="365526" y="703124"/>
                    </a:cubicBezTo>
                    <a:cubicBezTo>
                      <a:pt x="339298" y="710007"/>
                      <a:pt x="321614" y="734460"/>
                      <a:pt x="314275" y="774111"/>
                    </a:cubicBezTo>
                    <a:cubicBezTo>
                      <a:pt x="290368" y="778122"/>
                      <a:pt x="265358" y="766244"/>
                      <a:pt x="255752" y="746224"/>
                    </a:cubicBezTo>
                    <a:cubicBezTo>
                      <a:pt x="248361" y="730477"/>
                      <a:pt x="249498" y="714583"/>
                      <a:pt x="257804" y="700011"/>
                    </a:cubicBezTo>
                    <a:cubicBezTo>
                      <a:pt x="263879" y="687685"/>
                      <a:pt x="272863" y="677876"/>
                      <a:pt x="281358" y="666529"/>
                    </a:cubicBezTo>
                    <a:cubicBezTo>
                      <a:pt x="279908" y="660889"/>
                      <a:pt x="277416" y="654017"/>
                      <a:pt x="276069" y="646729"/>
                    </a:cubicBezTo>
                    <a:cubicBezTo>
                      <a:pt x="271404" y="619276"/>
                      <a:pt x="288248" y="601294"/>
                      <a:pt x="315725" y="605586"/>
                    </a:cubicBezTo>
                    <a:cubicBezTo>
                      <a:pt x="326623" y="607240"/>
                      <a:pt x="337119" y="612225"/>
                      <a:pt x="348811" y="615972"/>
                    </a:cubicBezTo>
                    <a:cubicBezTo>
                      <a:pt x="350168" y="614499"/>
                      <a:pt x="352920" y="611750"/>
                      <a:pt x="355707" y="609198"/>
                    </a:cubicBezTo>
                    <a:cubicBezTo>
                      <a:pt x="375418" y="591297"/>
                      <a:pt x="401497" y="589125"/>
                      <a:pt x="423989" y="603914"/>
                    </a:cubicBezTo>
                    <a:cubicBezTo>
                      <a:pt x="446911" y="618826"/>
                      <a:pt x="458728" y="640883"/>
                      <a:pt x="462978" y="667189"/>
                    </a:cubicBezTo>
                    <a:cubicBezTo>
                      <a:pt x="467140" y="694123"/>
                      <a:pt x="460690" y="718741"/>
                      <a:pt x="447498" y="742160"/>
                    </a:cubicBezTo>
                    <a:cubicBezTo>
                      <a:pt x="446251" y="744224"/>
                      <a:pt x="445200" y="746252"/>
                      <a:pt x="444272" y="747849"/>
                    </a:cubicBezTo>
                    <a:cubicBezTo>
                      <a:pt x="452753" y="756263"/>
                      <a:pt x="461679" y="763780"/>
                      <a:pt x="468977" y="772413"/>
                    </a:cubicBezTo>
                    <a:cubicBezTo>
                      <a:pt x="491574" y="798793"/>
                      <a:pt x="503038" y="828859"/>
                      <a:pt x="495847" y="863799"/>
                    </a:cubicBezTo>
                    <a:cubicBezTo>
                      <a:pt x="489963" y="892589"/>
                      <a:pt x="473198" y="913206"/>
                      <a:pt x="444271" y="922014"/>
                    </a:cubicBezTo>
                    <a:lnTo>
                      <a:pt x="431747" y="921551"/>
                    </a:lnTo>
                    <a:lnTo>
                      <a:pt x="442410" y="937592"/>
                    </a:lnTo>
                    <a:cubicBezTo>
                      <a:pt x="487480" y="1016676"/>
                      <a:pt x="529845" y="1122313"/>
                      <a:pt x="543619" y="1186492"/>
                    </a:cubicBezTo>
                    <a:cubicBezTo>
                      <a:pt x="550598" y="1215224"/>
                      <a:pt x="555819" y="1248481"/>
                      <a:pt x="566594" y="1273228"/>
                    </a:cubicBezTo>
                    <a:lnTo>
                      <a:pt x="531195" y="1282256"/>
                    </a:lnTo>
                    <a:cubicBezTo>
                      <a:pt x="524459" y="1249229"/>
                      <a:pt x="517723" y="1216203"/>
                      <a:pt x="510987" y="1183176"/>
                    </a:cubicBezTo>
                    <a:cubicBezTo>
                      <a:pt x="491057" y="1106410"/>
                      <a:pt x="461690" y="1033323"/>
                      <a:pt x="419465" y="965735"/>
                    </a:cubicBezTo>
                    <a:lnTo>
                      <a:pt x="380666" y="911088"/>
                    </a:lnTo>
                    <a:lnTo>
                      <a:pt x="370913" y="906441"/>
                    </a:lnTo>
                    <a:cubicBezTo>
                      <a:pt x="367054" y="904302"/>
                      <a:pt x="364509" y="903754"/>
                      <a:pt x="360466" y="906130"/>
                    </a:cubicBezTo>
                    <a:cubicBezTo>
                      <a:pt x="346392" y="914842"/>
                      <a:pt x="331143" y="920512"/>
                      <a:pt x="314518" y="920936"/>
                    </a:cubicBezTo>
                    <a:cubicBezTo>
                      <a:pt x="287950" y="921567"/>
                      <a:pt x="267107" y="906882"/>
                      <a:pt x="256927" y="880449"/>
                    </a:cubicBezTo>
                    <a:cubicBezTo>
                      <a:pt x="252918" y="869783"/>
                      <a:pt x="251397" y="858249"/>
                      <a:pt x="248732" y="847130"/>
                    </a:cubicBezTo>
                    <a:cubicBezTo>
                      <a:pt x="248098" y="844804"/>
                      <a:pt x="248092" y="842563"/>
                      <a:pt x="247889" y="840361"/>
                    </a:cubicBezTo>
                    <a:cubicBezTo>
                      <a:pt x="238455" y="843325"/>
                      <a:pt x="229525" y="846809"/>
                      <a:pt x="220304" y="848717"/>
                    </a:cubicBezTo>
                    <a:cubicBezTo>
                      <a:pt x="180981" y="856390"/>
                      <a:pt x="146339" y="834274"/>
                      <a:pt x="136302" y="795389"/>
                    </a:cubicBezTo>
                    <a:cubicBezTo>
                      <a:pt x="134291" y="787816"/>
                      <a:pt x="132872" y="780134"/>
                      <a:pt x="132240" y="772306"/>
                    </a:cubicBezTo>
                    <a:cubicBezTo>
                      <a:pt x="131484" y="764909"/>
                      <a:pt x="131910" y="757293"/>
                      <a:pt x="132030" y="749123"/>
                    </a:cubicBezTo>
                    <a:cubicBezTo>
                      <a:pt x="127799" y="748275"/>
                      <a:pt x="123408" y="747660"/>
                      <a:pt x="118944" y="746653"/>
                    </a:cubicBezTo>
                    <a:cubicBezTo>
                      <a:pt x="74070" y="736407"/>
                      <a:pt x="44624" y="708238"/>
                      <a:pt x="28110" y="666272"/>
                    </a:cubicBezTo>
                    <a:cubicBezTo>
                      <a:pt x="15910" y="635527"/>
                      <a:pt x="10210" y="603580"/>
                      <a:pt x="18430" y="570895"/>
                    </a:cubicBezTo>
                    <a:cubicBezTo>
                      <a:pt x="25779" y="541222"/>
                      <a:pt x="42144" y="518440"/>
                      <a:pt x="72231" y="508194"/>
                    </a:cubicBezTo>
                    <a:close/>
                    <a:moveTo>
                      <a:pt x="828778" y="368188"/>
                    </a:moveTo>
                    <a:cubicBezTo>
                      <a:pt x="858645" y="362262"/>
                      <a:pt x="883627" y="370681"/>
                      <a:pt x="903402" y="393916"/>
                    </a:cubicBezTo>
                    <a:cubicBezTo>
                      <a:pt x="939823" y="436686"/>
                      <a:pt x="947900" y="510155"/>
                      <a:pt x="921670" y="560021"/>
                    </a:cubicBezTo>
                    <a:cubicBezTo>
                      <a:pt x="910516" y="581230"/>
                      <a:pt x="894205" y="597688"/>
                      <a:pt x="873673" y="610037"/>
                    </a:cubicBezTo>
                    <a:cubicBezTo>
                      <a:pt x="872564" y="610650"/>
                      <a:pt x="871455" y="611263"/>
                      <a:pt x="870382" y="612071"/>
                    </a:cubicBezTo>
                    <a:cubicBezTo>
                      <a:pt x="874134" y="626859"/>
                      <a:pt x="879155" y="640802"/>
                      <a:pt x="881183" y="655093"/>
                    </a:cubicBezTo>
                    <a:cubicBezTo>
                      <a:pt x="888104" y="700259"/>
                      <a:pt x="856642" y="737240"/>
                      <a:pt x="811085" y="738732"/>
                    </a:cubicBezTo>
                    <a:cubicBezTo>
                      <a:pt x="805423" y="738963"/>
                      <a:pt x="799923" y="738961"/>
                      <a:pt x="793636" y="739105"/>
                    </a:cubicBezTo>
                    <a:cubicBezTo>
                      <a:pt x="795456" y="748953"/>
                      <a:pt x="797633" y="758532"/>
                      <a:pt x="799023" y="768256"/>
                    </a:cubicBezTo>
                    <a:cubicBezTo>
                      <a:pt x="800761" y="780973"/>
                      <a:pt x="799166" y="793286"/>
                      <a:pt x="794668" y="805320"/>
                    </a:cubicBezTo>
                    <a:cubicBezTo>
                      <a:pt x="785846" y="828135"/>
                      <a:pt x="763672" y="842622"/>
                      <a:pt x="736637" y="842933"/>
                    </a:cubicBezTo>
                    <a:cubicBezTo>
                      <a:pt x="728307" y="843046"/>
                      <a:pt x="719830" y="842371"/>
                      <a:pt x="711441" y="841070"/>
                    </a:cubicBezTo>
                    <a:cubicBezTo>
                      <a:pt x="707480" y="840580"/>
                      <a:pt x="705153" y="841213"/>
                      <a:pt x="702708" y="844516"/>
                    </a:cubicBezTo>
                    <a:cubicBezTo>
                      <a:pt x="696891" y="852721"/>
                      <a:pt x="690436" y="860229"/>
                      <a:pt x="683025" y="866563"/>
                    </a:cubicBezTo>
                    <a:lnTo>
                      <a:pt x="657843" y="881435"/>
                    </a:lnTo>
                    <a:lnTo>
                      <a:pt x="694319" y="1016214"/>
                    </a:lnTo>
                    <a:cubicBezTo>
                      <a:pt x="705217" y="1069419"/>
                      <a:pt x="712131" y="1119734"/>
                      <a:pt x="713201" y="1156998"/>
                    </a:cubicBezTo>
                    <a:cubicBezTo>
                      <a:pt x="715065" y="1190532"/>
                      <a:pt x="714032" y="1228757"/>
                      <a:pt x="720960" y="1258622"/>
                    </a:cubicBezTo>
                    <a:lnTo>
                      <a:pt x="679557" y="1261399"/>
                    </a:lnTo>
                    <a:cubicBezTo>
                      <a:pt x="678850" y="1223119"/>
                      <a:pt x="678143" y="1184840"/>
                      <a:pt x="677437" y="1146560"/>
                    </a:cubicBezTo>
                    <a:cubicBezTo>
                      <a:pt x="674228" y="1101631"/>
                      <a:pt x="668194" y="1057242"/>
                      <a:pt x="658812" y="1013559"/>
                    </a:cubicBezTo>
                    <a:lnTo>
                      <a:pt x="620096" y="884815"/>
                    </a:lnTo>
                    <a:lnTo>
                      <a:pt x="617487" y="885041"/>
                    </a:lnTo>
                    <a:cubicBezTo>
                      <a:pt x="604917" y="882194"/>
                      <a:pt x="593230" y="875442"/>
                      <a:pt x="582656" y="865072"/>
                    </a:cubicBezTo>
                    <a:cubicBezTo>
                      <a:pt x="556244" y="838990"/>
                      <a:pt x="550041" y="806525"/>
                      <a:pt x="558217" y="771403"/>
                    </a:cubicBezTo>
                    <a:cubicBezTo>
                      <a:pt x="562112" y="754999"/>
                      <a:pt x="569609" y="739354"/>
                      <a:pt x="575867" y="722513"/>
                    </a:cubicBezTo>
                    <a:cubicBezTo>
                      <a:pt x="571718" y="718798"/>
                      <a:pt x="565774" y="714192"/>
                      <a:pt x="560670" y="708618"/>
                    </a:cubicBezTo>
                    <a:cubicBezTo>
                      <a:pt x="531466" y="677348"/>
                      <a:pt x="519772" y="641620"/>
                      <a:pt x="534291" y="600031"/>
                    </a:cubicBezTo>
                    <a:cubicBezTo>
                      <a:pt x="540848" y="581504"/>
                      <a:pt x="552919" y="567458"/>
                      <a:pt x="572231" y="560631"/>
                    </a:cubicBezTo>
                    <a:cubicBezTo>
                      <a:pt x="582540" y="556892"/>
                      <a:pt x="593183" y="557167"/>
                      <a:pt x="603475" y="559950"/>
                    </a:cubicBezTo>
                    <a:cubicBezTo>
                      <a:pt x="609267" y="561527"/>
                      <a:pt x="614846" y="564164"/>
                      <a:pt x="618559" y="565514"/>
                    </a:cubicBezTo>
                    <a:cubicBezTo>
                      <a:pt x="629322" y="557618"/>
                      <a:pt x="638415" y="548400"/>
                      <a:pt x="649454" y="543101"/>
                    </a:cubicBezTo>
                    <a:cubicBezTo>
                      <a:pt x="672605" y="531694"/>
                      <a:pt x="692487" y="542279"/>
                      <a:pt x="697970" y="567543"/>
                    </a:cubicBezTo>
                    <a:cubicBezTo>
                      <a:pt x="699586" y="575189"/>
                      <a:pt x="699788" y="582892"/>
                      <a:pt x="700456" y="590917"/>
                    </a:cubicBezTo>
                    <a:cubicBezTo>
                      <a:pt x="706933" y="593998"/>
                      <a:pt x="713927" y="596576"/>
                      <a:pt x="720550" y="600445"/>
                    </a:cubicBezTo>
                    <a:cubicBezTo>
                      <a:pt x="735858" y="609431"/>
                      <a:pt x="747467" y="621545"/>
                      <a:pt x="751604" y="639520"/>
                    </a:cubicBezTo>
                    <a:cubicBezTo>
                      <a:pt x="755595" y="656708"/>
                      <a:pt x="750549" y="671289"/>
                      <a:pt x="738347" y="683525"/>
                    </a:cubicBezTo>
                    <a:cubicBezTo>
                      <a:pt x="729932" y="692006"/>
                      <a:pt x="719754" y="697554"/>
                      <a:pt x="707956" y="700956"/>
                    </a:cubicBezTo>
                    <a:cubicBezTo>
                      <a:pt x="693641" y="669787"/>
                      <a:pt x="669443" y="653481"/>
                      <a:pt x="634896" y="651717"/>
                    </a:cubicBezTo>
                    <a:cubicBezTo>
                      <a:pt x="634543" y="659726"/>
                      <a:pt x="634350" y="667503"/>
                      <a:pt x="633997" y="675512"/>
                    </a:cubicBezTo>
                    <a:cubicBezTo>
                      <a:pt x="660271" y="678805"/>
                      <a:pt x="681371" y="689369"/>
                      <a:pt x="687058" y="716835"/>
                    </a:cubicBezTo>
                    <a:cubicBezTo>
                      <a:pt x="692854" y="744894"/>
                      <a:pt x="679387" y="765716"/>
                      <a:pt x="656986" y="782282"/>
                    </a:cubicBezTo>
                    <a:cubicBezTo>
                      <a:pt x="661091" y="789060"/>
                      <a:pt x="665158" y="795641"/>
                      <a:pt x="669532" y="802778"/>
                    </a:cubicBezTo>
                    <a:cubicBezTo>
                      <a:pt x="693852" y="786673"/>
                      <a:pt x="709290" y="765487"/>
                      <a:pt x="712109" y="736651"/>
                    </a:cubicBezTo>
                    <a:cubicBezTo>
                      <a:pt x="712907" y="727745"/>
                      <a:pt x="715710" y="724171"/>
                      <a:pt x="723692" y="721066"/>
                    </a:cubicBezTo>
                    <a:cubicBezTo>
                      <a:pt x="753809" y="708779"/>
                      <a:pt x="773689" y="687383"/>
                      <a:pt x="776459" y="653872"/>
                    </a:cubicBezTo>
                    <a:cubicBezTo>
                      <a:pt x="779084" y="619572"/>
                      <a:pt x="762709" y="594895"/>
                      <a:pt x="733368" y="578317"/>
                    </a:cubicBezTo>
                    <a:cubicBezTo>
                      <a:pt x="727912" y="575252"/>
                      <a:pt x="725127" y="572303"/>
                      <a:pt x="723890" y="565605"/>
                    </a:cubicBezTo>
                    <a:cubicBezTo>
                      <a:pt x="720505" y="547287"/>
                      <a:pt x="710304" y="532876"/>
                      <a:pt x="694098" y="523444"/>
                    </a:cubicBezTo>
                    <a:cubicBezTo>
                      <a:pt x="690671" y="521430"/>
                      <a:pt x="689446" y="519211"/>
                      <a:pt x="690243" y="515805"/>
                    </a:cubicBezTo>
                    <a:cubicBezTo>
                      <a:pt x="692866" y="505747"/>
                      <a:pt x="694394" y="495279"/>
                      <a:pt x="698774" y="485914"/>
                    </a:cubicBezTo>
                    <a:cubicBezTo>
                      <a:pt x="710120" y="462428"/>
                      <a:pt x="731075" y="453464"/>
                      <a:pt x="755797" y="452765"/>
                    </a:cubicBezTo>
                    <a:cubicBezTo>
                      <a:pt x="771597" y="452290"/>
                      <a:pt x="787712" y="454610"/>
                      <a:pt x="802978" y="455658"/>
                    </a:cubicBezTo>
                    <a:cubicBezTo>
                      <a:pt x="800042" y="449682"/>
                      <a:pt x="795827" y="442313"/>
                      <a:pt x="792796" y="434725"/>
                    </a:cubicBezTo>
                    <a:cubicBezTo>
                      <a:pt x="780108" y="402441"/>
                      <a:pt x="795007" y="375039"/>
                      <a:pt x="828778" y="368188"/>
                    </a:cubicBezTo>
                    <a:close/>
                    <a:moveTo>
                      <a:pt x="80732" y="236718"/>
                    </a:moveTo>
                    <a:cubicBezTo>
                      <a:pt x="82386" y="239060"/>
                      <a:pt x="84041" y="241402"/>
                      <a:pt x="85733" y="243941"/>
                    </a:cubicBezTo>
                    <a:cubicBezTo>
                      <a:pt x="105038" y="272355"/>
                      <a:pt x="132213" y="289334"/>
                      <a:pt x="165483" y="295204"/>
                    </a:cubicBezTo>
                    <a:cubicBezTo>
                      <a:pt x="183391" y="298413"/>
                      <a:pt x="193256" y="308813"/>
                      <a:pt x="199590" y="324345"/>
                    </a:cubicBezTo>
                    <a:cubicBezTo>
                      <a:pt x="208088" y="344979"/>
                      <a:pt x="200922" y="370136"/>
                      <a:pt x="183395" y="381115"/>
                    </a:cubicBezTo>
                    <a:cubicBezTo>
                      <a:pt x="178799" y="383798"/>
                      <a:pt x="173231" y="385642"/>
                      <a:pt x="167577" y="388113"/>
                    </a:cubicBezTo>
                    <a:cubicBezTo>
                      <a:pt x="171406" y="392294"/>
                      <a:pt x="175861" y="396564"/>
                      <a:pt x="179565" y="401175"/>
                    </a:cubicBezTo>
                    <a:cubicBezTo>
                      <a:pt x="191398" y="416711"/>
                      <a:pt x="191808" y="434357"/>
                      <a:pt x="179992" y="449781"/>
                    </a:cubicBezTo>
                    <a:cubicBezTo>
                      <a:pt x="161928" y="473286"/>
                      <a:pt x="138040" y="484014"/>
                      <a:pt x="108044" y="482632"/>
                    </a:cubicBezTo>
                    <a:cubicBezTo>
                      <a:pt x="70199" y="480662"/>
                      <a:pt x="58475" y="484458"/>
                      <a:pt x="27201" y="505923"/>
                    </a:cubicBezTo>
                    <a:cubicBezTo>
                      <a:pt x="7335" y="488816"/>
                      <a:pt x="-2562" y="467219"/>
                      <a:pt x="570" y="441177"/>
                    </a:cubicBezTo>
                    <a:cubicBezTo>
                      <a:pt x="5466" y="399329"/>
                      <a:pt x="29111" y="372959"/>
                      <a:pt x="70413" y="361661"/>
                    </a:cubicBezTo>
                    <a:cubicBezTo>
                      <a:pt x="68706" y="360143"/>
                      <a:pt x="67197" y="358588"/>
                      <a:pt x="65724" y="357231"/>
                    </a:cubicBezTo>
                    <a:cubicBezTo>
                      <a:pt x="47471" y="340029"/>
                      <a:pt x="37055" y="318936"/>
                      <a:pt x="36050" y="293659"/>
                    </a:cubicBezTo>
                    <a:cubicBezTo>
                      <a:pt x="35113" y="266537"/>
                      <a:pt x="51607" y="245563"/>
                      <a:pt x="80732" y="236718"/>
                    </a:cubicBezTo>
                    <a:close/>
                    <a:moveTo>
                      <a:pt x="734063" y="115786"/>
                    </a:moveTo>
                    <a:cubicBezTo>
                      <a:pt x="769312" y="112531"/>
                      <a:pt x="794903" y="133062"/>
                      <a:pt x="800039" y="168575"/>
                    </a:cubicBezTo>
                    <a:cubicBezTo>
                      <a:pt x="802927" y="188615"/>
                      <a:pt x="799667" y="207347"/>
                      <a:pt x="790133" y="225202"/>
                    </a:cubicBezTo>
                    <a:cubicBezTo>
                      <a:pt x="789688" y="226098"/>
                      <a:pt x="789279" y="227193"/>
                      <a:pt x="788636" y="228126"/>
                    </a:cubicBezTo>
                    <a:cubicBezTo>
                      <a:pt x="788673" y="228323"/>
                      <a:pt x="788709" y="228520"/>
                      <a:pt x="788782" y="228914"/>
                    </a:cubicBezTo>
                    <a:cubicBezTo>
                      <a:pt x="828453" y="224231"/>
                      <a:pt x="859115" y="239140"/>
                      <a:pt x="879477" y="273265"/>
                    </a:cubicBezTo>
                    <a:cubicBezTo>
                      <a:pt x="893897" y="297285"/>
                      <a:pt x="893683" y="322583"/>
                      <a:pt x="880462" y="348046"/>
                    </a:cubicBezTo>
                    <a:cubicBezTo>
                      <a:pt x="878741" y="347548"/>
                      <a:pt x="877093" y="347446"/>
                      <a:pt x="875371" y="346949"/>
                    </a:cubicBezTo>
                    <a:cubicBezTo>
                      <a:pt x="850156" y="338368"/>
                      <a:pt x="825797" y="341036"/>
                      <a:pt x="802289" y="352714"/>
                    </a:cubicBezTo>
                    <a:cubicBezTo>
                      <a:pt x="779174" y="364318"/>
                      <a:pt x="755458" y="366052"/>
                      <a:pt x="731227" y="357290"/>
                    </a:cubicBezTo>
                    <a:cubicBezTo>
                      <a:pt x="714189" y="351067"/>
                      <a:pt x="701420" y="340390"/>
                      <a:pt x="699035" y="320868"/>
                    </a:cubicBezTo>
                    <a:cubicBezTo>
                      <a:pt x="697732" y="310516"/>
                      <a:pt x="701091" y="301136"/>
                      <a:pt x="705546" y="292165"/>
                    </a:cubicBezTo>
                    <a:cubicBezTo>
                      <a:pt x="706115" y="290837"/>
                      <a:pt x="706882" y="289474"/>
                      <a:pt x="707611" y="287913"/>
                    </a:cubicBezTo>
                    <a:cubicBezTo>
                      <a:pt x="702111" y="287911"/>
                      <a:pt x="696917" y="288463"/>
                      <a:pt x="691898" y="287761"/>
                    </a:cubicBezTo>
                    <a:cubicBezTo>
                      <a:pt x="673669" y="285018"/>
                      <a:pt x="662761" y="273386"/>
                      <a:pt x="656836" y="256759"/>
                    </a:cubicBezTo>
                    <a:cubicBezTo>
                      <a:pt x="652880" y="245268"/>
                      <a:pt x="652504" y="233319"/>
                      <a:pt x="657076" y="221678"/>
                    </a:cubicBezTo>
                    <a:cubicBezTo>
                      <a:pt x="660099" y="213786"/>
                      <a:pt x="664631" y="207448"/>
                      <a:pt x="672162" y="203002"/>
                    </a:cubicBezTo>
                    <a:cubicBezTo>
                      <a:pt x="704464" y="183791"/>
                      <a:pt x="725615" y="156050"/>
                      <a:pt x="732996" y="118834"/>
                    </a:cubicBezTo>
                    <a:cubicBezTo>
                      <a:pt x="733405" y="117741"/>
                      <a:pt x="733851" y="116844"/>
                      <a:pt x="734063" y="115786"/>
                    </a:cubicBezTo>
                    <a:close/>
                    <a:moveTo>
                      <a:pt x="234805" y="54681"/>
                    </a:moveTo>
                    <a:cubicBezTo>
                      <a:pt x="244119" y="50796"/>
                      <a:pt x="254214" y="48930"/>
                      <a:pt x="265378" y="49820"/>
                    </a:cubicBezTo>
                    <a:cubicBezTo>
                      <a:pt x="285431" y="51412"/>
                      <a:pt x="301834" y="60807"/>
                      <a:pt x="314937" y="75496"/>
                    </a:cubicBezTo>
                    <a:cubicBezTo>
                      <a:pt x="346284" y="110647"/>
                      <a:pt x="354358" y="152137"/>
                      <a:pt x="345601" y="197347"/>
                    </a:cubicBezTo>
                    <a:cubicBezTo>
                      <a:pt x="343095" y="210236"/>
                      <a:pt x="338042" y="222577"/>
                      <a:pt x="334083" y="235327"/>
                    </a:cubicBezTo>
                    <a:cubicBezTo>
                      <a:pt x="396552" y="283468"/>
                      <a:pt x="397932" y="358175"/>
                      <a:pt x="353353" y="413468"/>
                    </a:cubicBezTo>
                    <a:cubicBezTo>
                      <a:pt x="386181" y="433475"/>
                      <a:pt x="408834" y="461271"/>
                      <a:pt x="418223" y="498850"/>
                    </a:cubicBezTo>
                    <a:cubicBezTo>
                      <a:pt x="424422" y="523575"/>
                      <a:pt x="422771" y="547713"/>
                      <a:pt x="414075" y="570097"/>
                    </a:cubicBezTo>
                    <a:cubicBezTo>
                      <a:pt x="400353" y="570800"/>
                      <a:pt x="387201" y="570175"/>
                      <a:pt x="374791" y="572468"/>
                    </a:cubicBezTo>
                    <a:cubicBezTo>
                      <a:pt x="365336" y="574215"/>
                      <a:pt x="356339" y="579545"/>
                      <a:pt x="347212" y="583064"/>
                    </a:cubicBezTo>
                    <a:cubicBezTo>
                      <a:pt x="345118" y="583858"/>
                      <a:pt x="342703" y="585119"/>
                      <a:pt x="340945" y="584425"/>
                    </a:cubicBezTo>
                    <a:cubicBezTo>
                      <a:pt x="320158" y="576656"/>
                      <a:pt x="306706" y="577716"/>
                      <a:pt x="286621" y="583668"/>
                    </a:cubicBezTo>
                    <a:cubicBezTo>
                      <a:pt x="275089" y="560947"/>
                      <a:pt x="258734" y="542988"/>
                      <a:pt x="233948" y="534531"/>
                    </a:cubicBezTo>
                    <a:cubicBezTo>
                      <a:pt x="209361" y="526039"/>
                      <a:pt x="185309" y="529261"/>
                      <a:pt x="162779" y="538517"/>
                    </a:cubicBezTo>
                    <a:cubicBezTo>
                      <a:pt x="157261" y="526295"/>
                      <a:pt x="151853" y="514665"/>
                      <a:pt x="146371" y="502641"/>
                    </a:cubicBezTo>
                    <a:cubicBezTo>
                      <a:pt x="166223" y="496529"/>
                      <a:pt x="183874" y="485119"/>
                      <a:pt x="196829" y="467040"/>
                    </a:cubicBezTo>
                    <a:cubicBezTo>
                      <a:pt x="227102" y="489760"/>
                      <a:pt x="261161" y="489985"/>
                      <a:pt x="291634" y="464187"/>
                    </a:cubicBezTo>
                    <a:cubicBezTo>
                      <a:pt x="303898" y="479847"/>
                      <a:pt x="319250" y="491269"/>
                      <a:pt x="339848" y="495814"/>
                    </a:cubicBezTo>
                    <a:cubicBezTo>
                      <a:pt x="341456" y="487981"/>
                      <a:pt x="343137" y="480540"/>
                      <a:pt x="344709" y="472509"/>
                    </a:cubicBezTo>
                    <a:cubicBezTo>
                      <a:pt x="322528" y="466016"/>
                      <a:pt x="308439" y="451508"/>
                      <a:pt x="302160" y="429650"/>
                    </a:cubicBezTo>
                    <a:cubicBezTo>
                      <a:pt x="295916" y="407989"/>
                      <a:pt x="301505" y="388623"/>
                      <a:pt x="317151" y="371880"/>
                    </a:cubicBezTo>
                    <a:cubicBezTo>
                      <a:pt x="311383" y="366020"/>
                      <a:pt x="305921" y="360715"/>
                      <a:pt x="300153" y="354855"/>
                    </a:cubicBezTo>
                    <a:cubicBezTo>
                      <a:pt x="284879" y="370308"/>
                      <a:pt x="276797" y="388301"/>
                      <a:pt x="275979" y="409229"/>
                    </a:cubicBezTo>
                    <a:cubicBezTo>
                      <a:pt x="275646" y="418457"/>
                      <a:pt x="277948" y="427606"/>
                      <a:pt x="278835" y="436812"/>
                    </a:cubicBezTo>
                    <a:cubicBezTo>
                      <a:pt x="279002" y="438818"/>
                      <a:pt x="278688" y="441524"/>
                      <a:pt x="277330" y="442997"/>
                    </a:cubicBezTo>
                    <a:cubicBezTo>
                      <a:pt x="260099" y="463292"/>
                      <a:pt x="230451" y="464901"/>
                      <a:pt x="211427" y="446824"/>
                    </a:cubicBezTo>
                    <a:cubicBezTo>
                      <a:pt x="209954" y="445467"/>
                      <a:pt x="208941" y="442191"/>
                      <a:pt x="209401" y="440273"/>
                    </a:cubicBezTo>
                    <a:cubicBezTo>
                      <a:pt x="212477" y="426056"/>
                      <a:pt x="211775" y="412334"/>
                      <a:pt x="206434" y="398858"/>
                    </a:cubicBezTo>
                    <a:cubicBezTo>
                      <a:pt x="205748" y="397356"/>
                      <a:pt x="205990" y="394255"/>
                      <a:pt x="207223" y="393213"/>
                    </a:cubicBezTo>
                    <a:cubicBezTo>
                      <a:pt x="231524" y="370389"/>
                      <a:pt x="232881" y="331435"/>
                      <a:pt x="213263" y="300227"/>
                    </a:cubicBezTo>
                    <a:cubicBezTo>
                      <a:pt x="212417" y="298958"/>
                      <a:pt x="211768" y="297651"/>
                      <a:pt x="210849" y="295987"/>
                    </a:cubicBezTo>
                    <a:cubicBezTo>
                      <a:pt x="217525" y="293531"/>
                      <a:pt x="224114" y="291704"/>
                      <a:pt x="230359" y="289124"/>
                    </a:cubicBezTo>
                    <a:cubicBezTo>
                      <a:pt x="263644" y="275232"/>
                      <a:pt x="282205" y="244506"/>
                      <a:pt x="278448" y="208737"/>
                    </a:cubicBezTo>
                    <a:cubicBezTo>
                      <a:pt x="277932" y="203741"/>
                      <a:pt x="278998" y="200692"/>
                      <a:pt x="283559" y="197812"/>
                    </a:cubicBezTo>
                    <a:cubicBezTo>
                      <a:pt x="302800" y="185089"/>
                      <a:pt x="313049" y="166696"/>
                      <a:pt x="314933" y="142718"/>
                    </a:cubicBezTo>
                    <a:cubicBezTo>
                      <a:pt x="306726" y="142401"/>
                      <a:pt x="299111" y="141975"/>
                      <a:pt x="291729" y="141710"/>
                    </a:cubicBezTo>
                    <a:cubicBezTo>
                      <a:pt x="288305" y="184917"/>
                      <a:pt x="240257" y="198277"/>
                      <a:pt x="204653" y="172059"/>
                    </a:cubicBezTo>
                    <a:cubicBezTo>
                      <a:pt x="199850" y="178039"/>
                      <a:pt x="195085" y="184217"/>
                      <a:pt x="190282" y="190196"/>
                    </a:cubicBezTo>
                    <a:cubicBezTo>
                      <a:pt x="203291" y="203274"/>
                      <a:pt x="223160" y="209381"/>
                      <a:pt x="254302" y="210348"/>
                    </a:cubicBezTo>
                    <a:cubicBezTo>
                      <a:pt x="258834" y="241492"/>
                      <a:pt x="238558" y="268460"/>
                      <a:pt x="206445" y="272154"/>
                    </a:cubicBezTo>
                    <a:cubicBezTo>
                      <a:pt x="171144" y="276232"/>
                      <a:pt x="139743" y="266146"/>
                      <a:pt x="114462" y="240670"/>
                    </a:cubicBezTo>
                    <a:cubicBezTo>
                      <a:pt x="86234" y="212479"/>
                      <a:pt x="89402" y="167894"/>
                      <a:pt x="120246" y="146306"/>
                    </a:cubicBezTo>
                    <a:cubicBezTo>
                      <a:pt x="131958" y="138030"/>
                      <a:pt x="145083" y="135198"/>
                      <a:pt x="159117" y="137290"/>
                    </a:cubicBezTo>
                    <a:cubicBezTo>
                      <a:pt x="163311" y="137940"/>
                      <a:pt x="165136" y="136789"/>
                      <a:pt x="166880" y="133004"/>
                    </a:cubicBezTo>
                    <a:cubicBezTo>
                      <a:pt x="177313" y="110095"/>
                      <a:pt x="189847" y="88630"/>
                      <a:pt x="208914" y="71662"/>
                    </a:cubicBezTo>
                    <a:cubicBezTo>
                      <a:pt x="216957" y="64472"/>
                      <a:pt x="225490" y="58567"/>
                      <a:pt x="234805" y="54681"/>
                    </a:cubicBezTo>
                    <a:close/>
                    <a:moveTo>
                      <a:pt x="518054" y="685"/>
                    </a:moveTo>
                    <a:cubicBezTo>
                      <a:pt x="535695" y="-1964"/>
                      <a:pt x="551960" y="3383"/>
                      <a:pt x="567481" y="11310"/>
                    </a:cubicBezTo>
                    <a:cubicBezTo>
                      <a:pt x="586392" y="21056"/>
                      <a:pt x="602181" y="34843"/>
                      <a:pt x="617166" y="49796"/>
                    </a:cubicBezTo>
                    <a:cubicBezTo>
                      <a:pt x="619412" y="52029"/>
                      <a:pt x="621119" y="53546"/>
                      <a:pt x="624803" y="51439"/>
                    </a:cubicBezTo>
                    <a:cubicBezTo>
                      <a:pt x="645553" y="40272"/>
                      <a:pt x="666213" y="40732"/>
                      <a:pt x="685335" y="54921"/>
                    </a:cubicBezTo>
                    <a:cubicBezTo>
                      <a:pt x="704960" y="69628"/>
                      <a:pt x="713618" y="90027"/>
                      <a:pt x="709531" y="114208"/>
                    </a:cubicBezTo>
                    <a:cubicBezTo>
                      <a:pt x="704617" y="143838"/>
                      <a:pt x="686008" y="164388"/>
                      <a:pt x="661812" y="180063"/>
                    </a:cubicBezTo>
                    <a:cubicBezTo>
                      <a:pt x="646343" y="190051"/>
                      <a:pt x="629358" y="196244"/>
                      <a:pt x="610202" y="195099"/>
                    </a:cubicBezTo>
                    <a:cubicBezTo>
                      <a:pt x="586961" y="193894"/>
                      <a:pt x="565244" y="174481"/>
                      <a:pt x="562692" y="152954"/>
                    </a:cubicBezTo>
                    <a:cubicBezTo>
                      <a:pt x="585571" y="146688"/>
                      <a:pt x="602749" y="132718"/>
                      <a:pt x="615624" y="112005"/>
                    </a:cubicBezTo>
                    <a:cubicBezTo>
                      <a:pt x="608733" y="107779"/>
                      <a:pt x="602074" y="103714"/>
                      <a:pt x="594985" y="99523"/>
                    </a:cubicBezTo>
                    <a:cubicBezTo>
                      <a:pt x="584014" y="116217"/>
                      <a:pt x="569428" y="127672"/>
                      <a:pt x="549403" y="129539"/>
                    </a:cubicBezTo>
                    <a:cubicBezTo>
                      <a:pt x="528196" y="131624"/>
                      <a:pt x="513136" y="121778"/>
                      <a:pt x="503638" y="102348"/>
                    </a:cubicBezTo>
                    <a:cubicBezTo>
                      <a:pt x="496480" y="105504"/>
                      <a:pt x="489322" y="108659"/>
                      <a:pt x="481968" y="111852"/>
                    </a:cubicBezTo>
                    <a:cubicBezTo>
                      <a:pt x="491757" y="132858"/>
                      <a:pt x="507348" y="146680"/>
                      <a:pt x="529275" y="151795"/>
                    </a:cubicBezTo>
                    <a:cubicBezTo>
                      <a:pt x="536517" y="153512"/>
                      <a:pt x="538661" y="157394"/>
                      <a:pt x="540380" y="163391"/>
                    </a:cubicBezTo>
                    <a:cubicBezTo>
                      <a:pt x="547848" y="187270"/>
                      <a:pt x="562876" y="204659"/>
                      <a:pt x="586552" y="213729"/>
                    </a:cubicBezTo>
                    <a:cubicBezTo>
                      <a:pt x="601672" y="219490"/>
                      <a:pt x="617458" y="220036"/>
                      <a:pt x="633128" y="217751"/>
                    </a:cubicBezTo>
                    <a:cubicBezTo>
                      <a:pt x="632490" y="226425"/>
                      <a:pt x="631028" y="235047"/>
                      <a:pt x="631375" y="243538"/>
                    </a:cubicBezTo>
                    <a:cubicBezTo>
                      <a:pt x="632531" y="271842"/>
                      <a:pt x="644151" y="293936"/>
                      <a:pt x="670400" y="307011"/>
                    </a:cubicBezTo>
                    <a:cubicBezTo>
                      <a:pt x="672391" y="307865"/>
                      <a:pt x="674389" y="310959"/>
                      <a:pt x="674359" y="313002"/>
                    </a:cubicBezTo>
                    <a:cubicBezTo>
                      <a:pt x="674507" y="327029"/>
                      <a:pt x="678128" y="340009"/>
                      <a:pt x="686366" y="351523"/>
                    </a:cubicBezTo>
                    <a:cubicBezTo>
                      <a:pt x="688597" y="354777"/>
                      <a:pt x="688444" y="357250"/>
                      <a:pt x="686786" y="360408"/>
                    </a:cubicBezTo>
                    <a:cubicBezTo>
                      <a:pt x="674346" y="383485"/>
                      <a:pt x="647586" y="391893"/>
                      <a:pt x="624276" y="379293"/>
                    </a:cubicBezTo>
                    <a:cubicBezTo>
                      <a:pt x="622212" y="378045"/>
                      <a:pt x="620696" y="374251"/>
                      <a:pt x="620186" y="371494"/>
                    </a:cubicBezTo>
                    <a:cubicBezTo>
                      <a:pt x="616003" y="343340"/>
                      <a:pt x="601859" y="321918"/>
                      <a:pt x="577039" y="307763"/>
                    </a:cubicBezTo>
                    <a:cubicBezTo>
                      <a:pt x="575443" y="306837"/>
                      <a:pt x="573488" y="306179"/>
                      <a:pt x="571263" y="305164"/>
                    </a:cubicBezTo>
                    <a:cubicBezTo>
                      <a:pt x="567934" y="312501"/>
                      <a:pt x="564766" y="319605"/>
                      <a:pt x="561472" y="327139"/>
                    </a:cubicBezTo>
                    <a:cubicBezTo>
                      <a:pt x="582070" y="337186"/>
                      <a:pt x="594443" y="353436"/>
                      <a:pt x="596193" y="376131"/>
                    </a:cubicBezTo>
                    <a:cubicBezTo>
                      <a:pt x="598066" y="398396"/>
                      <a:pt x="590093" y="416979"/>
                      <a:pt x="571697" y="430972"/>
                    </a:cubicBezTo>
                    <a:cubicBezTo>
                      <a:pt x="575998" y="437714"/>
                      <a:pt x="580263" y="444259"/>
                      <a:pt x="584565" y="451001"/>
                    </a:cubicBezTo>
                    <a:cubicBezTo>
                      <a:pt x="602215" y="439591"/>
                      <a:pt x="612471" y="423437"/>
                      <a:pt x="618292" y="404232"/>
                    </a:cubicBezTo>
                    <a:cubicBezTo>
                      <a:pt x="656636" y="417720"/>
                      <a:pt x="688185" y="404353"/>
                      <a:pt x="707017" y="373985"/>
                    </a:cubicBezTo>
                    <a:cubicBezTo>
                      <a:pt x="717097" y="377826"/>
                      <a:pt x="726965" y="382724"/>
                      <a:pt x="737381" y="385077"/>
                    </a:cubicBezTo>
                    <a:cubicBezTo>
                      <a:pt x="747600" y="387467"/>
                      <a:pt x="758243" y="387740"/>
                      <a:pt x="767814" y="388823"/>
                    </a:cubicBezTo>
                    <a:cubicBezTo>
                      <a:pt x="767007" y="400991"/>
                      <a:pt x="766309" y="413750"/>
                      <a:pt x="765487" y="426939"/>
                    </a:cubicBezTo>
                    <a:cubicBezTo>
                      <a:pt x="708784" y="427639"/>
                      <a:pt x="673764" y="455296"/>
                      <a:pt x="665711" y="514227"/>
                    </a:cubicBezTo>
                    <a:cubicBezTo>
                      <a:pt x="646576" y="514301"/>
                      <a:pt x="629861" y="520852"/>
                      <a:pt x="615799" y="534043"/>
                    </a:cubicBezTo>
                    <a:cubicBezTo>
                      <a:pt x="614762" y="535049"/>
                      <a:pt x="612633" y="535647"/>
                      <a:pt x="611378" y="535471"/>
                    </a:cubicBezTo>
                    <a:cubicBezTo>
                      <a:pt x="587569" y="530093"/>
                      <a:pt x="565924" y="535315"/>
                      <a:pt x="545354" y="547467"/>
                    </a:cubicBezTo>
                    <a:cubicBezTo>
                      <a:pt x="544800" y="547774"/>
                      <a:pt x="544172" y="547686"/>
                      <a:pt x="543618" y="547992"/>
                    </a:cubicBezTo>
                    <a:cubicBezTo>
                      <a:pt x="504751" y="508527"/>
                      <a:pt x="497966" y="435430"/>
                      <a:pt x="543114" y="378809"/>
                    </a:cubicBezTo>
                    <a:cubicBezTo>
                      <a:pt x="513284" y="360692"/>
                      <a:pt x="490336" y="336822"/>
                      <a:pt x="481297" y="302233"/>
                    </a:cubicBezTo>
                    <a:cubicBezTo>
                      <a:pt x="471988" y="267287"/>
                      <a:pt x="479922" y="235266"/>
                      <a:pt x="497521" y="205940"/>
                    </a:cubicBezTo>
                    <a:cubicBezTo>
                      <a:pt x="488494" y="194571"/>
                      <a:pt x="478826" y="184135"/>
                      <a:pt x="471375" y="172476"/>
                    </a:cubicBezTo>
                    <a:cubicBezTo>
                      <a:pt x="446267" y="132505"/>
                      <a:pt x="440053" y="90061"/>
                      <a:pt x="460261" y="46197"/>
                    </a:cubicBezTo>
                    <a:cubicBezTo>
                      <a:pt x="471621" y="21691"/>
                      <a:pt x="490099" y="4833"/>
                      <a:pt x="518054" y="685"/>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grpSp>
        <p:grpSp>
          <p:nvGrpSpPr>
            <p:cNvPr id="12" name="Group 11">
              <a:extLst>
                <a:ext uri="{FF2B5EF4-FFF2-40B4-BE49-F238E27FC236}">
                  <a16:creationId xmlns:a16="http://schemas.microsoft.com/office/drawing/2014/main" xmlns="" id="{BF5BFD28-98A6-5777-84CC-B3CF44CFF2F3}"/>
                </a:ext>
              </a:extLst>
            </p:cNvPr>
            <p:cNvGrpSpPr/>
            <p:nvPr/>
          </p:nvGrpSpPr>
          <p:grpSpPr>
            <a:xfrm>
              <a:off x="219453" y="2580615"/>
              <a:ext cx="2625263" cy="1036484"/>
              <a:chOff x="1525348" y="1579815"/>
              <a:chExt cx="6070988" cy="2761700"/>
            </a:xfrm>
          </p:grpSpPr>
          <p:sp>
            <p:nvSpPr>
              <p:cNvPr id="13" name="Rectangle 5">
                <a:extLst>
                  <a:ext uri="{FF2B5EF4-FFF2-40B4-BE49-F238E27FC236}">
                    <a16:creationId xmlns:a16="http://schemas.microsoft.com/office/drawing/2014/main" xmlns="" id="{C53514F5-3635-5BB2-C9D7-0CF9B253E4AB}"/>
                  </a:ext>
                </a:extLst>
              </p:cNvPr>
              <p:cNvSpPr/>
              <p:nvPr/>
            </p:nvSpPr>
            <p:spPr>
              <a:xfrm>
                <a:off x="3268739" y="2309740"/>
                <a:ext cx="2598977"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4" name="Rectangle 5">
                <a:extLst>
                  <a:ext uri="{FF2B5EF4-FFF2-40B4-BE49-F238E27FC236}">
                    <a16:creationId xmlns:a16="http://schemas.microsoft.com/office/drawing/2014/main" xmlns="" id="{0767EC94-8A44-C4C0-58AF-76EEB724BE76}"/>
                  </a:ext>
                </a:extLst>
              </p:cNvPr>
              <p:cNvSpPr/>
              <p:nvPr/>
            </p:nvSpPr>
            <p:spPr>
              <a:xfrm>
                <a:off x="3268739" y="2704966"/>
                <a:ext cx="2598977"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ysClr val="windowText" lastClr="000000">
                  <a:alpha val="2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5" name="Freeform 22">
                <a:extLst>
                  <a:ext uri="{FF2B5EF4-FFF2-40B4-BE49-F238E27FC236}">
                    <a16:creationId xmlns:a16="http://schemas.microsoft.com/office/drawing/2014/main" xmlns="" id="{C47DD3E0-AD69-03E1-8614-67A99561B628}"/>
                  </a:ext>
                </a:extLst>
              </p:cNvPr>
              <p:cNvSpPr/>
              <p:nvPr/>
            </p:nvSpPr>
            <p:spPr>
              <a:xfrm>
                <a:off x="1525348" y="1579815"/>
                <a:ext cx="6070988" cy="1788714"/>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cxnSp>
            <p:nvCxnSpPr>
              <p:cNvPr id="16" name="Straight Connector 15">
                <a:extLst>
                  <a:ext uri="{FF2B5EF4-FFF2-40B4-BE49-F238E27FC236}">
                    <a16:creationId xmlns:a16="http://schemas.microsoft.com/office/drawing/2014/main" xmlns="" id="{94375548-5E6B-9EB4-AEF1-6D3ACAC030DA}"/>
                  </a:ext>
                </a:extLst>
              </p:cNvPr>
              <p:cNvCxnSpPr/>
              <p:nvPr/>
            </p:nvCxnSpPr>
            <p:spPr>
              <a:xfrm>
                <a:off x="4662703" y="2187506"/>
                <a:ext cx="1586226" cy="614736"/>
              </a:xfrm>
              <a:prstGeom prst="line">
                <a:avLst/>
              </a:prstGeom>
              <a:solidFill>
                <a:srgbClr val="FF0000"/>
              </a:solidFill>
              <a:ln w="19050" cap="flat" cmpd="sng" algn="ctr">
                <a:solidFill>
                  <a:srgbClr val="FF0000"/>
                </a:solidFill>
                <a:prstDash val="solid"/>
                <a:miter lim="800000"/>
              </a:ln>
              <a:effectLst/>
            </p:spPr>
          </p:cxnSp>
          <p:cxnSp>
            <p:nvCxnSpPr>
              <p:cNvPr id="17" name="Straight Connector 16">
                <a:extLst>
                  <a:ext uri="{FF2B5EF4-FFF2-40B4-BE49-F238E27FC236}">
                    <a16:creationId xmlns:a16="http://schemas.microsoft.com/office/drawing/2014/main" xmlns="" id="{7BD69B1F-0000-D1F4-9EFB-76C5C53683E5}"/>
                  </a:ext>
                </a:extLst>
              </p:cNvPr>
              <p:cNvCxnSpPr/>
              <p:nvPr/>
            </p:nvCxnSpPr>
            <p:spPr>
              <a:xfrm>
                <a:off x="6248932" y="2802241"/>
                <a:ext cx="0" cy="1010602"/>
              </a:xfrm>
              <a:prstGeom prst="line">
                <a:avLst/>
              </a:prstGeom>
              <a:noFill/>
              <a:ln w="19050" cap="flat" cmpd="sng" algn="ctr">
                <a:solidFill>
                  <a:srgbClr val="FF0000"/>
                </a:solidFill>
                <a:prstDash val="solid"/>
                <a:miter lim="800000"/>
              </a:ln>
              <a:effectLst/>
            </p:spPr>
          </p:cxnSp>
          <p:sp>
            <p:nvSpPr>
              <p:cNvPr id="18" name="Isosceles Triangle 17">
                <a:extLst>
                  <a:ext uri="{FF2B5EF4-FFF2-40B4-BE49-F238E27FC236}">
                    <a16:creationId xmlns:a16="http://schemas.microsoft.com/office/drawing/2014/main" xmlns="" id="{F5A0E9B9-08A2-5A4B-3957-E52F8C367268}"/>
                  </a:ext>
                </a:extLst>
              </p:cNvPr>
              <p:cNvSpPr/>
              <p:nvPr/>
            </p:nvSpPr>
            <p:spPr>
              <a:xfrm>
                <a:off x="6018666" y="3406130"/>
                <a:ext cx="460523" cy="920944"/>
              </a:xfrm>
              <a:prstGeom prst="triangl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9" name="Oval 18">
                <a:extLst>
                  <a:ext uri="{FF2B5EF4-FFF2-40B4-BE49-F238E27FC236}">
                    <a16:creationId xmlns:a16="http://schemas.microsoft.com/office/drawing/2014/main" xmlns="" id="{E269F471-A76A-389F-F009-5C6E07F2908D}"/>
                  </a:ext>
                </a:extLst>
              </p:cNvPr>
              <p:cNvSpPr/>
              <p:nvPr/>
            </p:nvSpPr>
            <p:spPr>
              <a:xfrm>
                <a:off x="6122006" y="3356992"/>
                <a:ext cx="236067" cy="271996"/>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grpSp>
      </p:grpSp>
      <p:sp>
        <p:nvSpPr>
          <p:cNvPr id="63" name="Google Shape;25;p4">
            <a:hlinkClick r:id="rId2" action="ppaction://hlinksldjump"/>
            <a:extLst>
              <a:ext uri="{FF2B5EF4-FFF2-40B4-BE49-F238E27FC236}">
                <a16:creationId xmlns:a16="http://schemas.microsoft.com/office/drawing/2014/main" xmlns="" id="{35E9ED2E-A27C-1BC6-7075-410328E71F3D}"/>
              </a:ext>
            </a:extLst>
          </p:cNvPr>
          <p:cNvSpPr/>
          <p:nvPr/>
        </p:nvSpPr>
        <p:spPr>
          <a:xfrm>
            <a:off x="8138256" y="3773697"/>
            <a:ext cx="1606430" cy="560100"/>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400" dirty="0">
                <a:solidFill>
                  <a:schemeClr val="bg1"/>
                </a:solidFill>
                <a:latin typeface="Lalezar" panose="00000500000000000000" pitchFamily="2" charset="-78"/>
                <a:cs typeface="B Titr" panose="00000700000000000000" pitchFamily="2" charset="-78"/>
              </a:rPr>
              <a:t>نتایج و بحث</a:t>
            </a:r>
            <a:endParaRPr sz="2400" dirty="0">
              <a:solidFill>
                <a:schemeClr val="bg1"/>
              </a:solidFill>
              <a:latin typeface="Lalezar" panose="00000500000000000000" pitchFamily="2" charset="-78"/>
              <a:cs typeface="B Titr" panose="00000700000000000000" pitchFamily="2" charset="-78"/>
            </a:endParaRPr>
          </a:p>
        </p:txBody>
      </p:sp>
      <p:sp>
        <p:nvSpPr>
          <p:cNvPr id="64" name="Google Shape;25;p4">
            <a:hlinkClick r:id="rId3" action="ppaction://hlinksldjump"/>
            <a:extLst>
              <a:ext uri="{FF2B5EF4-FFF2-40B4-BE49-F238E27FC236}">
                <a16:creationId xmlns:a16="http://schemas.microsoft.com/office/drawing/2014/main" xmlns="" id="{02F64898-FA15-5A8B-C76F-EE95DAF719ED}"/>
              </a:ext>
            </a:extLst>
          </p:cNvPr>
          <p:cNvSpPr/>
          <p:nvPr/>
        </p:nvSpPr>
        <p:spPr>
          <a:xfrm>
            <a:off x="2117611" y="4723532"/>
            <a:ext cx="2935341" cy="562270"/>
          </a:xfrm>
          <a:prstGeom prst="rect">
            <a:avLst/>
          </a:prstGeom>
          <a:noFill/>
          <a:ln>
            <a:noFill/>
          </a:ln>
          <a:effectLst/>
        </p:spPr>
        <p:txBody>
          <a:bodyPr spcFirstLastPara="1" wrap="square" lIns="121900" tIns="121900" rIns="121900" bIns="121900" anchor="ctr" anchorCtr="0">
            <a:noAutofit/>
          </a:bodyPr>
          <a:lstStyle/>
          <a:p>
            <a:pPr algn="ctr" rtl="1"/>
            <a:r>
              <a:rPr lang="fa-IR" sz="2200" dirty="0">
                <a:solidFill>
                  <a:schemeClr val="tx1"/>
                </a:solidFill>
                <a:latin typeface="Lalezar" panose="00000500000000000000" pitchFamily="2" charset="-78"/>
                <a:cs typeface="B Titr" panose="00000700000000000000" pitchFamily="2" charset="-78"/>
              </a:rPr>
              <a:t>نتیجه گیری و پیشنهادات</a:t>
            </a:r>
          </a:p>
        </p:txBody>
      </p:sp>
      <p:sp>
        <p:nvSpPr>
          <p:cNvPr id="9" name="Diamond 8">
            <a:extLst>
              <a:ext uri="{FF2B5EF4-FFF2-40B4-BE49-F238E27FC236}">
                <a16:creationId xmlns:a16="http://schemas.microsoft.com/office/drawing/2014/main" xmlns="" id="{C3DFF4AD-7692-150F-FE81-A8849913E24B}"/>
              </a:ext>
            </a:extLst>
          </p:cNvPr>
          <p:cNvSpPr/>
          <p:nvPr/>
        </p:nvSpPr>
        <p:spPr>
          <a:xfrm flipH="1">
            <a:off x="10110172" y="1012382"/>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1</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8" name="Diamond 27">
            <a:extLst>
              <a:ext uri="{FF2B5EF4-FFF2-40B4-BE49-F238E27FC236}">
                <a16:creationId xmlns:a16="http://schemas.microsoft.com/office/drawing/2014/main" xmlns="" id="{8A5D386F-3383-FF0A-1AEE-8223E1654E1C}"/>
              </a:ext>
            </a:extLst>
          </p:cNvPr>
          <p:cNvSpPr/>
          <p:nvPr/>
        </p:nvSpPr>
        <p:spPr>
          <a:xfrm flipH="1">
            <a:off x="5057571" y="1014536"/>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2</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9" name="Diamond 28">
            <a:extLst>
              <a:ext uri="{FF2B5EF4-FFF2-40B4-BE49-F238E27FC236}">
                <a16:creationId xmlns:a16="http://schemas.microsoft.com/office/drawing/2014/main" xmlns="" id="{DF341C2D-E2E5-570F-4D9A-5330E1BDE30F}"/>
              </a:ext>
            </a:extLst>
          </p:cNvPr>
          <p:cNvSpPr/>
          <p:nvPr/>
        </p:nvSpPr>
        <p:spPr>
          <a:xfrm flipH="1">
            <a:off x="8738258" y="3147727"/>
            <a:ext cx="543069" cy="590907"/>
          </a:xfrm>
          <a:prstGeom prst="diamond">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schemeClr val="bg1"/>
                </a:solidFill>
                <a:effectLst/>
                <a:uLnTx/>
                <a:uFillTx/>
                <a:ea typeface="Arial Unicode MS"/>
                <a:cs typeface="B Titr" panose="00000700000000000000" pitchFamily="2" charset="-78"/>
              </a:rPr>
              <a:t>4</a:t>
            </a:r>
            <a:endParaRPr kumimoji="0" lang="en-US" sz="2000" b="0" i="0" u="none" strike="noStrike" kern="1200" cap="none" spc="0" normalizeH="0" baseline="0" noProof="0" dirty="0">
              <a:ln>
                <a:noFill/>
              </a:ln>
              <a:solidFill>
                <a:schemeClr val="bg1"/>
              </a:solidFill>
              <a:effectLst/>
              <a:uLnTx/>
              <a:uFillTx/>
              <a:ea typeface="Arial Unicode MS"/>
              <a:cs typeface="B Titr" panose="00000700000000000000" pitchFamily="2" charset="-78"/>
            </a:endParaRPr>
          </a:p>
        </p:txBody>
      </p:sp>
      <p:sp>
        <p:nvSpPr>
          <p:cNvPr id="30" name="Diamond 29">
            <a:extLst>
              <a:ext uri="{FF2B5EF4-FFF2-40B4-BE49-F238E27FC236}">
                <a16:creationId xmlns:a16="http://schemas.microsoft.com/office/drawing/2014/main" xmlns="" id="{C842A1E1-8FB2-FE91-2FBA-4227E04BC3D5}"/>
              </a:ext>
            </a:extLst>
          </p:cNvPr>
          <p:cNvSpPr/>
          <p:nvPr/>
        </p:nvSpPr>
        <p:spPr>
          <a:xfrm flipH="1">
            <a:off x="5246237" y="3156968"/>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3</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51" name="Diamond 50">
            <a:extLst>
              <a:ext uri="{FF2B5EF4-FFF2-40B4-BE49-F238E27FC236}">
                <a16:creationId xmlns:a16="http://schemas.microsoft.com/office/drawing/2014/main" xmlns="" id="{7FF5FD2A-9162-1F35-F7F5-F79FBEEACCB5}"/>
              </a:ext>
            </a:extLst>
          </p:cNvPr>
          <p:cNvSpPr/>
          <p:nvPr/>
        </p:nvSpPr>
        <p:spPr>
          <a:xfrm flipH="1">
            <a:off x="3243118" y="5308713"/>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5</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grpSp>
        <p:nvGrpSpPr>
          <p:cNvPr id="66" name="Group 65">
            <a:extLst>
              <a:ext uri="{FF2B5EF4-FFF2-40B4-BE49-F238E27FC236}">
                <a16:creationId xmlns:a16="http://schemas.microsoft.com/office/drawing/2014/main" xmlns="" id="{FBB980E8-C95C-DFEF-5589-61AD7AA0728F}"/>
              </a:ext>
            </a:extLst>
          </p:cNvPr>
          <p:cNvGrpSpPr/>
          <p:nvPr/>
        </p:nvGrpSpPr>
        <p:grpSpPr>
          <a:xfrm>
            <a:off x="0" y="6734895"/>
            <a:ext cx="12192003" cy="123093"/>
            <a:chOff x="2879947" y="5044093"/>
            <a:chExt cx="6264054" cy="101614"/>
          </a:xfrm>
        </p:grpSpPr>
        <p:sp>
          <p:nvSpPr>
            <p:cNvPr id="67" name="sm 17">
              <a:extLst>
                <a:ext uri="{FF2B5EF4-FFF2-40B4-BE49-F238E27FC236}">
                  <a16:creationId xmlns:a16="http://schemas.microsoft.com/office/drawing/2014/main" xmlns="" id="{DAF19E38-6050-F2E6-EE37-B8862528ADAE}"/>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68" name="sm 17">
              <a:extLst>
                <a:ext uri="{FF2B5EF4-FFF2-40B4-BE49-F238E27FC236}">
                  <a16:creationId xmlns:a16="http://schemas.microsoft.com/office/drawing/2014/main" xmlns="" id="{D4C9E0E5-D536-2290-08A5-996667830087}"/>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22" name="Google Shape;25;p4">
            <a:hlinkClick r:id="rId4" action="ppaction://hlinksldjump"/>
            <a:extLst>
              <a:ext uri="{FF2B5EF4-FFF2-40B4-BE49-F238E27FC236}">
                <a16:creationId xmlns:a16="http://schemas.microsoft.com/office/drawing/2014/main" xmlns="" id="{E459891B-A301-4E63-85AF-4ABE5A83FCB7}"/>
              </a:ext>
            </a:extLst>
          </p:cNvPr>
          <p:cNvSpPr/>
          <p:nvPr/>
        </p:nvSpPr>
        <p:spPr>
          <a:xfrm>
            <a:off x="4014791" y="1627818"/>
            <a:ext cx="2574652" cy="56227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مبانی و پیشینه</a:t>
            </a:r>
            <a:endParaRPr sz="2400" dirty="0">
              <a:solidFill>
                <a:schemeClr val="tx1"/>
              </a:solidFill>
              <a:latin typeface="Lalezar" panose="00000500000000000000" pitchFamily="2" charset="-78"/>
              <a:cs typeface="B Titr" panose="00000700000000000000" pitchFamily="2" charset="-78"/>
            </a:endParaRPr>
          </a:p>
        </p:txBody>
      </p:sp>
      <p:sp>
        <p:nvSpPr>
          <p:cNvPr id="23" name="Google Shape;25;p4">
            <a:hlinkClick r:id="rId2" action="ppaction://hlinksldjump"/>
            <a:extLst>
              <a:ext uri="{FF2B5EF4-FFF2-40B4-BE49-F238E27FC236}">
                <a16:creationId xmlns:a16="http://schemas.microsoft.com/office/drawing/2014/main" xmlns="" id="{2EF38CE9-B7B2-D24A-5493-A8E1BFED775A}"/>
              </a:ext>
            </a:extLst>
          </p:cNvPr>
          <p:cNvSpPr/>
          <p:nvPr/>
        </p:nvSpPr>
        <p:spPr>
          <a:xfrm>
            <a:off x="4591635" y="3777946"/>
            <a:ext cx="1730945" cy="56227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روش شناسی</a:t>
            </a:r>
            <a:endParaRPr sz="2400" dirty="0">
              <a:solidFill>
                <a:schemeClr val="tx1"/>
              </a:solidFill>
              <a:latin typeface="Lalezar" panose="00000500000000000000" pitchFamily="2" charset="-78"/>
              <a:cs typeface="B Titr" panose="00000700000000000000" pitchFamily="2" charset="-78"/>
            </a:endParaRPr>
          </a:p>
        </p:txBody>
      </p:sp>
      <p:sp>
        <p:nvSpPr>
          <p:cNvPr id="24" name="Google Shape;25;p4">
            <a:hlinkClick r:id="rId5" action="ppaction://hlinksldjump"/>
            <a:extLst>
              <a:ext uri="{FF2B5EF4-FFF2-40B4-BE49-F238E27FC236}">
                <a16:creationId xmlns:a16="http://schemas.microsoft.com/office/drawing/2014/main" xmlns="" id="{2B36A297-62BD-DC6F-1F85-FC6D583A1E8D}"/>
              </a:ext>
            </a:extLst>
          </p:cNvPr>
          <p:cNvSpPr/>
          <p:nvPr/>
        </p:nvSpPr>
        <p:spPr>
          <a:xfrm>
            <a:off x="9329510" y="1739454"/>
            <a:ext cx="1846336" cy="560099"/>
          </a:xfrm>
          <a:prstGeom prst="rect">
            <a:avLst/>
          </a:prstGeom>
          <a:noFill/>
          <a:ln>
            <a:noFill/>
          </a:ln>
          <a:effectLst/>
        </p:spPr>
        <p:txBody>
          <a:bodyPr spcFirstLastPara="1" wrap="square" lIns="121900" tIns="121900" rIns="121900" bIns="121900" anchor="ctr" anchorCtr="0">
            <a:noAutofit/>
          </a:bodyPr>
          <a:lstStyle/>
          <a:p>
            <a:pPr algn="ctr" rtl="1"/>
            <a:r>
              <a:rPr lang="fa-IR" sz="2200" dirty="0">
                <a:solidFill>
                  <a:schemeClr val="tx1"/>
                </a:solidFill>
                <a:latin typeface="Lalezar" panose="00000500000000000000" pitchFamily="2" charset="-78"/>
                <a:cs typeface="B Titr" panose="00000700000000000000" pitchFamily="2" charset="-78"/>
              </a:rPr>
              <a:t>مقدمه و کلیات</a:t>
            </a:r>
            <a:endParaRPr sz="2200" dirty="0">
              <a:solidFill>
                <a:schemeClr val="tx1"/>
              </a:solidFill>
              <a:latin typeface="Lalezar" panose="00000500000000000000" pitchFamily="2" charset="-78"/>
              <a:cs typeface="B Titr" panose="00000700000000000000" pitchFamily="2" charset="-78"/>
            </a:endParaRPr>
          </a:p>
        </p:txBody>
      </p:sp>
      <p:sp>
        <p:nvSpPr>
          <p:cNvPr id="34" name="Isosceles Triangle 33"/>
          <p:cNvSpPr/>
          <p:nvPr/>
        </p:nvSpPr>
        <p:spPr>
          <a:xfrm rot="16200000">
            <a:off x="7379422" y="1108685"/>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p:cNvSpPr/>
          <p:nvPr/>
        </p:nvSpPr>
        <p:spPr>
          <a:xfrm rot="5400000" flipH="1">
            <a:off x="3375156" y="3246406"/>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p:cNvSpPr/>
          <p:nvPr/>
        </p:nvSpPr>
        <p:spPr>
          <a:xfrm rot="16200000">
            <a:off x="7182648" y="5402608"/>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551086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1C4FF8-7F7B-A15B-6EEE-DB48264D91E9}"/>
              </a:ext>
            </a:extLst>
          </p:cNvPr>
          <p:cNvSpPr>
            <a:spLocks noGrp="1"/>
          </p:cNvSpPr>
          <p:nvPr>
            <p:ph type="title"/>
          </p:nvPr>
        </p:nvSpPr>
        <p:spPr>
          <a:xfrm>
            <a:off x="4231091" y="743182"/>
            <a:ext cx="4464509" cy="633487"/>
          </a:xfrm>
        </p:spPr>
        <p:txBody>
          <a:bodyPr/>
          <a:lstStyle/>
          <a:p>
            <a:r>
              <a:rPr lang="fa-IR" sz="3200" dirty="0"/>
              <a:t>یافته‌های توصیفی  </a:t>
            </a:r>
            <a:endParaRPr lang="en-US" sz="3200" dirty="0"/>
          </a:p>
        </p:txBody>
      </p:sp>
      <p:sp>
        <p:nvSpPr>
          <p:cNvPr id="9" name="Rectangle 8"/>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10" name="Rectangle 9"/>
          <p:cNvSpPr/>
          <p:nvPr/>
        </p:nvSpPr>
        <p:spPr>
          <a:xfrm>
            <a:off x="3075709"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نتایج و بحث</a:t>
            </a:r>
            <a:endParaRPr lang="en-US" sz="2000" dirty="0">
              <a:cs typeface="B Titr" panose="00000700000000000000" pitchFamily="2" charset="-78"/>
            </a:endParaRPr>
          </a:p>
        </p:txBody>
      </p:sp>
      <p:sp>
        <p:nvSpPr>
          <p:cNvPr id="11" name="Rectangle 10"/>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11</a:t>
            </a:r>
            <a:endParaRPr lang="en-US" dirty="0">
              <a:cs typeface="B Titr" panose="00000700000000000000" pitchFamily="2" charset="-78"/>
            </a:endParaRPr>
          </a:p>
        </p:txBody>
      </p:sp>
      <p:graphicFrame>
        <p:nvGraphicFramePr>
          <p:cNvPr id="4" name="Table 3"/>
          <p:cNvGraphicFramePr>
            <a:graphicFrameLocks noGrp="1"/>
          </p:cNvGraphicFramePr>
          <p:nvPr>
            <p:extLst>
              <p:ext uri="{D42A27DB-BD31-4B8C-83A1-F6EECF244321}">
                <p14:modId xmlns:p14="http://schemas.microsoft.com/office/powerpoint/2010/main" val="2777022214"/>
              </p:ext>
            </p:extLst>
          </p:nvPr>
        </p:nvGraphicFramePr>
        <p:xfrm>
          <a:off x="7273636" y="1691847"/>
          <a:ext cx="4305877" cy="1121664"/>
        </p:xfrm>
        <a:graphic>
          <a:graphicData uri="http://schemas.openxmlformats.org/drawingml/2006/table">
            <a:tbl>
              <a:tblPr rtl="1" firstRow="1" firstCol="1" bandRow="1">
                <a:tableStyleId>{EC56A574-FFAE-44B5-984D-0BB5ACFF0E28}</a:tableStyleId>
              </a:tblPr>
              <a:tblGrid>
                <a:gridCol w="1488111">
                  <a:extLst>
                    <a:ext uri="{9D8B030D-6E8A-4147-A177-3AD203B41FA5}">
                      <a16:colId xmlns:a16="http://schemas.microsoft.com/office/drawing/2014/main" xmlns="" val="131218702"/>
                    </a:ext>
                  </a:extLst>
                </a:gridCol>
                <a:gridCol w="1420078">
                  <a:extLst>
                    <a:ext uri="{9D8B030D-6E8A-4147-A177-3AD203B41FA5}">
                      <a16:colId xmlns:a16="http://schemas.microsoft.com/office/drawing/2014/main" xmlns="" val="2883602903"/>
                    </a:ext>
                  </a:extLst>
                </a:gridCol>
                <a:gridCol w="1397688">
                  <a:extLst>
                    <a:ext uri="{9D8B030D-6E8A-4147-A177-3AD203B41FA5}">
                      <a16:colId xmlns:a16="http://schemas.microsoft.com/office/drawing/2014/main" xmlns="" val="1002382562"/>
                    </a:ext>
                  </a:extLst>
                </a:gridCol>
              </a:tblGrid>
              <a:tr h="245364">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جنسیت</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فراوانی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درصد</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202477238"/>
                  </a:ext>
                </a:extLst>
              </a:tr>
              <a:tr h="245364">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زن</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۴۷</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۵۸.۸٪</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2382404164"/>
                  </a:ext>
                </a:extLst>
              </a:tr>
              <a:tr h="245364">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مرد</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۳۳</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252095" algn="ctr" rtl="1">
                        <a:lnSpc>
                          <a:spcPct val="115000"/>
                        </a:lnSpc>
                        <a:spcBef>
                          <a:spcPts val="0"/>
                        </a:spcBef>
                        <a:spcAft>
                          <a:spcPts val="600"/>
                        </a:spcAft>
                      </a:pPr>
                      <a:r>
                        <a:rPr lang="fa-IR" sz="1600" dirty="0">
                          <a:effectLst/>
                          <a:cs typeface="B Lotus" panose="00000400000000000000" pitchFamily="2" charset="-78"/>
                        </a:rPr>
                        <a:t>۴۱.۲٪</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762092380"/>
                  </a:ext>
                </a:extLst>
              </a:tr>
              <a:tr h="245364">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کل</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252095" algn="ctr" rtl="1">
                        <a:lnSpc>
                          <a:spcPct val="115000"/>
                        </a:lnSpc>
                        <a:spcBef>
                          <a:spcPts val="0"/>
                        </a:spcBef>
                        <a:spcAft>
                          <a:spcPts val="600"/>
                        </a:spcAft>
                      </a:pPr>
                      <a:r>
                        <a:rPr lang="fa-IR" sz="1600">
                          <a:effectLst/>
                          <a:cs typeface="B Lotus" panose="00000400000000000000" pitchFamily="2" charset="-78"/>
                        </a:rPr>
                        <a:t>۸۰</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252095" algn="ctr" rtl="1">
                        <a:lnSpc>
                          <a:spcPct val="115000"/>
                        </a:lnSpc>
                        <a:spcBef>
                          <a:spcPts val="0"/>
                        </a:spcBef>
                        <a:spcAft>
                          <a:spcPts val="600"/>
                        </a:spcAft>
                      </a:pPr>
                      <a:r>
                        <a:rPr lang="fa-IR" sz="1600" dirty="0">
                          <a:effectLst/>
                          <a:cs typeface="B Lotus" panose="00000400000000000000" pitchFamily="2" charset="-78"/>
                        </a:rPr>
                        <a:t>۱۰۰٪</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92829060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14834723"/>
              </p:ext>
            </p:extLst>
          </p:nvPr>
        </p:nvGraphicFramePr>
        <p:xfrm>
          <a:off x="4867564" y="3128689"/>
          <a:ext cx="5949950" cy="1402080"/>
        </p:xfrm>
        <a:graphic>
          <a:graphicData uri="http://schemas.openxmlformats.org/drawingml/2006/table">
            <a:tbl>
              <a:tblPr rtl="1" firstRow="1" firstCol="1" bandRow="1">
                <a:tableStyleId>{EC56A574-FFAE-44B5-984D-0BB5ACFF0E28}</a:tableStyleId>
              </a:tblPr>
              <a:tblGrid>
                <a:gridCol w="2521589">
                  <a:extLst>
                    <a:ext uri="{9D8B030D-6E8A-4147-A177-3AD203B41FA5}">
                      <a16:colId xmlns:a16="http://schemas.microsoft.com/office/drawing/2014/main" xmlns="" val="2152674194"/>
                    </a:ext>
                  </a:extLst>
                </a:gridCol>
                <a:gridCol w="1727865">
                  <a:extLst>
                    <a:ext uri="{9D8B030D-6E8A-4147-A177-3AD203B41FA5}">
                      <a16:colId xmlns:a16="http://schemas.microsoft.com/office/drawing/2014/main" xmlns="" val="465468987"/>
                    </a:ext>
                  </a:extLst>
                </a:gridCol>
                <a:gridCol w="1700496">
                  <a:extLst>
                    <a:ext uri="{9D8B030D-6E8A-4147-A177-3AD203B41FA5}">
                      <a16:colId xmlns:a16="http://schemas.microsoft.com/office/drawing/2014/main" xmlns="" val="1856203079"/>
                    </a:ext>
                  </a:extLst>
                </a:gridCol>
              </a:tblGrid>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وضعیت تأهل</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فراوانی</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درصد</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007525813"/>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مجرد</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۸</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۱۰.۰٪</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681558662"/>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متأهل</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۴۶</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۵۷.۵٪</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4292223864"/>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جدا شده</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۲۶</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۳۲.۵٪</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850026875"/>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کل</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۸۰</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۱۰۰٪</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82344683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20847202"/>
              </p:ext>
            </p:extLst>
          </p:nvPr>
        </p:nvGraphicFramePr>
        <p:xfrm>
          <a:off x="1323687" y="4804231"/>
          <a:ext cx="5949949" cy="1682496"/>
        </p:xfrm>
        <a:graphic>
          <a:graphicData uri="http://schemas.openxmlformats.org/drawingml/2006/table">
            <a:tbl>
              <a:tblPr rtl="1" firstRow="1" firstCol="1" bandRow="1">
                <a:tableStyleId>{EC56A574-FFAE-44B5-984D-0BB5ACFF0E28}</a:tableStyleId>
              </a:tblPr>
              <a:tblGrid>
                <a:gridCol w="2086469">
                  <a:extLst>
                    <a:ext uri="{9D8B030D-6E8A-4147-A177-3AD203B41FA5}">
                      <a16:colId xmlns:a16="http://schemas.microsoft.com/office/drawing/2014/main" xmlns="" val="2173532778"/>
                    </a:ext>
                  </a:extLst>
                </a:gridCol>
                <a:gridCol w="1854375">
                  <a:extLst>
                    <a:ext uri="{9D8B030D-6E8A-4147-A177-3AD203B41FA5}">
                      <a16:colId xmlns:a16="http://schemas.microsoft.com/office/drawing/2014/main" xmlns="" val="1619128996"/>
                    </a:ext>
                  </a:extLst>
                </a:gridCol>
                <a:gridCol w="2009105">
                  <a:extLst>
                    <a:ext uri="{9D8B030D-6E8A-4147-A177-3AD203B41FA5}">
                      <a16:colId xmlns:a16="http://schemas.microsoft.com/office/drawing/2014/main" xmlns="" val="994490182"/>
                    </a:ext>
                  </a:extLst>
                </a:gridCol>
              </a:tblGrid>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تحصیلات</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فراوانی</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درصد</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4178411180"/>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زیر دیپلم</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۱۸</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۲۲.۵٪</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53326773"/>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دیپلم</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۲۶.۲٪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733225707"/>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کاردانی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۲۴</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۳۰.۰٪</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2386014671"/>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کارشناسی و بالاتر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۱۷</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۲۱.۳٪</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381478298"/>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کل</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۸۰</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۱۰۰٪</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87236241"/>
                  </a:ext>
                </a:extLst>
              </a:tr>
            </a:tbl>
          </a:graphicData>
        </a:graphic>
      </p:graphicFrame>
    </p:spTree>
    <p:extLst>
      <p:ext uri="{BB962C8B-B14F-4D97-AF65-F5344CB8AC3E}">
        <p14:creationId xmlns:p14="http://schemas.microsoft.com/office/powerpoint/2010/main" val="2864989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7" name="Rectangle 6"/>
          <p:cNvSpPr/>
          <p:nvPr/>
        </p:nvSpPr>
        <p:spPr>
          <a:xfrm>
            <a:off x="3075709"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نتایج و بحث</a:t>
            </a:r>
            <a:endParaRPr lang="en-US" sz="2000" dirty="0">
              <a:cs typeface="B Titr" panose="00000700000000000000" pitchFamily="2" charset="-78"/>
            </a:endParaRPr>
          </a:p>
        </p:txBody>
      </p:sp>
      <p:sp>
        <p:nvSpPr>
          <p:cNvPr id="8" name="Rectangle 7"/>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12</a:t>
            </a:r>
            <a:endParaRPr lang="en-US" dirty="0">
              <a:cs typeface="B Titr" panose="00000700000000000000" pitchFamily="2" charset="-78"/>
            </a:endParaRPr>
          </a:p>
        </p:txBody>
      </p:sp>
      <p:sp>
        <p:nvSpPr>
          <p:cNvPr id="2" name="Rectangle 1"/>
          <p:cNvSpPr/>
          <p:nvPr/>
        </p:nvSpPr>
        <p:spPr>
          <a:xfrm>
            <a:off x="9041764" y="986043"/>
            <a:ext cx="2127505" cy="400110"/>
          </a:xfrm>
          <a:prstGeom prst="rect">
            <a:avLst/>
          </a:prstGeom>
        </p:spPr>
        <p:txBody>
          <a:bodyPr wrap="none">
            <a:spAutoFit/>
          </a:bodyPr>
          <a:lstStyle/>
          <a:p>
            <a:r>
              <a:rPr lang="ar-SA" sz="2000" dirty="0">
                <a:latin typeface="Calibri" panose="020F0502020204030204" pitchFamily="34" charset="0"/>
                <a:ea typeface="Calibri" panose="020F0502020204030204" pitchFamily="34" charset="0"/>
                <a:cs typeface="B Titr" panose="00000700000000000000" pitchFamily="2" charset="-78"/>
              </a:rPr>
              <a:t>آزمون فرضیه </a:t>
            </a:r>
            <a:r>
              <a:rPr lang="ar-SA" sz="2000" dirty="0" smtClean="0">
                <a:latin typeface="Calibri" panose="020F0502020204030204" pitchFamily="34" charset="0"/>
                <a:ea typeface="Calibri" panose="020F0502020204030204" pitchFamily="34" charset="0"/>
                <a:cs typeface="B Titr" panose="00000700000000000000" pitchFamily="2" charset="-78"/>
              </a:rPr>
              <a:t>پژوهش</a:t>
            </a:r>
            <a:endParaRPr lang="en-US" sz="2000" dirty="0">
              <a:cs typeface="B Titr" panose="00000700000000000000" pitchFamily="2" charset="-78"/>
            </a:endParaRPr>
          </a:p>
        </p:txBody>
      </p:sp>
      <p:sp>
        <p:nvSpPr>
          <p:cNvPr id="3" name="Rectangle 2"/>
          <p:cNvSpPr/>
          <p:nvPr/>
        </p:nvSpPr>
        <p:spPr>
          <a:xfrm>
            <a:off x="1357745" y="1497173"/>
            <a:ext cx="10086110" cy="400110"/>
          </a:xfrm>
          <a:prstGeom prst="rect">
            <a:avLst/>
          </a:prstGeom>
        </p:spPr>
        <p:txBody>
          <a:bodyPr wrap="square">
            <a:spAutoFit/>
          </a:bodyPr>
          <a:lstStyle/>
          <a:p>
            <a:pPr algn="r" rtl="1"/>
            <a:r>
              <a:rPr lang="fa-IR" sz="2000" dirty="0">
                <a:solidFill>
                  <a:srgbClr val="000000"/>
                </a:solidFill>
                <a:latin typeface="Times New Roman" panose="02020603050405020304" pitchFamily="18" charset="0"/>
                <a:ea typeface="Times New Roman" panose="02020603050405020304" pitchFamily="18" charset="0"/>
                <a:cs typeface="B Titr" panose="00000700000000000000" pitchFamily="2" charset="-78"/>
              </a:rPr>
              <a:t>بررسی فرضیه فرعی اول پژوهش: بین هوش معنوی و اضطراب مرگ در سالمندان رابطه وجود دارد</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907972545"/>
              </p:ext>
            </p:extLst>
          </p:nvPr>
        </p:nvGraphicFramePr>
        <p:xfrm>
          <a:off x="2698462" y="2651273"/>
          <a:ext cx="7519265" cy="2247623"/>
        </p:xfrm>
        <a:graphic>
          <a:graphicData uri="http://schemas.openxmlformats.org/drawingml/2006/table">
            <a:tbl>
              <a:tblPr rtl="1" firstRow="1" firstCol="1" bandRow="1">
                <a:tableStyleId>{EC56A574-FFAE-44B5-984D-0BB5ACFF0E28}</a:tableStyleId>
              </a:tblPr>
              <a:tblGrid>
                <a:gridCol w="2154381">
                  <a:extLst>
                    <a:ext uri="{9D8B030D-6E8A-4147-A177-3AD203B41FA5}">
                      <a16:colId xmlns:a16="http://schemas.microsoft.com/office/drawing/2014/main" xmlns="" val="3328324720"/>
                    </a:ext>
                  </a:extLst>
                </a:gridCol>
                <a:gridCol w="893646">
                  <a:extLst>
                    <a:ext uri="{9D8B030D-6E8A-4147-A177-3AD203B41FA5}">
                      <a16:colId xmlns:a16="http://schemas.microsoft.com/office/drawing/2014/main" xmlns="" val="3123792825"/>
                    </a:ext>
                  </a:extLst>
                </a:gridCol>
                <a:gridCol w="893646">
                  <a:extLst>
                    <a:ext uri="{9D8B030D-6E8A-4147-A177-3AD203B41FA5}">
                      <a16:colId xmlns:a16="http://schemas.microsoft.com/office/drawing/2014/main" xmlns="" val="2689626380"/>
                    </a:ext>
                  </a:extLst>
                </a:gridCol>
                <a:gridCol w="895150">
                  <a:extLst>
                    <a:ext uri="{9D8B030D-6E8A-4147-A177-3AD203B41FA5}">
                      <a16:colId xmlns:a16="http://schemas.microsoft.com/office/drawing/2014/main" xmlns="" val="3477432319"/>
                    </a:ext>
                  </a:extLst>
                </a:gridCol>
                <a:gridCol w="893646">
                  <a:extLst>
                    <a:ext uri="{9D8B030D-6E8A-4147-A177-3AD203B41FA5}">
                      <a16:colId xmlns:a16="http://schemas.microsoft.com/office/drawing/2014/main" xmlns="" val="2277249374"/>
                    </a:ext>
                  </a:extLst>
                </a:gridCol>
                <a:gridCol w="893646">
                  <a:extLst>
                    <a:ext uri="{9D8B030D-6E8A-4147-A177-3AD203B41FA5}">
                      <a16:colId xmlns:a16="http://schemas.microsoft.com/office/drawing/2014/main" xmlns="" val="2109486545"/>
                    </a:ext>
                  </a:extLst>
                </a:gridCol>
                <a:gridCol w="895150">
                  <a:extLst>
                    <a:ext uri="{9D8B030D-6E8A-4147-A177-3AD203B41FA5}">
                      <a16:colId xmlns:a16="http://schemas.microsoft.com/office/drawing/2014/main" xmlns="" val="1450544099"/>
                    </a:ext>
                  </a:extLst>
                </a:gridCol>
              </a:tblGrid>
              <a:tr h="321089">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متغیر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۳</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۴</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۵</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۶</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extLst>
                  <a:ext uri="{0D108BD9-81ED-4DB2-BD59-A6C34878D82A}">
                    <a16:rowId xmlns:a16="http://schemas.microsoft.com/office/drawing/2014/main" xmlns="" val="4098832156"/>
                  </a:ext>
                </a:extLst>
              </a:tr>
              <a:tr h="321089">
                <a:tc>
                  <a:txBody>
                    <a:bodyPr/>
                    <a:lstStyle/>
                    <a:p>
                      <a:pPr marL="0" marR="0" indent="0" algn="r" rtl="1">
                        <a:lnSpc>
                          <a:spcPct val="115000"/>
                        </a:lnSpc>
                        <a:spcBef>
                          <a:spcPts val="0"/>
                        </a:spcBef>
                        <a:spcAft>
                          <a:spcPts val="0"/>
                        </a:spcAft>
                      </a:pPr>
                      <a:r>
                        <a:rPr lang="fa-IR" sz="1600" dirty="0">
                          <a:effectLst/>
                          <a:cs typeface="B Lotus" panose="00000400000000000000" pitchFamily="2" charset="-78"/>
                        </a:rPr>
                        <a:t>۱. تفکر وجودی انتقادی</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extLst>
                  <a:ext uri="{0D108BD9-81ED-4DB2-BD59-A6C34878D82A}">
                    <a16:rowId xmlns:a16="http://schemas.microsoft.com/office/drawing/2014/main" xmlns="" val="2187828256"/>
                  </a:ext>
                </a:extLst>
              </a:tr>
              <a:tr h="321089">
                <a:tc>
                  <a:txBody>
                    <a:bodyPr/>
                    <a:lstStyle/>
                    <a:p>
                      <a:pPr marL="0" marR="0" indent="0" algn="r" rtl="1">
                        <a:lnSpc>
                          <a:spcPct val="115000"/>
                        </a:lnSpc>
                        <a:spcBef>
                          <a:spcPts val="0"/>
                        </a:spcBef>
                        <a:spcAft>
                          <a:spcPts val="0"/>
                        </a:spcAft>
                      </a:pPr>
                      <a:r>
                        <a:rPr lang="fa-IR" sz="1600">
                          <a:effectLst/>
                          <a:cs typeface="B Lotus" panose="00000400000000000000" pitchFamily="2" charset="-78"/>
                        </a:rPr>
                        <a:t>۲. ایجاد معنای شخصی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۰.۵۸ **</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extLst>
                  <a:ext uri="{0D108BD9-81ED-4DB2-BD59-A6C34878D82A}">
                    <a16:rowId xmlns:a16="http://schemas.microsoft.com/office/drawing/2014/main" xmlns="" val="2678334210"/>
                  </a:ext>
                </a:extLst>
              </a:tr>
              <a:tr h="321089">
                <a:tc>
                  <a:txBody>
                    <a:bodyPr/>
                    <a:lstStyle/>
                    <a:p>
                      <a:pPr marL="0" marR="0" indent="0" algn="r" rtl="1">
                        <a:lnSpc>
                          <a:spcPct val="115000"/>
                        </a:lnSpc>
                        <a:spcBef>
                          <a:spcPts val="0"/>
                        </a:spcBef>
                        <a:spcAft>
                          <a:spcPts val="0"/>
                        </a:spcAft>
                      </a:pPr>
                      <a:r>
                        <a:rPr lang="fa-IR" sz="1600">
                          <a:effectLst/>
                          <a:cs typeface="B Lotus" panose="00000400000000000000" pitchFamily="2" charset="-78"/>
                        </a:rPr>
                        <a:t>۳. آگاهی متعالی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۰.۴۵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۰.۵۶ **</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extLst>
                  <a:ext uri="{0D108BD9-81ED-4DB2-BD59-A6C34878D82A}">
                    <a16:rowId xmlns:a16="http://schemas.microsoft.com/office/drawing/2014/main" xmlns="" val="865708085"/>
                  </a:ext>
                </a:extLst>
              </a:tr>
              <a:tr h="321089">
                <a:tc>
                  <a:txBody>
                    <a:bodyPr/>
                    <a:lstStyle/>
                    <a:p>
                      <a:pPr marL="0" marR="0" indent="0" algn="r" rtl="1">
                        <a:lnSpc>
                          <a:spcPct val="115000"/>
                        </a:lnSpc>
                        <a:spcBef>
                          <a:spcPts val="0"/>
                        </a:spcBef>
                        <a:spcAft>
                          <a:spcPts val="0"/>
                        </a:spcAft>
                      </a:pPr>
                      <a:r>
                        <a:rPr lang="fa-IR" sz="1600">
                          <a:effectLst/>
                          <a:cs typeface="B Lotus" panose="00000400000000000000" pitchFamily="2" charset="-78"/>
                        </a:rPr>
                        <a:t>۴. گسترش حالت هوشیاری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۰.۳۶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۰.۴۶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۰.۳۴ **</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 </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extLst>
                  <a:ext uri="{0D108BD9-81ED-4DB2-BD59-A6C34878D82A}">
                    <a16:rowId xmlns:a16="http://schemas.microsoft.com/office/drawing/2014/main" xmlns="" val="1726998373"/>
                  </a:ext>
                </a:extLst>
              </a:tr>
              <a:tr h="321089">
                <a:tc>
                  <a:txBody>
                    <a:bodyPr/>
                    <a:lstStyle/>
                    <a:p>
                      <a:pPr marL="0" marR="0" indent="0" algn="r" rtl="1">
                        <a:lnSpc>
                          <a:spcPct val="115000"/>
                        </a:lnSpc>
                        <a:spcBef>
                          <a:spcPts val="0"/>
                        </a:spcBef>
                        <a:spcAft>
                          <a:spcPts val="0"/>
                        </a:spcAft>
                      </a:pPr>
                      <a:r>
                        <a:rPr lang="fa-IR" sz="1600">
                          <a:effectLst/>
                          <a:cs typeface="B Lotus" panose="00000400000000000000" pitchFamily="2" charset="-78"/>
                        </a:rPr>
                        <a:t>۵. هوش معنوی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۰.۷۷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۰.۸۶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۰.۸۰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۰.۸۳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۰.۵۰-**</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extLst>
                  <a:ext uri="{0D108BD9-81ED-4DB2-BD59-A6C34878D82A}">
                    <a16:rowId xmlns:a16="http://schemas.microsoft.com/office/drawing/2014/main" xmlns="" val="1357023418"/>
                  </a:ext>
                </a:extLst>
              </a:tr>
              <a:tr h="321089">
                <a:tc>
                  <a:txBody>
                    <a:bodyPr/>
                    <a:lstStyle/>
                    <a:p>
                      <a:pPr marL="0" marR="0" indent="0" algn="r" rtl="1">
                        <a:lnSpc>
                          <a:spcPct val="115000"/>
                        </a:lnSpc>
                        <a:spcBef>
                          <a:spcPts val="0"/>
                        </a:spcBef>
                        <a:spcAft>
                          <a:spcPts val="0"/>
                        </a:spcAft>
                      </a:pPr>
                      <a:r>
                        <a:rPr lang="fa-IR" sz="1600">
                          <a:effectLst/>
                          <a:cs typeface="B Lotus" panose="00000400000000000000" pitchFamily="2" charset="-78"/>
                        </a:rPr>
                        <a:t>۶. اضطراب مرگ</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۰.۳۴-**</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۰.۴۵-**</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۰.۳۱-**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۰.۲۹-**</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۰.۵۰-**</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7995" marR="67995" marT="0" marB="0" anchor="ctr"/>
                </a:tc>
                <a:extLst>
                  <a:ext uri="{0D108BD9-81ED-4DB2-BD59-A6C34878D82A}">
                    <a16:rowId xmlns:a16="http://schemas.microsoft.com/office/drawing/2014/main" xmlns="" val="2510599720"/>
                  </a:ext>
                </a:extLst>
              </a:tr>
            </a:tbl>
          </a:graphicData>
        </a:graphic>
      </p:graphicFrame>
      <p:sp>
        <p:nvSpPr>
          <p:cNvPr id="5" name="Rectangle 4"/>
          <p:cNvSpPr/>
          <p:nvPr/>
        </p:nvSpPr>
        <p:spPr>
          <a:xfrm>
            <a:off x="221673" y="5115950"/>
            <a:ext cx="11679382" cy="1323439"/>
          </a:xfrm>
          <a:prstGeom prst="rect">
            <a:avLst/>
          </a:prstGeom>
        </p:spPr>
        <p:txBody>
          <a:bodyPr wrap="square">
            <a:spAutoFit/>
          </a:bodyPr>
          <a:lstStyle/>
          <a:p>
            <a:pPr algn="just" rtl="1"/>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بر اساس جدول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بین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اضطراب مرگ و هر چهار مؤلفه هوش معنوی رابطه منفی و معنادار وجود دارد: تفکر وجودی انتقادی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r>
              <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r=-0.34</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ایجاد معنای شخصی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r>
              <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r=-0.45</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آگاهی متعالی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r>
              <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r=-0.31</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و گسترش حالت هوشیاری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r>
              <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r=-0.29</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نمره کل هوش معنوی نیز با اضطراب مرگ رابطه منفی معنادار دارد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r>
              <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r=-0.50</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به زبان ساده، هرچه فرد از نظر معنوی توانمندتر باشد و معنای بیشتری در زندگی بیابد، ترس از مرگ او کمتر است. بنابراین فرضیه فرعی اول تأیید می‌شود.</a:t>
            </a:r>
            <a:endParaRPr lang="en-US" sz="2000" dirty="0"/>
          </a:p>
        </p:txBody>
      </p:sp>
      <p:sp>
        <p:nvSpPr>
          <p:cNvPr id="9" name="Rectangle 8"/>
          <p:cNvSpPr/>
          <p:nvPr/>
        </p:nvSpPr>
        <p:spPr>
          <a:xfrm>
            <a:off x="3593895" y="2164710"/>
            <a:ext cx="5142755" cy="369332"/>
          </a:xfrm>
          <a:prstGeom prst="rect">
            <a:avLst/>
          </a:prstGeom>
        </p:spPr>
        <p:txBody>
          <a:bodyPr wrap="none">
            <a:spAutoFit/>
          </a:bodyPr>
          <a:lstStyle/>
          <a:p>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ضرایب همبستگی پیرسون بین هوش معنوی و اضطراب مرگ سالمندان</a:t>
            </a:r>
            <a:endParaRPr lang="en-US" dirty="0"/>
          </a:p>
        </p:txBody>
      </p:sp>
    </p:spTree>
    <p:extLst>
      <p:ext uri="{BB962C8B-B14F-4D97-AF65-F5344CB8AC3E}">
        <p14:creationId xmlns:p14="http://schemas.microsoft.com/office/powerpoint/2010/main" val="1902348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7" name="Rectangle 6"/>
          <p:cNvSpPr/>
          <p:nvPr/>
        </p:nvSpPr>
        <p:spPr>
          <a:xfrm>
            <a:off x="3075709"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نتایج و بحث</a:t>
            </a:r>
            <a:endParaRPr lang="en-US" sz="2000" dirty="0">
              <a:cs typeface="B Titr" panose="00000700000000000000" pitchFamily="2" charset="-78"/>
            </a:endParaRPr>
          </a:p>
        </p:txBody>
      </p:sp>
      <p:sp>
        <p:nvSpPr>
          <p:cNvPr id="8" name="Rectangle 7"/>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13</a:t>
            </a:r>
            <a:endParaRPr lang="en-US" dirty="0">
              <a:cs typeface="B Titr" panose="00000700000000000000" pitchFamily="2" charset="-78"/>
            </a:endParaRPr>
          </a:p>
        </p:txBody>
      </p:sp>
      <p:sp>
        <p:nvSpPr>
          <p:cNvPr id="2" name="Rectangle 1"/>
          <p:cNvSpPr/>
          <p:nvPr/>
        </p:nvSpPr>
        <p:spPr>
          <a:xfrm>
            <a:off x="9041764" y="986043"/>
            <a:ext cx="2127505" cy="400110"/>
          </a:xfrm>
          <a:prstGeom prst="rect">
            <a:avLst/>
          </a:prstGeom>
        </p:spPr>
        <p:txBody>
          <a:bodyPr wrap="none">
            <a:spAutoFit/>
          </a:bodyPr>
          <a:lstStyle/>
          <a:p>
            <a:r>
              <a:rPr lang="ar-SA" sz="2000" dirty="0">
                <a:latin typeface="Calibri" panose="020F0502020204030204" pitchFamily="34" charset="0"/>
                <a:ea typeface="Calibri" panose="020F0502020204030204" pitchFamily="34" charset="0"/>
                <a:cs typeface="B Titr" panose="00000700000000000000" pitchFamily="2" charset="-78"/>
              </a:rPr>
              <a:t>آزمون فرضیه </a:t>
            </a:r>
            <a:r>
              <a:rPr lang="ar-SA" sz="2000" dirty="0" smtClean="0">
                <a:latin typeface="Calibri" panose="020F0502020204030204" pitchFamily="34" charset="0"/>
                <a:ea typeface="Calibri" panose="020F0502020204030204" pitchFamily="34" charset="0"/>
                <a:cs typeface="B Titr" panose="00000700000000000000" pitchFamily="2" charset="-78"/>
              </a:rPr>
              <a:t>پژوهش</a:t>
            </a:r>
            <a:endParaRPr lang="en-US" sz="2000" dirty="0">
              <a:cs typeface="B Titr" panose="00000700000000000000" pitchFamily="2" charset="-78"/>
            </a:endParaRPr>
          </a:p>
        </p:txBody>
      </p:sp>
      <p:sp>
        <p:nvSpPr>
          <p:cNvPr id="3" name="Rectangle 2"/>
          <p:cNvSpPr/>
          <p:nvPr/>
        </p:nvSpPr>
        <p:spPr>
          <a:xfrm>
            <a:off x="1898073" y="1386153"/>
            <a:ext cx="9961418" cy="400110"/>
          </a:xfrm>
          <a:prstGeom prst="rect">
            <a:avLst/>
          </a:prstGeom>
        </p:spPr>
        <p:txBody>
          <a:bodyPr wrap="square">
            <a:spAutoFit/>
          </a:bodyPr>
          <a:lstStyle/>
          <a:p>
            <a:pPr algn="r" rtl="1"/>
            <a:r>
              <a:rPr lang="fa-IR" dirty="0">
                <a:solidFill>
                  <a:srgbClr val="000000"/>
                </a:solidFill>
                <a:latin typeface="Times New Roman" panose="02020603050405020304" pitchFamily="18" charset="0"/>
                <a:ea typeface="Times New Roman" panose="02020603050405020304" pitchFamily="18" charset="0"/>
                <a:cs typeface="B Titr" panose="00000700000000000000" pitchFamily="2" charset="-78"/>
              </a:rPr>
              <a:t>بررسی </a:t>
            </a:r>
            <a:r>
              <a:rPr lang="fa-IR" sz="2000" dirty="0">
                <a:solidFill>
                  <a:srgbClr val="000000"/>
                </a:solidFill>
                <a:latin typeface="Times New Roman" panose="02020603050405020304" pitchFamily="18" charset="0"/>
                <a:ea typeface="Times New Roman" panose="02020603050405020304" pitchFamily="18" charset="0"/>
                <a:cs typeface="B Titr" panose="00000700000000000000" pitchFamily="2" charset="-78"/>
              </a:rPr>
              <a:t>فرضیه</a:t>
            </a:r>
            <a:r>
              <a:rPr lang="fa-IR" dirty="0">
                <a:solidFill>
                  <a:srgbClr val="000000"/>
                </a:solidFill>
                <a:latin typeface="Times New Roman" panose="02020603050405020304" pitchFamily="18" charset="0"/>
                <a:ea typeface="Times New Roman" panose="02020603050405020304" pitchFamily="18" charset="0"/>
                <a:cs typeface="B Titr" panose="00000700000000000000" pitchFamily="2" charset="-78"/>
              </a:rPr>
              <a:t> فرعی دوم پژوهش: بین اضطراب سلامتی و اضطراب مرگ در سالمندان رابطه وجود دارد.</a:t>
            </a:r>
            <a:endParaRPr lang="en-US" dirty="0">
              <a:cs typeface="B Titr" panose="00000700000000000000" pitchFamily="2" charset="-78"/>
            </a:endParaRPr>
          </a:p>
        </p:txBody>
      </p:sp>
      <p:graphicFrame>
        <p:nvGraphicFramePr>
          <p:cNvPr id="4" name="Table 3"/>
          <p:cNvGraphicFramePr>
            <a:graphicFrameLocks noGrp="1"/>
          </p:cNvGraphicFramePr>
          <p:nvPr>
            <p:extLst>
              <p:ext uri="{D42A27DB-BD31-4B8C-83A1-F6EECF244321}">
                <p14:modId xmlns:p14="http://schemas.microsoft.com/office/powerpoint/2010/main" val="1970027577"/>
              </p:ext>
            </p:extLst>
          </p:nvPr>
        </p:nvGraphicFramePr>
        <p:xfrm>
          <a:off x="3401870" y="2801191"/>
          <a:ext cx="5949948" cy="1402080"/>
        </p:xfrm>
        <a:graphic>
          <a:graphicData uri="http://schemas.openxmlformats.org/drawingml/2006/table">
            <a:tbl>
              <a:tblPr rtl="1" firstRow="1" firstCol="1" bandRow="1">
                <a:tableStyleId>{EC56A574-FFAE-44B5-984D-0BB5ACFF0E28}</a:tableStyleId>
              </a:tblPr>
              <a:tblGrid>
                <a:gridCol w="1877804">
                  <a:extLst>
                    <a:ext uri="{9D8B030D-6E8A-4147-A177-3AD203B41FA5}">
                      <a16:colId xmlns:a16="http://schemas.microsoft.com/office/drawing/2014/main" xmlns="" val="582228148"/>
                    </a:ext>
                  </a:extLst>
                </a:gridCol>
                <a:gridCol w="1018631">
                  <a:extLst>
                    <a:ext uri="{9D8B030D-6E8A-4147-A177-3AD203B41FA5}">
                      <a16:colId xmlns:a16="http://schemas.microsoft.com/office/drawing/2014/main" xmlns="" val="865491373"/>
                    </a:ext>
                  </a:extLst>
                </a:gridCol>
                <a:gridCol w="1018631">
                  <a:extLst>
                    <a:ext uri="{9D8B030D-6E8A-4147-A177-3AD203B41FA5}">
                      <a16:colId xmlns:a16="http://schemas.microsoft.com/office/drawing/2014/main" xmlns="" val="3803454921"/>
                    </a:ext>
                  </a:extLst>
                </a:gridCol>
                <a:gridCol w="1018631">
                  <a:extLst>
                    <a:ext uri="{9D8B030D-6E8A-4147-A177-3AD203B41FA5}">
                      <a16:colId xmlns:a16="http://schemas.microsoft.com/office/drawing/2014/main" xmlns="" val="3109535342"/>
                    </a:ext>
                  </a:extLst>
                </a:gridCol>
                <a:gridCol w="1016251">
                  <a:extLst>
                    <a:ext uri="{9D8B030D-6E8A-4147-A177-3AD203B41FA5}">
                      <a16:colId xmlns:a16="http://schemas.microsoft.com/office/drawing/2014/main" xmlns="" val="1963155155"/>
                    </a:ext>
                  </a:extLst>
                </a:gridCol>
              </a:tblGrid>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متغیر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۳</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۴</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113453234"/>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احتمال ابتلا به بیماری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3388766758"/>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پیامدهای منفی بیماری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۰.۶۲**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 </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3486792070"/>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اضطراب سلامتی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۰.۸۸**</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۰.۹۱**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۰.۳۳**</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3209285153"/>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اضطراب مرگ</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۰.۴۹**</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۰.۵۵**</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۰.۳۳**</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4260146868"/>
                  </a:ext>
                </a:extLst>
              </a:tr>
            </a:tbl>
          </a:graphicData>
        </a:graphic>
      </p:graphicFrame>
      <p:sp>
        <p:nvSpPr>
          <p:cNvPr id="5" name="Rectangle 4"/>
          <p:cNvSpPr/>
          <p:nvPr/>
        </p:nvSpPr>
        <p:spPr>
          <a:xfrm>
            <a:off x="3603445" y="2295350"/>
            <a:ext cx="5871799" cy="410882"/>
          </a:xfrm>
          <a:prstGeom prst="rect">
            <a:avLst/>
          </a:prstGeom>
        </p:spPr>
        <p:txBody>
          <a:bodyPr wrap="none">
            <a:spAutoFit/>
          </a:bodyPr>
          <a:lstStyle/>
          <a:p>
            <a:pPr indent="252095" algn="ctr" rtl="1">
              <a:lnSpc>
                <a:spcPct val="115000"/>
              </a:lnSpc>
            </a:pPr>
            <a:r>
              <a:rPr lang="fa-IR" b="1"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ضرایب همبستگی پیرسون بین اضطراب سلامتی و اضطراب مرگ سالمندان</a:t>
            </a:r>
            <a:endParaRPr lang="en-US" b="1"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
        <p:nvSpPr>
          <p:cNvPr id="9" name="Rectangle 8"/>
          <p:cNvSpPr/>
          <p:nvPr/>
        </p:nvSpPr>
        <p:spPr>
          <a:xfrm>
            <a:off x="1028989" y="4556479"/>
            <a:ext cx="10695709" cy="1323439"/>
          </a:xfrm>
          <a:prstGeom prst="rect">
            <a:avLst/>
          </a:prstGeom>
        </p:spPr>
        <p:txBody>
          <a:bodyPr wrap="square">
            <a:spAutoFit/>
          </a:bodyPr>
          <a:lstStyle/>
          <a:p>
            <a:pPr algn="just" rtl="1"/>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جدول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نشان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می‌دهد اضطراب مرگ با احتمال ابتلا به بیماری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r>
              <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r=0.49</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پیامدهای منفی بیماری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r>
              <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r=0.55</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و نمره کل اضطراب سلامتی (</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r>
              <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r=0.33</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رابطه مثبت و معنادار دارد. یعنی هرچه فرد نگرانی بیشتری درباره سلامت خود داشته باشد، اضطراب مرگ او نیز بیشتر می‌شود. همبستگی بالای دو بعد اضطراب سلامتی با نمره کل (۰</a:t>
            </a:r>
            <a:r>
              <a:rPr lang="fa-IR" sz="2000" dirty="0">
                <a:solidFill>
                  <a:srgbClr val="000000"/>
                </a:solidFill>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۸۸ و ۰</a:t>
            </a:r>
            <a:r>
              <a:rPr lang="fa-IR" sz="2000" dirty="0">
                <a:solidFill>
                  <a:srgbClr val="000000"/>
                </a:solidFill>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۹۱) نشان‌دهنده همسانی درونی مقیاس است. فرضیه فرعی دوم تأیید می‌شود.</a:t>
            </a:r>
            <a:endParaRPr lang="en-US" sz="2000" dirty="0"/>
          </a:p>
        </p:txBody>
      </p:sp>
    </p:spTree>
    <p:extLst>
      <p:ext uri="{BB962C8B-B14F-4D97-AF65-F5344CB8AC3E}">
        <p14:creationId xmlns:p14="http://schemas.microsoft.com/office/powerpoint/2010/main" val="779279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7" name="Rectangle 6"/>
          <p:cNvSpPr/>
          <p:nvPr/>
        </p:nvSpPr>
        <p:spPr>
          <a:xfrm>
            <a:off x="3075709"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نتایج و بحث</a:t>
            </a:r>
            <a:endParaRPr lang="en-US" sz="2000" dirty="0">
              <a:cs typeface="B Titr" panose="00000700000000000000" pitchFamily="2" charset="-78"/>
            </a:endParaRPr>
          </a:p>
        </p:txBody>
      </p:sp>
      <p:sp>
        <p:nvSpPr>
          <p:cNvPr id="8" name="Rectangle 7"/>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14</a:t>
            </a:r>
            <a:endParaRPr lang="en-US" dirty="0">
              <a:cs typeface="B Titr" panose="00000700000000000000" pitchFamily="2" charset="-78"/>
            </a:endParaRPr>
          </a:p>
        </p:txBody>
      </p:sp>
      <p:sp>
        <p:nvSpPr>
          <p:cNvPr id="2" name="Rectangle 1"/>
          <p:cNvSpPr/>
          <p:nvPr/>
        </p:nvSpPr>
        <p:spPr>
          <a:xfrm>
            <a:off x="9041764" y="986043"/>
            <a:ext cx="2127505" cy="400110"/>
          </a:xfrm>
          <a:prstGeom prst="rect">
            <a:avLst/>
          </a:prstGeom>
        </p:spPr>
        <p:txBody>
          <a:bodyPr wrap="none">
            <a:spAutoFit/>
          </a:bodyPr>
          <a:lstStyle/>
          <a:p>
            <a:r>
              <a:rPr lang="ar-SA" sz="2000" dirty="0">
                <a:latin typeface="Calibri" panose="020F0502020204030204" pitchFamily="34" charset="0"/>
                <a:ea typeface="Calibri" panose="020F0502020204030204" pitchFamily="34" charset="0"/>
                <a:cs typeface="B Titr" panose="00000700000000000000" pitchFamily="2" charset="-78"/>
              </a:rPr>
              <a:t>آزمون فرضیه </a:t>
            </a:r>
            <a:r>
              <a:rPr lang="ar-SA" sz="2000" dirty="0" smtClean="0">
                <a:latin typeface="Calibri" panose="020F0502020204030204" pitchFamily="34" charset="0"/>
                <a:ea typeface="Calibri" panose="020F0502020204030204" pitchFamily="34" charset="0"/>
                <a:cs typeface="B Titr" panose="00000700000000000000" pitchFamily="2" charset="-78"/>
              </a:rPr>
              <a:t>پژوهش</a:t>
            </a:r>
            <a:endParaRPr lang="en-US" sz="2000" dirty="0">
              <a:cs typeface="B Titr" panose="00000700000000000000" pitchFamily="2" charset="-78"/>
            </a:endParaRPr>
          </a:p>
        </p:txBody>
      </p:sp>
      <p:sp>
        <p:nvSpPr>
          <p:cNvPr id="3" name="Rectangle 2"/>
          <p:cNvSpPr/>
          <p:nvPr/>
        </p:nvSpPr>
        <p:spPr>
          <a:xfrm>
            <a:off x="1648691" y="1629014"/>
            <a:ext cx="10141527" cy="369332"/>
          </a:xfrm>
          <a:prstGeom prst="rect">
            <a:avLst/>
          </a:prstGeom>
        </p:spPr>
        <p:txBody>
          <a:bodyPr wrap="square">
            <a:spAutoFit/>
          </a:bodyPr>
          <a:lstStyle/>
          <a:p>
            <a:pPr algn="r" rtl="1"/>
            <a:r>
              <a:rPr lang="fa-IR" dirty="0">
                <a:solidFill>
                  <a:srgbClr val="000000"/>
                </a:solidFill>
                <a:latin typeface="Times New Roman" panose="02020603050405020304" pitchFamily="18" charset="0"/>
                <a:ea typeface="Times New Roman" panose="02020603050405020304" pitchFamily="18" charset="0"/>
                <a:cs typeface="B Titr" panose="00000700000000000000" pitchFamily="2" charset="-78"/>
              </a:rPr>
              <a:t>بررسی فرضیه اصلی پژوهش: بین هوش معنوی و اضطراب سلامتی با اضطراب مرگ در سالمندان رابطه وجود دارد.</a:t>
            </a:r>
            <a:endParaRPr lang="en-US" dirty="0">
              <a:cs typeface="B Titr" panose="00000700000000000000" pitchFamily="2" charset="-78"/>
            </a:endParaRPr>
          </a:p>
        </p:txBody>
      </p:sp>
      <p:sp>
        <p:nvSpPr>
          <p:cNvPr id="4" name="Rectangle 3"/>
          <p:cNvSpPr/>
          <p:nvPr/>
        </p:nvSpPr>
        <p:spPr>
          <a:xfrm>
            <a:off x="845127" y="2091652"/>
            <a:ext cx="11194473" cy="1231106"/>
          </a:xfrm>
          <a:prstGeom prst="rect">
            <a:avLst/>
          </a:prstGeom>
        </p:spPr>
        <p:txBody>
          <a:bodyPr wrap="square">
            <a:spAutoFit/>
          </a:bodyPr>
          <a:lstStyle/>
          <a:p>
            <a:pPr indent="252095" algn="just" rtl="1">
              <a:lnSpc>
                <a:spcPct val="115000"/>
              </a:lnSpc>
              <a:spcAft>
                <a:spcPts val="600"/>
              </a:spcAft>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برای آزمون فرضیه اصلی از رگرسیون چندگانه گام‌به‌گام استفاده شد. </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15000"/>
              </a:lnSpc>
              <a:spcAft>
                <a:spcPts val="600"/>
              </a:spcAft>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شایان ذکر است با وجود معنادار نشدن آزمون کولموگروف</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اسمیرنف برای اضطراب مرگ، شاخص‌های کجی (۰</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۸۶) و کشیدگی (۱</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۱۴) در بازه قابل قبول قرار دارند و با توجه به حجم نمونه ۸۰ نفر و استواری رگرسیون در برابر انحراف خفیف، نتایج قابل اتکاست.</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graphicFrame>
        <p:nvGraphicFramePr>
          <p:cNvPr id="5" name="Table 4"/>
          <p:cNvGraphicFramePr>
            <a:graphicFrameLocks noGrp="1"/>
          </p:cNvGraphicFramePr>
          <p:nvPr>
            <p:extLst>
              <p:ext uri="{D42A27DB-BD31-4B8C-83A1-F6EECF244321}">
                <p14:modId xmlns:p14="http://schemas.microsoft.com/office/powerpoint/2010/main" val="3555603644"/>
              </p:ext>
            </p:extLst>
          </p:nvPr>
        </p:nvGraphicFramePr>
        <p:xfrm>
          <a:off x="1981200" y="4003225"/>
          <a:ext cx="8478983" cy="2558796"/>
        </p:xfrm>
        <a:graphic>
          <a:graphicData uri="http://schemas.openxmlformats.org/drawingml/2006/table">
            <a:tbl>
              <a:tblPr rtl="1" firstRow="1" firstCol="1" bandRow="1">
                <a:tableStyleId>{EC56A574-FFAE-44B5-984D-0BB5ACFF0E28}</a:tableStyleId>
              </a:tblPr>
              <a:tblGrid>
                <a:gridCol w="708842">
                  <a:extLst>
                    <a:ext uri="{9D8B030D-6E8A-4147-A177-3AD203B41FA5}">
                      <a16:colId xmlns:a16="http://schemas.microsoft.com/office/drawing/2014/main" xmlns="" val="351371877"/>
                    </a:ext>
                  </a:extLst>
                </a:gridCol>
                <a:gridCol w="1085310">
                  <a:extLst>
                    <a:ext uri="{9D8B030D-6E8A-4147-A177-3AD203B41FA5}">
                      <a16:colId xmlns:a16="http://schemas.microsoft.com/office/drawing/2014/main" xmlns="" val="1276871969"/>
                    </a:ext>
                  </a:extLst>
                </a:gridCol>
                <a:gridCol w="1005607">
                  <a:extLst>
                    <a:ext uri="{9D8B030D-6E8A-4147-A177-3AD203B41FA5}">
                      <a16:colId xmlns:a16="http://schemas.microsoft.com/office/drawing/2014/main" xmlns="" val="2320501564"/>
                    </a:ext>
                  </a:extLst>
                </a:gridCol>
                <a:gridCol w="841115">
                  <a:extLst>
                    <a:ext uri="{9D8B030D-6E8A-4147-A177-3AD203B41FA5}">
                      <a16:colId xmlns:a16="http://schemas.microsoft.com/office/drawing/2014/main" xmlns="" val="1861885705"/>
                    </a:ext>
                  </a:extLst>
                </a:gridCol>
                <a:gridCol w="1005607">
                  <a:extLst>
                    <a:ext uri="{9D8B030D-6E8A-4147-A177-3AD203B41FA5}">
                      <a16:colId xmlns:a16="http://schemas.microsoft.com/office/drawing/2014/main" xmlns="" val="2977381165"/>
                    </a:ext>
                  </a:extLst>
                </a:gridCol>
                <a:gridCol w="915730">
                  <a:extLst>
                    <a:ext uri="{9D8B030D-6E8A-4147-A177-3AD203B41FA5}">
                      <a16:colId xmlns:a16="http://schemas.microsoft.com/office/drawing/2014/main" xmlns="" val="2712995943"/>
                    </a:ext>
                  </a:extLst>
                </a:gridCol>
                <a:gridCol w="1051394">
                  <a:extLst>
                    <a:ext uri="{9D8B030D-6E8A-4147-A177-3AD203B41FA5}">
                      <a16:colId xmlns:a16="http://schemas.microsoft.com/office/drawing/2014/main" xmlns="" val="667173509"/>
                    </a:ext>
                  </a:extLst>
                </a:gridCol>
                <a:gridCol w="932689">
                  <a:extLst>
                    <a:ext uri="{9D8B030D-6E8A-4147-A177-3AD203B41FA5}">
                      <a16:colId xmlns:a16="http://schemas.microsoft.com/office/drawing/2014/main" xmlns="" val="3862048966"/>
                    </a:ext>
                  </a:extLst>
                </a:gridCol>
                <a:gridCol w="932689">
                  <a:extLst>
                    <a:ext uri="{9D8B030D-6E8A-4147-A177-3AD203B41FA5}">
                      <a16:colId xmlns:a16="http://schemas.microsoft.com/office/drawing/2014/main" xmlns="" val="1695295388"/>
                    </a:ext>
                  </a:extLst>
                </a:gridCol>
              </a:tblGrid>
              <a:tr h="981456">
                <a:tc>
                  <a:txBody>
                    <a:bodyPr/>
                    <a:lstStyle/>
                    <a:p>
                      <a:pPr marL="0" marR="0" indent="0" algn="ctr" rtl="1">
                        <a:lnSpc>
                          <a:spcPct val="115000"/>
                        </a:lnSpc>
                        <a:spcBef>
                          <a:spcPts val="0"/>
                        </a:spcBef>
                        <a:spcAft>
                          <a:spcPts val="0"/>
                        </a:spcAft>
                      </a:pPr>
                      <a:r>
                        <a:rPr lang="fa-IR" sz="1800">
                          <a:effectLst/>
                          <a:cs typeface="B Lotus" panose="00000400000000000000" pitchFamily="2" charset="-78"/>
                        </a:rPr>
                        <a:t>گام</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مدل</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dirty="0">
                          <a:effectLst/>
                          <a:cs typeface="B Lotus" panose="00000400000000000000" pitchFamily="2" charset="-78"/>
                        </a:rPr>
                        <a:t>مجموع مربعات</a:t>
                      </a:r>
                      <a:br>
                        <a:rPr lang="fa-IR" sz="1800" dirty="0">
                          <a:effectLst/>
                          <a:cs typeface="B Lotus" panose="00000400000000000000" pitchFamily="2" charset="-78"/>
                        </a:rPr>
                      </a:br>
                      <a:r>
                        <a:rPr lang="fa-IR" sz="1800" dirty="0">
                          <a:effectLst/>
                          <a:cs typeface="B Lotus" panose="00000400000000000000" pitchFamily="2" charset="-78"/>
                        </a:rPr>
                        <a:t>(SS)</a:t>
                      </a:r>
                      <a:endParaRPr lang="en-US" sz="18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درجه آزادی</a:t>
                      </a:r>
                      <a:br>
                        <a:rPr lang="fa-IR" sz="1800">
                          <a:effectLst/>
                          <a:cs typeface="B Lotus" panose="00000400000000000000" pitchFamily="2" charset="-78"/>
                        </a:rPr>
                      </a:br>
                      <a:r>
                        <a:rPr lang="fa-IR" sz="1800">
                          <a:effectLst/>
                          <a:cs typeface="B Lotus" panose="00000400000000000000" pitchFamily="2" charset="-78"/>
                        </a:rPr>
                        <a:t>(df)</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میانگین مربعات</a:t>
                      </a:r>
                      <a:br>
                        <a:rPr lang="fa-IR" sz="1800">
                          <a:effectLst/>
                          <a:cs typeface="B Lotus" panose="00000400000000000000" pitchFamily="2" charset="-78"/>
                        </a:rPr>
                      </a:br>
                      <a:r>
                        <a:rPr lang="fa-IR" sz="1800">
                          <a:effectLst/>
                          <a:cs typeface="B Lotus" panose="00000400000000000000" pitchFamily="2" charset="-78"/>
                        </a:rPr>
                        <a:t>(MS)</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آماره</a:t>
                      </a:r>
                      <a:br>
                        <a:rPr lang="fa-IR" sz="1800">
                          <a:effectLst/>
                          <a:cs typeface="B Lotus" panose="00000400000000000000" pitchFamily="2" charset="-78"/>
                        </a:rPr>
                      </a:br>
                      <a:r>
                        <a:rPr lang="fa-IR" sz="1800">
                          <a:effectLst/>
                          <a:cs typeface="B Lotus" panose="00000400000000000000" pitchFamily="2" charset="-78"/>
                        </a:rPr>
                        <a:t> F</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معناداری</a:t>
                      </a:r>
                      <a:br>
                        <a:rPr lang="fa-IR" sz="1800">
                          <a:effectLst/>
                          <a:cs typeface="B Lotus" panose="00000400000000000000" pitchFamily="2" charset="-78"/>
                        </a:rPr>
                      </a:br>
                      <a:r>
                        <a:rPr lang="fa-IR" sz="1800">
                          <a:effectLst/>
                          <a:cs typeface="B Lotus" panose="00000400000000000000" pitchFamily="2" charset="-78"/>
                        </a:rPr>
                        <a:t>(p)</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ضریب همبستگی</a:t>
                      </a:r>
                      <a:br>
                        <a:rPr lang="fa-IR" sz="1800">
                          <a:effectLst/>
                          <a:cs typeface="B Lotus" panose="00000400000000000000" pitchFamily="2" charset="-78"/>
                        </a:rPr>
                      </a:br>
                      <a:r>
                        <a:rPr lang="fa-IR" sz="1800">
                          <a:effectLst/>
                          <a:cs typeface="B Lotus" panose="00000400000000000000" pitchFamily="2" charset="-78"/>
                        </a:rPr>
                        <a:t>(R)</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ضریب تعیین</a:t>
                      </a:r>
                      <a:br>
                        <a:rPr lang="fa-IR" sz="1800">
                          <a:effectLst/>
                          <a:cs typeface="B Lotus" panose="00000400000000000000" pitchFamily="2" charset="-78"/>
                        </a:rPr>
                      </a:br>
                      <a:r>
                        <a:rPr lang="fa-IR" sz="1800">
                          <a:effectLst/>
                          <a:cs typeface="B Lotus" panose="00000400000000000000" pitchFamily="2" charset="-78"/>
                        </a:rPr>
                        <a:t>(R²)</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3697510012"/>
                  </a:ext>
                </a:extLst>
              </a:tr>
              <a:tr h="245364">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۱</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رگرسیون</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۱۳۰.۲۲</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۱</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۱۳۰.۲۲</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۲۵.۸۰</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۰.۰۰۱</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۰.۵۰</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۰.۲۵</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3800855011"/>
                  </a:ext>
                </a:extLst>
              </a:tr>
              <a:tr h="245364">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باقیمانده</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۳۹۳.۷۳</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۷۸</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۵.۰۵</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4034892238"/>
                  </a:ext>
                </a:extLst>
              </a:tr>
              <a:tr h="245364">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۲</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رگرسیون</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۱۸۵.۲۸</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۲</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۹۲.۶۴</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۲۱.۰۶</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۰.۰۰۱</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۰.۵۹</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۰.۳۵</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598774918"/>
                  </a:ext>
                </a:extLst>
              </a:tr>
              <a:tr h="245364">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باقیمانده</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۳۳۸.۶۷</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۷۷</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۴.۴۰</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448478620"/>
                  </a:ext>
                </a:extLst>
              </a:tr>
              <a:tr h="245364">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کل</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۵۲۳.۹۵</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۷۹</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a:effectLst/>
                          <a:cs typeface="B Lotus" panose="00000400000000000000" pitchFamily="2" charset="-78"/>
                        </a:rPr>
                        <a:t> </a:t>
                      </a:r>
                      <a:endParaRPr lang="en-US" sz="18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800" dirty="0">
                          <a:effectLst/>
                          <a:cs typeface="B Lotus" panose="00000400000000000000" pitchFamily="2" charset="-78"/>
                        </a:rPr>
                        <a:t> </a:t>
                      </a:r>
                      <a:endParaRPr lang="en-US" sz="18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870886879"/>
                  </a:ext>
                </a:extLst>
              </a:tr>
            </a:tbl>
          </a:graphicData>
        </a:graphic>
      </p:graphicFrame>
      <p:sp>
        <p:nvSpPr>
          <p:cNvPr id="9" name="Rectangle 8"/>
          <p:cNvSpPr/>
          <p:nvPr/>
        </p:nvSpPr>
        <p:spPr>
          <a:xfrm>
            <a:off x="3075626" y="3478325"/>
            <a:ext cx="6123792" cy="369332"/>
          </a:xfrm>
          <a:prstGeom prst="rect">
            <a:avLst/>
          </a:prstGeom>
        </p:spPr>
        <p:txBody>
          <a:bodyPr wrap="none">
            <a:spAutoFit/>
          </a:bodyPr>
          <a:lstStyle/>
          <a:p>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خلاصه مدل رگرسیون و مشخصه‌های رگرسیون اضطراب مرگ بر متغیرهای پیش بین</a:t>
            </a:r>
            <a:endParaRPr lang="en-US" dirty="0"/>
          </a:p>
        </p:txBody>
      </p:sp>
    </p:spTree>
    <p:extLst>
      <p:ext uri="{BB962C8B-B14F-4D97-AF65-F5344CB8AC3E}">
        <p14:creationId xmlns:p14="http://schemas.microsoft.com/office/powerpoint/2010/main" val="2031402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7" name="Rectangle 6"/>
          <p:cNvSpPr/>
          <p:nvPr/>
        </p:nvSpPr>
        <p:spPr>
          <a:xfrm>
            <a:off x="3075709"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نتایج و بحث</a:t>
            </a:r>
            <a:endParaRPr lang="en-US" sz="2000" dirty="0">
              <a:cs typeface="B Titr" panose="00000700000000000000" pitchFamily="2" charset="-78"/>
            </a:endParaRPr>
          </a:p>
        </p:txBody>
      </p:sp>
      <p:sp>
        <p:nvSpPr>
          <p:cNvPr id="8" name="Rectangle 7"/>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15</a:t>
            </a:r>
            <a:endParaRPr lang="en-US" dirty="0">
              <a:cs typeface="B Titr" panose="00000700000000000000" pitchFamily="2" charset="-78"/>
            </a:endParaRPr>
          </a:p>
        </p:txBody>
      </p:sp>
      <p:sp>
        <p:nvSpPr>
          <p:cNvPr id="2" name="Rectangle 1"/>
          <p:cNvSpPr/>
          <p:nvPr/>
        </p:nvSpPr>
        <p:spPr>
          <a:xfrm>
            <a:off x="9770663" y="867745"/>
            <a:ext cx="2127505" cy="400110"/>
          </a:xfrm>
          <a:prstGeom prst="rect">
            <a:avLst/>
          </a:prstGeom>
        </p:spPr>
        <p:txBody>
          <a:bodyPr wrap="none">
            <a:spAutoFit/>
          </a:bodyPr>
          <a:lstStyle/>
          <a:p>
            <a:r>
              <a:rPr lang="ar-SA" sz="2000" dirty="0">
                <a:latin typeface="Calibri" panose="020F0502020204030204" pitchFamily="34" charset="0"/>
                <a:ea typeface="Calibri" panose="020F0502020204030204" pitchFamily="34" charset="0"/>
                <a:cs typeface="B Titr" panose="00000700000000000000" pitchFamily="2" charset="-78"/>
              </a:rPr>
              <a:t>آزمون فرضیه </a:t>
            </a:r>
            <a:r>
              <a:rPr lang="ar-SA" sz="2000" dirty="0" smtClean="0">
                <a:latin typeface="Calibri" panose="020F0502020204030204" pitchFamily="34" charset="0"/>
                <a:ea typeface="Calibri" panose="020F0502020204030204" pitchFamily="34" charset="0"/>
                <a:cs typeface="B Titr" panose="00000700000000000000" pitchFamily="2" charset="-78"/>
              </a:rPr>
              <a:t>پژوهش</a:t>
            </a:r>
            <a:endParaRPr lang="en-US" sz="2000" dirty="0">
              <a:cs typeface="B Titr" panose="00000700000000000000" pitchFamily="2" charset="-78"/>
            </a:endParaRPr>
          </a:p>
        </p:txBody>
      </p:sp>
      <p:sp>
        <p:nvSpPr>
          <p:cNvPr id="10" name="Rectangle 9"/>
          <p:cNvSpPr/>
          <p:nvPr/>
        </p:nvSpPr>
        <p:spPr>
          <a:xfrm>
            <a:off x="2660073" y="1021438"/>
            <a:ext cx="6096000" cy="72943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indent="252095" algn="r" rtl="1">
              <a:lnSpc>
                <a:spcPct val="115000"/>
              </a:lnSpc>
            </a:pP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گام ۱: متغیر پیش‌بین هوش معنوی. گام ۲: هوش معنوی و اضطراب سلامتی.</a:t>
            </a:r>
            <a:endParaRPr lang="en-US"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r" rtl="1">
              <a:lnSpc>
                <a:spcPct val="115000"/>
              </a:lnSpc>
            </a:pP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گام ۲. متغیرهای پیش‌بین: هوش معنوی، اضطراب سلامتی</a:t>
            </a:r>
            <a:endParaRPr lang="en-US"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graphicFrame>
        <p:nvGraphicFramePr>
          <p:cNvPr id="11" name="Table 10"/>
          <p:cNvGraphicFramePr>
            <a:graphicFrameLocks noGrp="1"/>
          </p:cNvGraphicFramePr>
          <p:nvPr>
            <p:extLst>
              <p:ext uri="{D42A27DB-BD31-4B8C-83A1-F6EECF244321}">
                <p14:modId xmlns:p14="http://schemas.microsoft.com/office/powerpoint/2010/main" val="1412120168"/>
              </p:ext>
            </p:extLst>
          </p:nvPr>
        </p:nvGraphicFramePr>
        <p:xfrm>
          <a:off x="6636326" y="2781793"/>
          <a:ext cx="5482648" cy="1121664"/>
        </p:xfrm>
        <a:graphic>
          <a:graphicData uri="http://schemas.openxmlformats.org/drawingml/2006/table">
            <a:tbl>
              <a:tblPr rtl="1" firstRow="1" firstCol="1" bandRow="1">
                <a:tableStyleId>{EC56A574-FFAE-44B5-984D-0BB5ACFF0E28}</a:tableStyleId>
              </a:tblPr>
              <a:tblGrid>
                <a:gridCol w="396944">
                  <a:extLst>
                    <a:ext uri="{9D8B030D-6E8A-4147-A177-3AD203B41FA5}">
                      <a16:colId xmlns:a16="http://schemas.microsoft.com/office/drawing/2014/main" xmlns="" val="954719738"/>
                    </a:ext>
                  </a:extLst>
                </a:gridCol>
                <a:gridCol w="873921">
                  <a:extLst>
                    <a:ext uri="{9D8B030D-6E8A-4147-A177-3AD203B41FA5}">
                      <a16:colId xmlns:a16="http://schemas.microsoft.com/office/drawing/2014/main" xmlns="" val="1574641313"/>
                    </a:ext>
                  </a:extLst>
                </a:gridCol>
                <a:gridCol w="969818">
                  <a:extLst>
                    <a:ext uri="{9D8B030D-6E8A-4147-A177-3AD203B41FA5}">
                      <a16:colId xmlns:a16="http://schemas.microsoft.com/office/drawing/2014/main" xmlns="" val="2715088055"/>
                    </a:ext>
                  </a:extLst>
                </a:gridCol>
                <a:gridCol w="1260764">
                  <a:extLst>
                    <a:ext uri="{9D8B030D-6E8A-4147-A177-3AD203B41FA5}">
                      <a16:colId xmlns:a16="http://schemas.microsoft.com/office/drawing/2014/main" xmlns="" val="986272083"/>
                    </a:ext>
                  </a:extLst>
                </a:gridCol>
                <a:gridCol w="1136072">
                  <a:extLst>
                    <a:ext uri="{9D8B030D-6E8A-4147-A177-3AD203B41FA5}">
                      <a16:colId xmlns:a16="http://schemas.microsoft.com/office/drawing/2014/main" xmlns="" val="3354926882"/>
                    </a:ext>
                  </a:extLst>
                </a:gridCol>
                <a:gridCol w="845129">
                  <a:extLst>
                    <a:ext uri="{9D8B030D-6E8A-4147-A177-3AD203B41FA5}">
                      <a16:colId xmlns:a16="http://schemas.microsoft.com/office/drawing/2014/main" xmlns="" val="1397130065"/>
                    </a:ext>
                  </a:extLst>
                </a:gridCol>
              </a:tblGrid>
              <a:tr h="0">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گام</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ضریب </a:t>
                      </a:r>
                      <a:r>
                        <a:rPr lang="fa-IR" sz="1600" dirty="0" smtClean="0">
                          <a:effectLst/>
                          <a:cs typeface="B Lotus" panose="00000400000000000000" pitchFamily="2" charset="-78"/>
                        </a:rPr>
                        <a:t>همبستگی</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ضریب تعیین (R²)</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ضریب تعیین تعدیل‌شده (R²)</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خطای استاندارد برآورد</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دوربین–واتسون</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405319143"/>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۰.۵۰</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۰.۲۵</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۰.۲۴</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۲.۲۵</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extLst>
                  <a:ext uri="{0D108BD9-81ED-4DB2-BD59-A6C34878D82A}">
                    <a16:rowId xmlns:a16="http://schemas.microsoft.com/office/drawing/2014/main" xmlns="" val="1672027803"/>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۰.۵۹</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۰.۳۵</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۰.۳۴</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۲.۱۰</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۱.۹۳</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tc>
                <a:extLst>
                  <a:ext uri="{0D108BD9-81ED-4DB2-BD59-A6C34878D82A}">
                    <a16:rowId xmlns:a16="http://schemas.microsoft.com/office/drawing/2014/main" xmlns="" val="2726402951"/>
                  </a:ext>
                </a:extLst>
              </a:tr>
            </a:tbl>
          </a:graphicData>
        </a:graphic>
      </p:graphicFrame>
      <p:sp>
        <p:nvSpPr>
          <p:cNvPr id="12" name="Rectangle 11"/>
          <p:cNvSpPr/>
          <p:nvPr/>
        </p:nvSpPr>
        <p:spPr>
          <a:xfrm>
            <a:off x="7370793" y="2239878"/>
            <a:ext cx="2734723" cy="410882"/>
          </a:xfrm>
          <a:prstGeom prst="rect">
            <a:avLst/>
          </a:prstGeom>
        </p:spPr>
        <p:txBody>
          <a:bodyPr wrap="none">
            <a:spAutoFit/>
          </a:bodyPr>
          <a:lstStyle/>
          <a:p>
            <a:pPr indent="252095" algn="ctr" rtl="1">
              <a:lnSpc>
                <a:spcPct val="115000"/>
              </a:lnSpc>
            </a:pPr>
            <a:r>
              <a:rPr lang="fa-IR" b="1"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خلاصه مدل رگرسیون گام‌به‌گام</a:t>
            </a:r>
            <a:endParaRPr lang="en-US" b="1"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
        <p:nvSpPr>
          <p:cNvPr id="13" name="Rectangle 12"/>
          <p:cNvSpPr/>
          <p:nvPr/>
        </p:nvSpPr>
        <p:spPr>
          <a:xfrm>
            <a:off x="6636326" y="4348404"/>
            <a:ext cx="5555674" cy="1754326"/>
          </a:xfrm>
          <a:prstGeom prst="rect">
            <a:avLst/>
          </a:prstGeom>
        </p:spPr>
        <p:txBody>
          <a:bodyPr wrap="square">
            <a:spAutoFit/>
          </a:bodyPr>
          <a:lstStyle/>
          <a:p>
            <a:pPr algn="just" rtl="1"/>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جدول </a:t>
            </a:r>
            <a:r>
              <a:rPr lang="fa-IR"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نشان </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می‌دهد در گام اول هوش معنوی به تنهایی ۲۵</a:t>
            </a:r>
            <a:r>
              <a:rPr lang="fa-IR" dirty="0">
                <a:solidFill>
                  <a:srgbClr val="000000"/>
                </a:solidFill>
                <a:ea typeface="Times New Roman" panose="02020603050405020304" pitchFamily="18" charset="0"/>
                <a:cs typeface="Times New Roman" panose="02020603050405020304" pitchFamily="18" charset="0"/>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از واریانس اضطراب مرگ را تبیین می‌کند (‪R</a:t>
            </a:r>
            <a:r>
              <a:rPr lang="fa-IR" dirty="0">
                <a:solidFill>
                  <a:srgbClr val="000000"/>
                </a:solidFill>
                <a:ea typeface="Times New Roman" panose="02020603050405020304" pitchFamily="18" charset="0"/>
                <a:cs typeface="Times New Roman" panose="02020603050405020304" pitchFamily="18" charset="0"/>
              </a:rPr>
              <a:t>²</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 ۰</a:t>
            </a:r>
            <a:r>
              <a:rPr lang="fa-IR" dirty="0">
                <a:solidFill>
                  <a:srgbClr val="000000"/>
                </a:solidFill>
                <a:ea typeface="Times New Roman" panose="02020603050405020304" pitchFamily="18" charset="0"/>
                <a:cs typeface="Times New Roman" panose="02020603050405020304" pitchFamily="18" charset="0"/>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۲۵). با ورود اضطراب سلامتی در گام دوم، مقدار تبیین به ۳۵</a:t>
            </a:r>
            <a:r>
              <a:rPr lang="fa-IR" dirty="0">
                <a:solidFill>
                  <a:srgbClr val="000000"/>
                </a:solidFill>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می‌رسد (‪R</a:t>
            </a:r>
            <a:r>
              <a:rPr lang="fa-IR" dirty="0">
                <a:solidFill>
                  <a:srgbClr val="000000"/>
                </a:solidFill>
                <a:ea typeface="Times New Roman" panose="02020603050405020304" pitchFamily="18" charset="0"/>
                <a:cs typeface="Times New Roman" panose="02020603050405020304" pitchFamily="18" charset="0"/>
              </a:rPr>
              <a:t>²</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 ۰</a:t>
            </a:r>
            <a:r>
              <a:rPr lang="fa-IR" dirty="0">
                <a:solidFill>
                  <a:srgbClr val="000000"/>
                </a:solidFill>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۳۵). به زبان ساده، این دو متغیر با هم حدود یک‌سوم تفاوت‌های افراد در اضطراب مرگ را توضیح می‌دهند که برای پژوهش‌های انسانی مقدار قابل قبولی است. آماره F در هر دو گام معنادار است (‪p &lt; ۰</a:t>
            </a:r>
            <a:r>
              <a:rPr lang="fa-IR" dirty="0">
                <a:solidFill>
                  <a:srgbClr val="000000"/>
                </a:solidFill>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۰۰۱) یعنی مدل رگرسیون معنادار است.</a:t>
            </a:r>
            <a:endParaRPr lang="en-US" dirty="0"/>
          </a:p>
        </p:txBody>
      </p:sp>
      <p:graphicFrame>
        <p:nvGraphicFramePr>
          <p:cNvPr id="14" name="Table 13"/>
          <p:cNvGraphicFramePr>
            <a:graphicFrameLocks noGrp="1"/>
          </p:cNvGraphicFramePr>
          <p:nvPr>
            <p:extLst>
              <p:ext uri="{D42A27DB-BD31-4B8C-83A1-F6EECF244321}">
                <p14:modId xmlns:p14="http://schemas.microsoft.com/office/powerpoint/2010/main" val="3000745583"/>
              </p:ext>
            </p:extLst>
          </p:nvPr>
        </p:nvGraphicFramePr>
        <p:xfrm>
          <a:off x="182302" y="2445319"/>
          <a:ext cx="5828559" cy="1682496"/>
        </p:xfrm>
        <a:graphic>
          <a:graphicData uri="http://schemas.openxmlformats.org/drawingml/2006/table">
            <a:tbl>
              <a:tblPr rtl="1" firstRow="1" firstCol="1" bandRow="1">
                <a:tableStyleId>{EC56A574-FFAE-44B5-984D-0BB5ACFF0E28}</a:tableStyleId>
              </a:tblPr>
              <a:tblGrid>
                <a:gridCol w="1519827">
                  <a:extLst>
                    <a:ext uri="{9D8B030D-6E8A-4147-A177-3AD203B41FA5}">
                      <a16:colId xmlns:a16="http://schemas.microsoft.com/office/drawing/2014/main" xmlns="" val="3777265804"/>
                    </a:ext>
                  </a:extLst>
                </a:gridCol>
                <a:gridCol w="957076">
                  <a:extLst>
                    <a:ext uri="{9D8B030D-6E8A-4147-A177-3AD203B41FA5}">
                      <a16:colId xmlns:a16="http://schemas.microsoft.com/office/drawing/2014/main" xmlns="" val="819525122"/>
                    </a:ext>
                  </a:extLst>
                </a:gridCol>
                <a:gridCol w="1121237">
                  <a:extLst>
                    <a:ext uri="{9D8B030D-6E8A-4147-A177-3AD203B41FA5}">
                      <a16:colId xmlns:a16="http://schemas.microsoft.com/office/drawing/2014/main" xmlns="" val="179156383"/>
                    </a:ext>
                  </a:extLst>
                </a:gridCol>
                <a:gridCol w="726728">
                  <a:extLst>
                    <a:ext uri="{9D8B030D-6E8A-4147-A177-3AD203B41FA5}">
                      <a16:colId xmlns:a16="http://schemas.microsoft.com/office/drawing/2014/main" xmlns="" val="3886800550"/>
                    </a:ext>
                  </a:extLst>
                </a:gridCol>
                <a:gridCol w="736775">
                  <a:extLst>
                    <a:ext uri="{9D8B030D-6E8A-4147-A177-3AD203B41FA5}">
                      <a16:colId xmlns:a16="http://schemas.microsoft.com/office/drawing/2014/main" xmlns="" val="2825396183"/>
                    </a:ext>
                  </a:extLst>
                </a:gridCol>
                <a:gridCol w="766916">
                  <a:extLst>
                    <a:ext uri="{9D8B030D-6E8A-4147-A177-3AD203B41FA5}">
                      <a16:colId xmlns:a16="http://schemas.microsoft.com/office/drawing/2014/main" xmlns="" val="130844007"/>
                    </a:ext>
                  </a:extLst>
                </a:gridCol>
              </a:tblGrid>
              <a:tr h="0">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متغیرها             شاخص ها</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ضریب غیراستاندارد (B)</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خطای استاندارد (SE)</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ضریب استاندارد (β)</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آماره t</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معناداری (p)</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785602183"/>
                  </a:ext>
                </a:extLst>
              </a:tr>
              <a:tr h="0">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ثابت</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۹.۶۱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۱.۲۹</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۷.۴۴</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۰.۰۰۱</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271859753"/>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هوش معنوی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۰.۱۲-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۰.۰۲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۰.۴۹-</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۵.۳۹-</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۰.۰۰۱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201725202"/>
                  </a:ext>
                </a:extLst>
              </a:tr>
              <a:tr h="0">
                <a:tc>
                  <a:txBody>
                    <a:bodyPr/>
                    <a:lstStyle/>
                    <a:p>
                      <a:pPr marL="0" marR="0" indent="0" algn="ctr" rtl="1">
                        <a:lnSpc>
                          <a:spcPct val="115000"/>
                        </a:lnSpc>
                        <a:spcBef>
                          <a:spcPts val="0"/>
                        </a:spcBef>
                        <a:spcAft>
                          <a:spcPts val="0"/>
                        </a:spcAft>
                      </a:pPr>
                      <a:r>
                        <a:rPr lang="fa-IR" sz="1600">
                          <a:effectLst/>
                          <a:cs typeface="B Lotus" panose="00000400000000000000" pitchFamily="2" charset="-78"/>
                        </a:rPr>
                        <a:t>اضطراب سلامتی</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۰.۱۲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۰.۰۳</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۰.۳۲</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a:effectLst/>
                          <a:cs typeface="B Lotus" panose="00000400000000000000" pitchFamily="2" charset="-78"/>
                        </a:rPr>
                        <a:t>۳.۵۴</a:t>
                      </a:r>
                      <a:endParaRPr lang="en-US" sz="160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tc>
                  <a:txBody>
                    <a:bodyPr/>
                    <a:lstStyle/>
                    <a:p>
                      <a:pPr marL="0" marR="0" indent="0" algn="ctr" rtl="1">
                        <a:lnSpc>
                          <a:spcPct val="115000"/>
                        </a:lnSpc>
                        <a:spcBef>
                          <a:spcPts val="0"/>
                        </a:spcBef>
                        <a:spcAft>
                          <a:spcPts val="0"/>
                        </a:spcAft>
                      </a:pPr>
                      <a:r>
                        <a:rPr lang="fa-IR" sz="1600" dirty="0">
                          <a:effectLst/>
                          <a:cs typeface="B Lotus" panose="00000400000000000000" pitchFamily="2" charset="-78"/>
                        </a:rPr>
                        <a:t>۰.۰۰۱</a:t>
                      </a:r>
                      <a:endParaRPr lang="en-US" sz="1600" dirty="0">
                        <a:solidFill>
                          <a:srgbClr val="000000"/>
                        </a:solidFill>
                        <a:effectLst/>
                        <a:latin typeface="Times New Roman" panose="02020603050405020304" pitchFamily="18" charset="0"/>
                        <a:ea typeface="Times New Roman" panose="02020603050405020304" pitchFamily="18" charset="0"/>
                        <a:cs typeface="B Lotus" panose="00000400000000000000" pitchFamily="2" charset="-78"/>
                      </a:endParaRPr>
                    </a:p>
                  </a:txBody>
                  <a:tcPr marL="68580" marR="68580" marT="0" marB="0" anchor="ctr"/>
                </a:tc>
                <a:extLst>
                  <a:ext uri="{0D108BD9-81ED-4DB2-BD59-A6C34878D82A}">
                    <a16:rowId xmlns:a16="http://schemas.microsoft.com/office/drawing/2014/main" xmlns="" val="146198536"/>
                  </a:ext>
                </a:extLst>
              </a:tr>
            </a:tbl>
          </a:graphicData>
        </a:graphic>
      </p:graphicFrame>
      <p:sp>
        <p:nvSpPr>
          <p:cNvPr id="15" name="Rectangle 14"/>
          <p:cNvSpPr/>
          <p:nvPr/>
        </p:nvSpPr>
        <p:spPr>
          <a:xfrm>
            <a:off x="0" y="4223841"/>
            <a:ext cx="6096000" cy="2322174"/>
          </a:xfrm>
          <a:prstGeom prst="rect">
            <a:avLst/>
          </a:prstGeom>
        </p:spPr>
        <p:txBody>
          <a:bodyPr>
            <a:spAutoFit/>
          </a:bodyPr>
          <a:lstStyle/>
          <a:p>
            <a:pPr indent="252095" algn="just" rtl="1">
              <a:lnSpc>
                <a:spcPct val="115000"/>
              </a:lnSpc>
              <a:spcAft>
                <a:spcPts val="600"/>
              </a:spcAft>
            </a:pPr>
            <a:r>
              <a:rPr lang="fa-IR"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ضرایب </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رگرسیون را نشان می‌دهد. ضریب B غیراستاندارد نشان می‌دهد به ازای یک واحد افزایش در پیش‌بین، اضطراب مرگ چقدر تغییر می‌کند. ضریب </a:t>
            </a:r>
            <a:r>
              <a:rPr lang="fa-IR" dirty="0">
                <a:solidFill>
                  <a:srgbClr val="000000"/>
                </a:solidFill>
                <a:latin typeface="Times New Roman" panose="02020603050405020304" pitchFamily="18" charset="0"/>
                <a:ea typeface="Times New Roman" panose="02020603050405020304" pitchFamily="18" charset="0"/>
                <a:cs typeface="Cambria" panose="02040503050406030204" pitchFamily="18" charset="0"/>
              </a:rPr>
              <a:t>β</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استاندارد شده امکان مقایسه قدرت پیش‌بینی را می‌دهد. هوش معنوی اثر منفی و معنادار دارد (‪</a:t>
            </a:r>
            <a:r>
              <a:rPr lang="fa-IR"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β</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 ۰</a:t>
            </a:r>
            <a:r>
              <a:rPr lang="fa-IR"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۴۹-، ‪t = ۵</a:t>
            </a:r>
            <a:r>
              <a:rPr lang="fa-IR"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۳۹-، ‪p &lt; ۰</a:t>
            </a:r>
            <a:r>
              <a:rPr lang="fa-IR"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۰۰۱): با افزایش یک انحراف معیار هوش معنوی، اضطراب مرگ حدود نیم انحراف معیار کاهش می‌یابد. اضطراب سلامتی اثر مثبت و معنادار دارد (‪</a:t>
            </a:r>
            <a:r>
              <a:rPr lang="fa-IR"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β</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 ۰</a:t>
            </a:r>
            <a:r>
              <a:rPr lang="fa-IR"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۳۲، ‪t = ۳</a:t>
            </a:r>
            <a:r>
              <a:rPr lang="fa-IR"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۵۴، ‪p &lt; ۰</a:t>
            </a:r>
            <a:r>
              <a:rPr lang="fa-IR"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۰۰۱): افزایش اضطراب سلامتی با افزایش اضطراب مرگ همراه است. بنابراین فرضیه اصلی تأیید می‌شود.</a:t>
            </a:r>
            <a:endParaRPr lang="en-US"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
        <p:nvSpPr>
          <p:cNvPr id="16" name="Rectangle 15"/>
          <p:cNvSpPr/>
          <p:nvPr/>
        </p:nvSpPr>
        <p:spPr>
          <a:xfrm>
            <a:off x="533400" y="1964200"/>
            <a:ext cx="5477462" cy="410882"/>
          </a:xfrm>
          <a:prstGeom prst="rect">
            <a:avLst/>
          </a:prstGeom>
        </p:spPr>
        <p:txBody>
          <a:bodyPr wrap="none">
            <a:spAutoFit/>
          </a:bodyPr>
          <a:lstStyle/>
          <a:p>
            <a:pPr indent="252095" algn="ctr" rtl="1">
              <a:lnSpc>
                <a:spcPct val="115000"/>
              </a:lnSpc>
            </a:pPr>
            <a:r>
              <a:rPr lang="fa-IR" b="1"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ضرایب رگرسیون گام‌به‌گام اضطراب مرگ بر روی متغیرهای پیش بین</a:t>
            </a:r>
            <a:endParaRPr lang="en-US" b="1"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1026095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1AA23FF3-EF85-6991-089C-E72D33A383EB}"/>
              </a:ext>
            </a:extLst>
          </p:cNvPr>
          <p:cNvGrpSpPr/>
          <p:nvPr/>
        </p:nvGrpSpPr>
        <p:grpSpPr>
          <a:xfrm flipH="1">
            <a:off x="883032" y="1266093"/>
            <a:ext cx="10425937" cy="4382583"/>
            <a:chOff x="495690" y="1674891"/>
            <a:chExt cx="10857355" cy="4027782"/>
          </a:xfrm>
        </p:grpSpPr>
        <p:sp>
          <p:nvSpPr>
            <p:cNvPr id="3" name="Block Arc 2">
              <a:extLst>
                <a:ext uri="{FF2B5EF4-FFF2-40B4-BE49-F238E27FC236}">
                  <a16:creationId xmlns:a16="http://schemas.microsoft.com/office/drawing/2014/main" xmlns="" id="{BF3EC49F-F336-AACA-8465-237F32F42E18}"/>
                </a:ext>
              </a:extLst>
            </p:cNvPr>
            <p:cNvSpPr/>
            <p:nvPr/>
          </p:nvSpPr>
          <p:spPr>
            <a:xfrm>
              <a:off x="9302459" y="1674891"/>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4" name="Rectangle 3">
              <a:extLst>
                <a:ext uri="{FF2B5EF4-FFF2-40B4-BE49-F238E27FC236}">
                  <a16:creationId xmlns:a16="http://schemas.microsoft.com/office/drawing/2014/main" xmlns="" id="{18BE606C-114B-FD50-AF70-5C6023FC58EA}"/>
                </a:ext>
              </a:extLst>
            </p:cNvPr>
            <p:cNvSpPr/>
            <p:nvPr/>
          </p:nvSpPr>
          <p:spPr>
            <a:xfrm>
              <a:off x="1520983" y="1674891"/>
              <a:ext cx="879355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5" name="Rectangle 4">
              <a:extLst>
                <a:ext uri="{FF2B5EF4-FFF2-40B4-BE49-F238E27FC236}">
                  <a16:creationId xmlns:a16="http://schemas.microsoft.com/office/drawing/2014/main" xmlns="" id="{145C93D3-3BE5-8C98-66E7-5A1F08E0EE61}"/>
                </a:ext>
              </a:extLst>
            </p:cNvPr>
            <p:cNvSpPr/>
            <p:nvPr/>
          </p:nvSpPr>
          <p:spPr>
            <a:xfrm>
              <a:off x="1520983" y="3643996"/>
              <a:ext cx="8812839"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6" name="Rectangle 5">
              <a:extLst>
                <a:ext uri="{FF2B5EF4-FFF2-40B4-BE49-F238E27FC236}">
                  <a16:creationId xmlns:a16="http://schemas.microsoft.com/office/drawing/2014/main" xmlns="" id="{E2B5AF1A-0F43-D0A5-5C07-719657D454B0}"/>
                </a:ext>
              </a:extLst>
            </p:cNvPr>
            <p:cNvSpPr/>
            <p:nvPr/>
          </p:nvSpPr>
          <p:spPr>
            <a:xfrm>
              <a:off x="1520983" y="5621192"/>
              <a:ext cx="9052560" cy="81481"/>
            </a:xfrm>
            <a:prstGeom prst="rect">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7" name="Block Arc 6">
              <a:extLst>
                <a:ext uri="{FF2B5EF4-FFF2-40B4-BE49-F238E27FC236}">
                  <a16:creationId xmlns:a16="http://schemas.microsoft.com/office/drawing/2014/main" xmlns="" id="{5A8CDC66-C741-705C-AF5D-2C69B30E1D23}"/>
                </a:ext>
              </a:extLst>
            </p:cNvPr>
            <p:cNvSpPr/>
            <p:nvPr/>
          </p:nvSpPr>
          <p:spPr>
            <a:xfrm flipH="1">
              <a:off x="495690" y="3643995"/>
              <a:ext cx="2050586" cy="2050586"/>
            </a:xfrm>
            <a:prstGeom prst="blockArc">
              <a:avLst>
                <a:gd name="adj1" fmla="val 16132277"/>
                <a:gd name="adj2" fmla="val 5439486"/>
                <a:gd name="adj3" fmla="val 3979"/>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sp>
          <p:nvSpPr>
            <p:cNvPr id="8" name="Block Arc 7">
              <a:extLst>
                <a:ext uri="{FF2B5EF4-FFF2-40B4-BE49-F238E27FC236}">
                  <a16:creationId xmlns:a16="http://schemas.microsoft.com/office/drawing/2014/main" xmlns="" id="{CF3D43E5-1A1A-2EE6-A91F-74734FAF5768}"/>
                </a:ext>
              </a:extLst>
            </p:cNvPr>
            <p:cNvSpPr/>
            <p:nvPr/>
          </p:nvSpPr>
          <p:spPr>
            <a:xfrm>
              <a:off x="10354047" y="5261206"/>
              <a:ext cx="438991" cy="438991"/>
            </a:xfrm>
            <a:prstGeom prst="blockArc">
              <a:avLst>
                <a:gd name="adj1" fmla="val 228339"/>
                <a:gd name="adj2" fmla="val 5553148"/>
                <a:gd name="adj3" fmla="val 18207"/>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grpSp>
      <p:grpSp>
        <p:nvGrpSpPr>
          <p:cNvPr id="10" name="Group 9">
            <a:extLst>
              <a:ext uri="{FF2B5EF4-FFF2-40B4-BE49-F238E27FC236}">
                <a16:creationId xmlns:a16="http://schemas.microsoft.com/office/drawing/2014/main" xmlns="" id="{046B3647-C495-B137-90C8-D0D50BFF9388}"/>
              </a:ext>
            </a:extLst>
          </p:cNvPr>
          <p:cNvGrpSpPr/>
          <p:nvPr/>
        </p:nvGrpSpPr>
        <p:grpSpPr>
          <a:xfrm flipH="1">
            <a:off x="686762" y="3644220"/>
            <a:ext cx="1596435" cy="1807480"/>
            <a:chOff x="219453" y="2580615"/>
            <a:chExt cx="2625263" cy="2731686"/>
          </a:xfrm>
        </p:grpSpPr>
        <p:grpSp>
          <p:nvGrpSpPr>
            <p:cNvPr id="11" name="Group 10">
              <a:extLst>
                <a:ext uri="{FF2B5EF4-FFF2-40B4-BE49-F238E27FC236}">
                  <a16:creationId xmlns:a16="http://schemas.microsoft.com/office/drawing/2014/main" xmlns="" id="{B6F4A2E7-0A0A-DA5C-9066-66726552CDBA}"/>
                </a:ext>
              </a:extLst>
            </p:cNvPr>
            <p:cNvGrpSpPr/>
            <p:nvPr/>
          </p:nvGrpSpPr>
          <p:grpSpPr>
            <a:xfrm>
              <a:off x="885166" y="3186393"/>
              <a:ext cx="1319766" cy="2125908"/>
              <a:chOff x="7271291" y="1882249"/>
              <a:chExt cx="1537011" cy="2475850"/>
            </a:xfrm>
            <a:solidFill>
              <a:sysClr val="window" lastClr="FFFFFF"/>
            </a:solidFill>
          </p:grpSpPr>
          <p:sp>
            <p:nvSpPr>
              <p:cNvPr id="20" name="Freeform: Shape 19">
                <a:extLst>
                  <a:ext uri="{FF2B5EF4-FFF2-40B4-BE49-F238E27FC236}">
                    <a16:creationId xmlns:a16="http://schemas.microsoft.com/office/drawing/2014/main" xmlns="" id="{3D44C72C-D6CC-250A-8F13-C4011CFFC56D}"/>
                  </a:ext>
                </a:extLst>
              </p:cNvPr>
              <p:cNvSpPr/>
              <p:nvPr/>
            </p:nvSpPr>
            <p:spPr>
              <a:xfrm>
                <a:off x="7271291" y="1882249"/>
                <a:ext cx="1537011" cy="2475850"/>
              </a:xfrm>
              <a:custGeom>
                <a:avLst/>
                <a:gdLst>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69955 w 1537011"/>
                  <a:gd name="connsiteY16" fmla="*/ 2463220 h 2480745"/>
                  <a:gd name="connsiteX17" fmla="*/ 500911 w 1537011"/>
                  <a:gd name="connsiteY17" fmla="*/ 2459508 h 2480745"/>
                  <a:gd name="connsiteX18" fmla="*/ 447457 w 1537011"/>
                  <a:gd name="connsiteY18" fmla="*/ 2446887 h 2480745"/>
                  <a:gd name="connsiteX19" fmla="*/ 391775 w 1537011"/>
                  <a:gd name="connsiteY19" fmla="*/ 2352600 h 2480745"/>
                  <a:gd name="connsiteX20" fmla="*/ 470472 w 1537011"/>
                  <a:gd name="connsiteY20" fmla="*/ 2270192 h 2480745"/>
                  <a:gd name="connsiteX21" fmla="*/ 460819 w 1537011"/>
                  <a:gd name="connsiteY21" fmla="*/ 2117997 h 2480745"/>
                  <a:gd name="connsiteX22" fmla="*/ 417759 w 1537011"/>
                  <a:gd name="connsiteY22" fmla="*/ 2125420 h 2480745"/>
                  <a:gd name="connsiteX23" fmla="*/ 390290 w 1537011"/>
                  <a:gd name="connsiteY23" fmla="*/ 2156602 h 2480745"/>
                  <a:gd name="connsiteX24" fmla="*/ 414047 w 1537011"/>
                  <a:gd name="connsiteY24" fmla="*/ 2190753 h 2480745"/>
                  <a:gd name="connsiteX25" fmla="*/ 458592 w 1537011"/>
                  <a:gd name="connsiteY25" fmla="*/ 2201147 h 2480745"/>
                  <a:gd name="connsiteX26" fmla="*/ 763724 w 1537011"/>
                  <a:gd name="connsiteY26" fmla="*/ 2210798 h 2480745"/>
                  <a:gd name="connsiteX27" fmla="*/ 1054751 w 1537011"/>
                  <a:gd name="connsiteY27" fmla="*/ 2220450 h 2480745"/>
                  <a:gd name="connsiteX28" fmla="*/ 1106721 w 1537011"/>
                  <a:gd name="connsiteY28" fmla="*/ 2215253 h 2480745"/>
                  <a:gd name="connsiteX29" fmla="*/ 1136417 w 1537011"/>
                  <a:gd name="connsiteY29" fmla="*/ 2182586 h 2480745"/>
                  <a:gd name="connsiteX30" fmla="*/ 1110433 w 1537011"/>
                  <a:gd name="connsiteY30" fmla="*/ 2146950 h 2480745"/>
                  <a:gd name="connsiteX31" fmla="*/ 1045100 w 1537011"/>
                  <a:gd name="connsiteY31" fmla="*/ 2136557 h 2480745"/>
                  <a:gd name="connsiteX32" fmla="*/ 460819 w 1537011"/>
                  <a:gd name="connsiteY32" fmla="*/ 2117997 h 2480745"/>
                  <a:gd name="connsiteX33" fmla="*/ 425926 w 1537011"/>
                  <a:gd name="connsiteY33" fmla="*/ 2063800 h 2480745"/>
                  <a:gd name="connsiteX34" fmla="*/ 465274 w 1537011"/>
                  <a:gd name="connsiteY34" fmla="*/ 2065285 h 2480745"/>
                  <a:gd name="connsiteX35" fmla="*/ 506849 w 1537011"/>
                  <a:gd name="connsiteY35" fmla="*/ 2066770 h 2480745"/>
                  <a:gd name="connsiteX36" fmla="*/ 526151 w 1537011"/>
                  <a:gd name="connsiteY36" fmla="*/ 2066770 h 2480745"/>
                  <a:gd name="connsiteX37" fmla="*/ 1096326 w 1537011"/>
                  <a:gd name="connsiteY37" fmla="*/ 2083845 h 2480745"/>
                  <a:gd name="connsiteX38" fmla="*/ 1137159 w 1537011"/>
                  <a:gd name="connsiteY38" fmla="*/ 2097209 h 2480745"/>
                  <a:gd name="connsiteX39" fmla="*/ 1192840 w 1537011"/>
                  <a:gd name="connsiteY39" fmla="*/ 2187041 h 2480745"/>
                  <a:gd name="connsiteX40" fmla="*/ 1128251 w 1537011"/>
                  <a:gd name="connsiteY40" fmla="*/ 2267964 h 2480745"/>
                  <a:gd name="connsiteX41" fmla="*/ 1097811 w 1537011"/>
                  <a:gd name="connsiteY41" fmla="*/ 2276131 h 2480745"/>
                  <a:gd name="connsiteX42" fmla="*/ 443001 w 1537011"/>
                  <a:gd name="connsiteY42" fmla="*/ 2256828 h 2480745"/>
                  <a:gd name="connsiteX43" fmla="*/ 338320 w 1537011"/>
                  <a:gd name="connsiteY43" fmla="*/ 2126163 h 2480745"/>
                  <a:gd name="connsiteX44" fmla="*/ 425926 w 1537011"/>
                  <a:gd name="connsiteY44" fmla="*/ 2063800 h 2480745"/>
                  <a:gd name="connsiteX45" fmla="*/ 446713 w 1537011"/>
                  <a:gd name="connsiteY45" fmla="*/ 1916802 h 2480745"/>
                  <a:gd name="connsiteX46" fmla="*/ 390289 w 1537011"/>
                  <a:gd name="connsiteY46" fmla="*/ 1927939 h 2480745"/>
                  <a:gd name="connsiteX47" fmla="*/ 388062 w 1537011"/>
                  <a:gd name="connsiteY47" fmla="*/ 1982877 h 2480745"/>
                  <a:gd name="connsiteX48" fmla="*/ 440773 w 1537011"/>
                  <a:gd name="connsiteY48" fmla="*/ 1996983 h 2480745"/>
                  <a:gd name="connsiteX49" fmla="*/ 1098555 w 1537011"/>
                  <a:gd name="connsiteY49" fmla="*/ 2018513 h 2480745"/>
                  <a:gd name="connsiteX50" fmla="*/ 1149038 w 1537011"/>
                  <a:gd name="connsiteY50" fmla="*/ 2008119 h 2480745"/>
                  <a:gd name="connsiteX51" fmla="*/ 1151266 w 1537011"/>
                  <a:gd name="connsiteY51" fmla="*/ 1952438 h 2480745"/>
                  <a:gd name="connsiteX52" fmla="*/ 1098555 w 1537011"/>
                  <a:gd name="connsiteY52" fmla="*/ 1937590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65995 w 1537011"/>
                  <a:gd name="connsiteY15" fmla="*/ 2480745 h 2480745"/>
                  <a:gd name="connsiteX16" fmla="*/ 500911 w 1537011"/>
                  <a:gd name="connsiteY16" fmla="*/ 2459508 h 2480745"/>
                  <a:gd name="connsiteX17" fmla="*/ 447457 w 1537011"/>
                  <a:gd name="connsiteY17" fmla="*/ 2446887 h 2480745"/>
                  <a:gd name="connsiteX18" fmla="*/ 391775 w 1537011"/>
                  <a:gd name="connsiteY18" fmla="*/ 2352600 h 2480745"/>
                  <a:gd name="connsiteX19" fmla="*/ 470472 w 1537011"/>
                  <a:gd name="connsiteY19" fmla="*/ 2270192 h 2480745"/>
                  <a:gd name="connsiteX20" fmla="*/ 460819 w 1537011"/>
                  <a:gd name="connsiteY20" fmla="*/ 2117997 h 2480745"/>
                  <a:gd name="connsiteX21" fmla="*/ 417759 w 1537011"/>
                  <a:gd name="connsiteY21" fmla="*/ 2125420 h 2480745"/>
                  <a:gd name="connsiteX22" fmla="*/ 390290 w 1537011"/>
                  <a:gd name="connsiteY22" fmla="*/ 2156602 h 2480745"/>
                  <a:gd name="connsiteX23" fmla="*/ 414047 w 1537011"/>
                  <a:gd name="connsiteY23" fmla="*/ 2190753 h 2480745"/>
                  <a:gd name="connsiteX24" fmla="*/ 458592 w 1537011"/>
                  <a:gd name="connsiteY24" fmla="*/ 2201147 h 2480745"/>
                  <a:gd name="connsiteX25" fmla="*/ 763724 w 1537011"/>
                  <a:gd name="connsiteY25" fmla="*/ 2210798 h 2480745"/>
                  <a:gd name="connsiteX26" fmla="*/ 1054751 w 1537011"/>
                  <a:gd name="connsiteY26" fmla="*/ 2220450 h 2480745"/>
                  <a:gd name="connsiteX27" fmla="*/ 1106721 w 1537011"/>
                  <a:gd name="connsiteY27" fmla="*/ 2215253 h 2480745"/>
                  <a:gd name="connsiteX28" fmla="*/ 1136417 w 1537011"/>
                  <a:gd name="connsiteY28" fmla="*/ 2182586 h 2480745"/>
                  <a:gd name="connsiteX29" fmla="*/ 1110433 w 1537011"/>
                  <a:gd name="connsiteY29" fmla="*/ 2146950 h 2480745"/>
                  <a:gd name="connsiteX30" fmla="*/ 1045100 w 1537011"/>
                  <a:gd name="connsiteY30" fmla="*/ 2136557 h 2480745"/>
                  <a:gd name="connsiteX31" fmla="*/ 460819 w 1537011"/>
                  <a:gd name="connsiteY31" fmla="*/ 2117997 h 2480745"/>
                  <a:gd name="connsiteX32" fmla="*/ 425926 w 1537011"/>
                  <a:gd name="connsiteY32" fmla="*/ 2063800 h 2480745"/>
                  <a:gd name="connsiteX33" fmla="*/ 465274 w 1537011"/>
                  <a:gd name="connsiteY33" fmla="*/ 2065285 h 2480745"/>
                  <a:gd name="connsiteX34" fmla="*/ 506849 w 1537011"/>
                  <a:gd name="connsiteY34" fmla="*/ 2066770 h 2480745"/>
                  <a:gd name="connsiteX35" fmla="*/ 526151 w 1537011"/>
                  <a:gd name="connsiteY35" fmla="*/ 2066770 h 2480745"/>
                  <a:gd name="connsiteX36" fmla="*/ 1096326 w 1537011"/>
                  <a:gd name="connsiteY36" fmla="*/ 2083845 h 2480745"/>
                  <a:gd name="connsiteX37" fmla="*/ 1137159 w 1537011"/>
                  <a:gd name="connsiteY37" fmla="*/ 2097209 h 2480745"/>
                  <a:gd name="connsiteX38" fmla="*/ 1192840 w 1537011"/>
                  <a:gd name="connsiteY38" fmla="*/ 2187041 h 2480745"/>
                  <a:gd name="connsiteX39" fmla="*/ 1128251 w 1537011"/>
                  <a:gd name="connsiteY39" fmla="*/ 2267964 h 2480745"/>
                  <a:gd name="connsiteX40" fmla="*/ 1097811 w 1537011"/>
                  <a:gd name="connsiteY40" fmla="*/ 2276131 h 2480745"/>
                  <a:gd name="connsiteX41" fmla="*/ 443001 w 1537011"/>
                  <a:gd name="connsiteY41" fmla="*/ 2256828 h 2480745"/>
                  <a:gd name="connsiteX42" fmla="*/ 338320 w 1537011"/>
                  <a:gd name="connsiteY42" fmla="*/ 2126163 h 2480745"/>
                  <a:gd name="connsiteX43" fmla="*/ 425926 w 1537011"/>
                  <a:gd name="connsiteY43" fmla="*/ 2063800 h 2480745"/>
                  <a:gd name="connsiteX44" fmla="*/ 446713 w 1537011"/>
                  <a:gd name="connsiteY44" fmla="*/ 1916802 h 2480745"/>
                  <a:gd name="connsiteX45" fmla="*/ 390289 w 1537011"/>
                  <a:gd name="connsiteY45" fmla="*/ 1927939 h 2480745"/>
                  <a:gd name="connsiteX46" fmla="*/ 388062 w 1537011"/>
                  <a:gd name="connsiteY46" fmla="*/ 1982877 h 2480745"/>
                  <a:gd name="connsiteX47" fmla="*/ 440773 w 1537011"/>
                  <a:gd name="connsiteY47" fmla="*/ 1996983 h 2480745"/>
                  <a:gd name="connsiteX48" fmla="*/ 1098555 w 1537011"/>
                  <a:gd name="connsiteY48" fmla="*/ 2018513 h 2480745"/>
                  <a:gd name="connsiteX49" fmla="*/ 1149038 w 1537011"/>
                  <a:gd name="connsiteY49" fmla="*/ 2008119 h 2480745"/>
                  <a:gd name="connsiteX50" fmla="*/ 1151266 w 1537011"/>
                  <a:gd name="connsiteY50" fmla="*/ 1952438 h 2480745"/>
                  <a:gd name="connsiteX51" fmla="*/ 1098555 w 1537011"/>
                  <a:gd name="connsiteY51" fmla="*/ 1937590 h 2480745"/>
                  <a:gd name="connsiteX52" fmla="*/ 446713 w 1537011"/>
                  <a:gd name="connsiteY52" fmla="*/ 1916802 h 2480745"/>
                  <a:gd name="connsiteX53" fmla="*/ 523923 w 1537011"/>
                  <a:gd name="connsiteY53" fmla="*/ 192914 h 2480745"/>
                  <a:gd name="connsiteX54" fmla="*/ 408107 w 1537011"/>
                  <a:gd name="connsiteY54" fmla="*/ 273095 h 2480745"/>
                  <a:gd name="connsiteX55" fmla="*/ 183898 w 1537011"/>
                  <a:gd name="connsiteY55" fmla="*/ 552985 h 2480745"/>
                  <a:gd name="connsiteX56" fmla="*/ 150488 w 1537011"/>
                  <a:gd name="connsiteY56" fmla="*/ 820997 h 2480745"/>
                  <a:gd name="connsiteX57" fmla="*/ 244033 w 1537011"/>
                  <a:gd name="connsiteY57" fmla="*/ 1149145 h 2480745"/>
                  <a:gd name="connsiteX58" fmla="*/ 242548 w 1537011"/>
                  <a:gd name="connsiteY58" fmla="*/ 1156569 h 2480745"/>
                  <a:gd name="connsiteX59" fmla="*/ 154200 w 1537011"/>
                  <a:gd name="connsiteY59" fmla="*/ 950920 h 2480745"/>
                  <a:gd name="connsiteX60" fmla="*/ 131186 w 1537011"/>
                  <a:gd name="connsiteY60" fmla="*/ 648757 h 2480745"/>
                  <a:gd name="connsiteX61" fmla="*/ 215821 w 1537011"/>
                  <a:gd name="connsiteY61" fmla="*/ 443851 h 2480745"/>
                  <a:gd name="connsiteX62" fmla="*/ 500165 w 1537011"/>
                  <a:gd name="connsiteY62" fmla="*/ 201081 h 2480745"/>
                  <a:gd name="connsiteX63" fmla="*/ 523923 w 1537011"/>
                  <a:gd name="connsiteY63" fmla="*/ 192914 h 2480745"/>
                  <a:gd name="connsiteX64" fmla="*/ 800630 w 1537011"/>
                  <a:gd name="connsiteY64" fmla="*/ 46764 h 2480745"/>
                  <a:gd name="connsiteX65" fmla="*/ 713588 w 1537011"/>
                  <a:gd name="connsiteY65" fmla="*/ 47343 h 2480745"/>
                  <a:gd name="connsiteX66" fmla="*/ 595938 w 1537011"/>
                  <a:gd name="connsiteY66" fmla="*/ 67446 h 2480745"/>
                  <a:gd name="connsiteX67" fmla="*/ 175732 w 1537011"/>
                  <a:gd name="connsiteY67" fmla="*/ 344366 h 2480745"/>
                  <a:gd name="connsiteX68" fmla="*/ 49521 w 1537011"/>
                  <a:gd name="connsiteY68" fmla="*/ 655438 h 2480745"/>
                  <a:gd name="connsiteX69" fmla="*/ 137126 w 1537011"/>
                  <a:gd name="connsiteY69" fmla="*/ 1109796 h 2480745"/>
                  <a:gd name="connsiteX70" fmla="*/ 310109 w 1537011"/>
                  <a:gd name="connsiteY70" fmla="*/ 1387460 h 2480745"/>
                  <a:gd name="connsiteX71" fmla="*/ 440773 w 1537011"/>
                  <a:gd name="connsiteY71" fmla="*/ 1695562 h 2480745"/>
                  <a:gd name="connsiteX72" fmla="*/ 460819 w 1537011"/>
                  <a:gd name="connsiteY72" fmla="*/ 1792076 h 2480745"/>
                  <a:gd name="connsiteX73" fmla="*/ 492743 w 1537011"/>
                  <a:gd name="connsiteY73" fmla="*/ 1817318 h 2480745"/>
                  <a:gd name="connsiteX74" fmla="*/ 1065146 w 1537011"/>
                  <a:gd name="connsiteY74" fmla="*/ 1836621 h 2480745"/>
                  <a:gd name="connsiteX75" fmla="*/ 1089645 w 1537011"/>
                  <a:gd name="connsiteY75" fmla="*/ 1818803 h 2480745"/>
                  <a:gd name="connsiteX76" fmla="*/ 1116372 w 1537011"/>
                  <a:gd name="connsiteY76" fmla="*/ 1688138 h 2480745"/>
                  <a:gd name="connsiteX77" fmla="*/ 1268567 w 1537011"/>
                  <a:gd name="connsiteY77" fmla="*/ 1319900 h 2480745"/>
                  <a:gd name="connsiteX78" fmla="*/ 1376960 w 1537011"/>
                  <a:gd name="connsiteY78" fmla="*/ 1166220 h 2480745"/>
                  <a:gd name="connsiteX79" fmla="*/ 1468276 w 1537011"/>
                  <a:gd name="connsiteY79" fmla="*/ 916026 h 2480745"/>
                  <a:gd name="connsiteX80" fmla="*/ 1468276 w 1537011"/>
                  <a:gd name="connsiteY80" fmla="*/ 599015 h 2480745"/>
                  <a:gd name="connsiteX81" fmla="*/ 1056236 w 1537011"/>
                  <a:gd name="connsiteY81" fmla="*/ 110506 h 2480745"/>
                  <a:gd name="connsiteX82" fmla="*/ 800630 w 1537011"/>
                  <a:gd name="connsiteY82" fmla="*/ 46764 h 2480745"/>
                  <a:gd name="connsiteX83" fmla="*/ 794163 w 1537011"/>
                  <a:gd name="connsiteY83" fmla="*/ 814 h 2480745"/>
                  <a:gd name="connsiteX84" fmla="*/ 1036191 w 1537011"/>
                  <a:gd name="connsiteY84" fmla="*/ 52598 h 2480745"/>
                  <a:gd name="connsiteX85" fmla="*/ 1503912 w 1537011"/>
                  <a:gd name="connsiteY85" fmla="*/ 551500 h 2480745"/>
                  <a:gd name="connsiteX86" fmla="*/ 1518761 w 1537011"/>
                  <a:gd name="connsiteY86" fmla="*/ 910830 h 2480745"/>
                  <a:gd name="connsiteX87" fmla="*/ 1377702 w 1537011"/>
                  <a:gd name="connsiteY87" fmla="*/ 1250855 h 2480745"/>
                  <a:gd name="connsiteX88" fmla="*/ 1264855 w 1537011"/>
                  <a:gd name="connsiteY88" fmla="*/ 1406020 h 2480745"/>
                  <a:gd name="connsiteX89" fmla="*/ 1163144 w 1537011"/>
                  <a:gd name="connsiteY89" fmla="*/ 1694078 h 2480745"/>
                  <a:gd name="connsiteX90" fmla="*/ 1115630 w 1537011"/>
                  <a:gd name="connsiteY90" fmla="*/ 1876711 h 2480745"/>
                  <a:gd name="connsiteX91" fmla="*/ 1149781 w 1537011"/>
                  <a:gd name="connsiteY91" fmla="*/ 1887848 h 2480745"/>
                  <a:gd name="connsiteX92" fmla="*/ 1229961 w 1537011"/>
                  <a:gd name="connsiteY92" fmla="*/ 1991044 h 2480745"/>
                  <a:gd name="connsiteX93" fmla="*/ 1126023 w 1537011"/>
                  <a:gd name="connsiteY93" fmla="*/ 2077164 h 2480745"/>
                  <a:gd name="connsiteX94" fmla="*/ 1100038 w 1537011"/>
                  <a:gd name="connsiteY94" fmla="*/ 2077906 h 2480745"/>
                  <a:gd name="connsiteX95" fmla="*/ 423698 w 1537011"/>
                  <a:gd name="connsiteY95" fmla="*/ 2054891 h 2480745"/>
                  <a:gd name="connsiteX96" fmla="*/ 368017 w 1537011"/>
                  <a:gd name="connsiteY96" fmla="*/ 2039300 h 2480745"/>
                  <a:gd name="connsiteX97" fmla="*/ 311594 w 1537011"/>
                  <a:gd name="connsiteY97" fmla="*/ 1951695 h 2480745"/>
                  <a:gd name="connsiteX98" fmla="*/ 382123 w 1537011"/>
                  <a:gd name="connsiteY98" fmla="*/ 1867803 h 2480745"/>
                  <a:gd name="connsiteX99" fmla="*/ 434092 w 1537011"/>
                  <a:gd name="connsiteY99" fmla="*/ 1854439 h 2480745"/>
                  <a:gd name="connsiteX100" fmla="*/ 387320 w 1537011"/>
                  <a:gd name="connsiteY100" fmla="*/ 1655472 h 2480745"/>
                  <a:gd name="connsiteX101" fmla="*/ 301199 w 1537011"/>
                  <a:gd name="connsiteY101" fmla="*/ 1459474 h 2480745"/>
                  <a:gd name="connsiteX102" fmla="*/ 137869 w 1537011"/>
                  <a:gd name="connsiteY102" fmla="*/ 1212992 h 2480745"/>
                  <a:gd name="connsiteX103" fmla="*/ 2748 w 1537011"/>
                  <a:gd name="connsiteY103" fmla="*/ 664348 h 2480745"/>
                  <a:gd name="connsiteX104" fmla="*/ 145292 w 1537011"/>
                  <a:gd name="connsiteY104" fmla="*/ 308730 h 2480745"/>
                  <a:gd name="connsiteX105" fmla="*/ 549909 w 1537011"/>
                  <a:gd name="connsiteY105" fmla="*/ 32552 h 2480745"/>
                  <a:gd name="connsiteX106" fmla="*/ 794163 w 1537011"/>
                  <a:gd name="connsiteY106" fmla="*/ 814 h 2480745"/>
                  <a:gd name="connsiteX0" fmla="*/ 503138 w 1537011"/>
                  <a:gd name="connsiteY0" fmla="*/ 2319191 h 2480745"/>
                  <a:gd name="connsiteX1" fmla="*/ 443744 w 1537011"/>
                  <a:gd name="connsiteY1" fmla="*/ 2360024 h 2480745"/>
                  <a:gd name="connsiteX2" fmla="*/ 501653 w 1537011"/>
                  <a:gd name="connsiteY2" fmla="*/ 2403827 h 2480745"/>
                  <a:gd name="connsiteX3" fmla="*/ 1051782 w 1537011"/>
                  <a:gd name="connsiteY3" fmla="*/ 2420160 h 2480745"/>
                  <a:gd name="connsiteX4" fmla="*/ 1097070 w 1537011"/>
                  <a:gd name="connsiteY4" fmla="*/ 2383040 h 2480745"/>
                  <a:gd name="connsiteX5" fmla="*/ 1058465 w 1537011"/>
                  <a:gd name="connsiteY5" fmla="*/ 2339237 h 2480745"/>
                  <a:gd name="connsiteX6" fmla="*/ 503138 w 1537011"/>
                  <a:gd name="connsiteY6" fmla="*/ 2319191 h 2480745"/>
                  <a:gd name="connsiteX7" fmla="*/ 470472 w 1537011"/>
                  <a:gd name="connsiteY7" fmla="*/ 2270192 h 2480745"/>
                  <a:gd name="connsiteX8" fmla="*/ 525411 w 1537011"/>
                  <a:gd name="connsiteY8" fmla="*/ 2270192 h 2480745"/>
                  <a:gd name="connsiteX9" fmla="*/ 1067374 w 1537011"/>
                  <a:gd name="connsiteY9" fmla="*/ 2287268 h 2480745"/>
                  <a:gd name="connsiteX10" fmla="*/ 1152751 w 1537011"/>
                  <a:gd name="connsiteY10" fmla="*/ 2388236 h 2480745"/>
                  <a:gd name="connsiteX11" fmla="*/ 1054010 w 1537011"/>
                  <a:gd name="connsiteY11" fmla="*/ 2475841 h 2480745"/>
                  <a:gd name="connsiteX12" fmla="*/ 643455 w 1537011"/>
                  <a:gd name="connsiteY12" fmla="*/ 2463963 h 2480745"/>
                  <a:gd name="connsiteX13" fmla="*/ 608445 w 1537011"/>
                  <a:gd name="connsiteY13" fmla="*/ 2467907 h 2480745"/>
                  <a:gd name="connsiteX14" fmla="*/ 588812 w 1537011"/>
                  <a:gd name="connsiteY14" fmla="*/ 2480745 h 2480745"/>
                  <a:gd name="connsiteX15" fmla="*/ 500911 w 1537011"/>
                  <a:gd name="connsiteY15" fmla="*/ 2459508 h 2480745"/>
                  <a:gd name="connsiteX16" fmla="*/ 447457 w 1537011"/>
                  <a:gd name="connsiteY16" fmla="*/ 2446887 h 2480745"/>
                  <a:gd name="connsiteX17" fmla="*/ 391775 w 1537011"/>
                  <a:gd name="connsiteY17" fmla="*/ 2352600 h 2480745"/>
                  <a:gd name="connsiteX18" fmla="*/ 470472 w 1537011"/>
                  <a:gd name="connsiteY18" fmla="*/ 2270192 h 2480745"/>
                  <a:gd name="connsiteX19" fmla="*/ 460819 w 1537011"/>
                  <a:gd name="connsiteY19" fmla="*/ 2117997 h 2480745"/>
                  <a:gd name="connsiteX20" fmla="*/ 417759 w 1537011"/>
                  <a:gd name="connsiteY20" fmla="*/ 2125420 h 2480745"/>
                  <a:gd name="connsiteX21" fmla="*/ 390290 w 1537011"/>
                  <a:gd name="connsiteY21" fmla="*/ 2156602 h 2480745"/>
                  <a:gd name="connsiteX22" fmla="*/ 414047 w 1537011"/>
                  <a:gd name="connsiteY22" fmla="*/ 2190753 h 2480745"/>
                  <a:gd name="connsiteX23" fmla="*/ 458592 w 1537011"/>
                  <a:gd name="connsiteY23" fmla="*/ 2201147 h 2480745"/>
                  <a:gd name="connsiteX24" fmla="*/ 763724 w 1537011"/>
                  <a:gd name="connsiteY24" fmla="*/ 2210798 h 2480745"/>
                  <a:gd name="connsiteX25" fmla="*/ 1054751 w 1537011"/>
                  <a:gd name="connsiteY25" fmla="*/ 2220450 h 2480745"/>
                  <a:gd name="connsiteX26" fmla="*/ 1106721 w 1537011"/>
                  <a:gd name="connsiteY26" fmla="*/ 2215253 h 2480745"/>
                  <a:gd name="connsiteX27" fmla="*/ 1136417 w 1537011"/>
                  <a:gd name="connsiteY27" fmla="*/ 2182586 h 2480745"/>
                  <a:gd name="connsiteX28" fmla="*/ 1110433 w 1537011"/>
                  <a:gd name="connsiteY28" fmla="*/ 2146950 h 2480745"/>
                  <a:gd name="connsiteX29" fmla="*/ 1045100 w 1537011"/>
                  <a:gd name="connsiteY29" fmla="*/ 2136557 h 2480745"/>
                  <a:gd name="connsiteX30" fmla="*/ 460819 w 1537011"/>
                  <a:gd name="connsiteY30" fmla="*/ 2117997 h 2480745"/>
                  <a:gd name="connsiteX31" fmla="*/ 425926 w 1537011"/>
                  <a:gd name="connsiteY31" fmla="*/ 2063800 h 2480745"/>
                  <a:gd name="connsiteX32" fmla="*/ 465274 w 1537011"/>
                  <a:gd name="connsiteY32" fmla="*/ 2065285 h 2480745"/>
                  <a:gd name="connsiteX33" fmla="*/ 506849 w 1537011"/>
                  <a:gd name="connsiteY33" fmla="*/ 2066770 h 2480745"/>
                  <a:gd name="connsiteX34" fmla="*/ 526151 w 1537011"/>
                  <a:gd name="connsiteY34" fmla="*/ 2066770 h 2480745"/>
                  <a:gd name="connsiteX35" fmla="*/ 1096326 w 1537011"/>
                  <a:gd name="connsiteY35" fmla="*/ 2083845 h 2480745"/>
                  <a:gd name="connsiteX36" fmla="*/ 1137159 w 1537011"/>
                  <a:gd name="connsiteY36" fmla="*/ 2097209 h 2480745"/>
                  <a:gd name="connsiteX37" fmla="*/ 1192840 w 1537011"/>
                  <a:gd name="connsiteY37" fmla="*/ 2187041 h 2480745"/>
                  <a:gd name="connsiteX38" fmla="*/ 1128251 w 1537011"/>
                  <a:gd name="connsiteY38" fmla="*/ 2267964 h 2480745"/>
                  <a:gd name="connsiteX39" fmla="*/ 1097811 w 1537011"/>
                  <a:gd name="connsiteY39" fmla="*/ 2276131 h 2480745"/>
                  <a:gd name="connsiteX40" fmla="*/ 443001 w 1537011"/>
                  <a:gd name="connsiteY40" fmla="*/ 2256828 h 2480745"/>
                  <a:gd name="connsiteX41" fmla="*/ 338320 w 1537011"/>
                  <a:gd name="connsiteY41" fmla="*/ 2126163 h 2480745"/>
                  <a:gd name="connsiteX42" fmla="*/ 425926 w 1537011"/>
                  <a:gd name="connsiteY42" fmla="*/ 2063800 h 2480745"/>
                  <a:gd name="connsiteX43" fmla="*/ 446713 w 1537011"/>
                  <a:gd name="connsiteY43" fmla="*/ 1916802 h 2480745"/>
                  <a:gd name="connsiteX44" fmla="*/ 390289 w 1537011"/>
                  <a:gd name="connsiteY44" fmla="*/ 1927939 h 2480745"/>
                  <a:gd name="connsiteX45" fmla="*/ 388062 w 1537011"/>
                  <a:gd name="connsiteY45" fmla="*/ 1982877 h 2480745"/>
                  <a:gd name="connsiteX46" fmla="*/ 440773 w 1537011"/>
                  <a:gd name="connsiteY46" fmla="*/ 1996983 h 2480745"/>
                  <a:gd name="connsiteX47" fmla="*/ 1098555 w 1537011"/>
                  <a:gd name="connsiteY47" fmla="*/ 2018513 h 2480745"/>
                  <a:gd name="connsiteX48" fmla="*/ 1149038 w 1537011"/>
                  <a:gd name="connsiteY48" fmla="*/ 2008119 h 2480745"/>
                  <a:gd name="connsiteX49" fmla="*/ 1151266 w 1537011"/>
                  <a:gd name="connsiteY49" fmla="*/ 1952438 h 2480745"/>
                  <a:gd name="connsiteX50" fmla="*/ 1098555 w 1537011"/>
                  <a:gd name="connsiteY50" fmla="*/ 1937590 h 2480745"/>
                  <a:gd name="connsiteX51" fmla="*/ 446713 w 1537011"/>
                  <a:gd name="connsiteY51" fmla="*/ 1916802 h 2480745"/>
                  <a:gd name="connsiteX52" fmla="*/ 523923 w 1537011"/>
                  <a:gd name="connsiteY52" fmla="*/ 192914 h 2480745"/>
                  <a:gd name="connsiteX53" fmla="*/ 408107 w 1537011"/>
                  <a:gd name="connsiteY53" fmla="*/ 273095 h 2480745"/>
                  <a:gd name="connsiteX54" fmla="*/ 183898 w 1537011"/>
                  <a:gd name="connsiteY54" fmla="*/ 552985 h 2480745"/>
                  <a:gd name="connsiteX55" fmla="*/ 150488 w 1537011"/>
                  <a:gd name="connsiteY55" fmla="*/ 820997 h 2480745"/>
                  <a:gd name="connsiteX56" fmla="*/ 244033 w 1537011"/>
                  <a:gd name="connsiteY56" fmla="*/ 1149145 h 2480745"/>
                  <a:gd name="connsiteX57" fmla="*/ 242548 w 1537011"/>
                  <a:gd name="connsiteY57" fmla="*/ 1156569 h 2480745"/>
                  <a:gd name="connsiteX58" fmla="*/ 154200 w 1537011"/>
                  <a:gd name="connsiteY58" fmla="*/ 950920 h 2480745"/>
                  <a:gd name="connsiteX59" fmla="*/ 131186 w 1537011"/>
                  <a:gd name="connsiteY59" fmla="*/ 648757 h 2480745"/>
                  <a:gd name="connsiteX60" fmla="*/ 215821 w 1537011"/>
                  <a:gd name="connsiteY60" fmla="*/ 443851 h 2480745"/>
                  <a:gd name="connsiteX61" fmla="*/ 500165 w 1537011"/>
                  <a:gd name="connsiteY61" fmla="*/ 201081 h 2480745"/>
                  <a:gd name="connsiteX62" fmla="*/ 523923 w 1537011"/>
                  <a:gd name="connsiteY62" fmla="*/ 192914 h 2480745"/>
                  <a:gd name="connsiteX63" fmla="*/ 800630 w 1537011"/>
                  <a:gd name="connsiteY63" fmla="*/ 46764 h 2480745"/>
                  <a:gd name="connsiteX64" fmla="*/ 713588 w 1537011"/>
                  <a:gd name="connsiteY64" fmla="*/ 47343 h 2480745"/>
                  <a:gd name="connsiteX65" fmla="*/ 595938 w 1537011"/>
                  <a:gd name="connsiteY65" fmla="*/ 67446 h 2480745"/>
                  <a:gd name="connsiteX66" fmla="*/ 175732 w 1537011"/>
                  <a:gd name="connsiteY66" fmla="*/ 344366 h 2480745"/>
                  <a:gd name="connsiteX67" fmla="*/ 49521 w 1537011"/>
                  <a:gd name="connsiteY67" fmla="*/ 655438 h 2480745"/>
                  <a:gd name="connsiteX68" fmla="*/ 137126 w 1537011"/>
                  <a:gd name="connsiteY68" fmla="*/ 1109796 h 2480745"/>
                  <a:gd name="connsiteX69" fmla="*/ 310109 w 1537011"/>
                  <a:gd name="connsiteY69" fmla="*/ 1387460 h 2480745"/>
                  <a:gd name="connsiteX70" fmla="*/ 440773 w 1537011"/>
                  <a:gd name="connsiteY70" fmla="*/ 1695562 h 2480745"/>
                  <a:gd name="connsiteX71" fmla="*/ 460819 w 1537011"/>
                  <a:gd name="connsiteY71" fmla="*/ 1792076 h 2480745"/>
                  <a:gd name="connsiteX72" fmla="*/ 492743 w 1537011"/>
                  <a:gd name="connsiteY72" fmla="*/ 1817318 h 2480745"/>
                  <a:gd name="connsiteX73" fmla="*/ 1065146 w 1537011"/>
                  <a:gd name="connsiteY73" fmla="*/ 1836621 h 2480745"/>
                  <a:gd name="connsiteX74" fmla="*/ 1089645 w 1537011"/>
                  <a:gd name="connsiteY74" fmla="*/ 1818803 h 2480745"/>
                  <a:gd name="connsiteX75" fmla="*/ 1116372 w 1537011"/>
                  <a:gd name="connsiteY75" fmla="*/ 1688138 h 2480745"/>
                  <a:gd name="connsiteX76" fmla="*/ 1268567 w 1537011"/>
                  <a:gd name="connsiteY76" fmla="*/ 1319900 h 2480745"/>
                  <a:gd name="connsiteX77" fmla="*/ 1376960 w 1537011"/>
                  <a:gd name="connsiteY77" fmla="*/ 1166220 h 2480745"/>
                  <a:gd name="connsiteX78" fmla="*/ 1468276 w 1537011"/>
                  <a:gd name="connsiteY78" fmla="*/ 916026 h 2480745"/>
                  <a:gd name="connsiteX79" fmla="*/ 1468276 w 1537011"/>
                  <a:gd name="connsiteY79" fmla="*/ 599015 h 2480745"/>
                  <a:gd name="connsiteX80" fmla="*/ 1056236 w 1537011"/>
                  <a:gd name="connsiteY80" fmla="*/ 110506 h 2480745"/>
                  <a:gd name="connsiteX81" fmla="*/ 800630 w 1537011"/>
                  <a:gd name="connsiteY81" fmla="*/ 46764 h 2480745"/>
                  <a:gd name="connsiteX82" fmla="*/ 794163 w 1537011"/>
                  <a:gd name="connsiteY82" fmla="*/ 814 h 2480745"/>
                  <a:gd name="connsiteX83" fmla="*/ 1036191 w 1537011"/>
                  <a:gd name="connsiteY83" fmla="*/ 52598 h 2480745"/>
                  <a:gd name="connsiteX84" fmla="*/ 1503912 w 1537011"/>
                  <a:gd name="connsiteY84" fmla="*/ 551500 h 2480745"/>
                  <a:gd name="connsiteX85" fmla="*/ 1518761 w 1537011"/>
                  <a:gd name="connsiteY85" fmla="*/ 910830 h 2480745"/>
                  <a:gd name="connsiteX86" fmla="*/ 1377702 w 1537011"/>
                  <a:gd name="connsiteY86" fmla="*/ 1250855 h 2480745"/>
                  <a:gd name="connsiteX87" fmla="*/ 1264855 w 1537011"/>
                  <a:gd name="connsiteY87" fmla="*/ 1406020 h 2480745"/>
                  <a:gd name="connsiteX88" fmla="*/ 1163144 w 1537011"/>
                  <a:gd name="connsiteY88" fmla="*/ 1694078 h 2480745"/>
                  <a:gd name="connsiteX89" fmla="*/ 1115630 w 1537011"/>
                  <a:gd name="connsiteY89" fmla="*/ 1876711 h 2480745"/>
                  <a:gd name="connsiteX90" fmla="*/ 1149781 w 1537011"/>
                  <a:gd name="connsiteY90" fmla="*/ 1887848 h 2480745"/>
                  <a:gd name="connsiteX91" fmla="*/ 1229961 w 1537011"/>
                  <a:gd name="connsiteY91" fmla="*/ 1991044 h 2480745"/>
                  <a:gd name="connsiteX92" fmla="*/ 1126023 w 1537011"/>
                  <a:gd name="connsiteY92" fmla="*/ 2077164 h 2480745"/>
                  <a:gd name="connsiteX93" fmla="*/ 1100038 w 1537011"/>
                  <a:gd name="connsiteY93" fmla="*/ 2077906 h 2480745"/>
                  <a:gd name="connsiteX94" fmla="*/ 423698 w 1537011"/>
                  <a:gd name="connsiteY94" fmla="*/ 2054891 h 2480745"/>
                  <a:gd name="connsiteX95" fmla="*/ 368017 w 1537011"/>
                  <a:gd name="connsiteY95" fmla="*/ 2039300 h 2480745"/>
                  <a:gd name="connsiteX96" fmla="*/ 311594 w 1537011"/>
                  <a:gd name="connsiteY96" fmla="*/ 1951695 h 2480745"/>
                  <a:gd name="connsiteX97" fmla="*/ 382123 w 1537011"/>
                  <a:gd name="connsiteY97" fmla="*/ 1867803 h 2480745"/>
                  <a:gd name="connsiteX98" fmla="*/ 434092 w 1537011"/>
                  <a:gd name="connsiteY98" fmla="*/ 1854439 h 2480745"/>
                  <a:gd name="connsiteX99" fmla="*/ 387320 w 1537011"/>
                  <a:gd name="connsiteY99" fmla="*/ 1655472 h 2480745"/>
                  <a:gd name="connsiteX100" fmla="*/ 301199 w 1537011"/>
                  <a:gd name="connsiteY100" fmla="*/ 1459474 h 2480745"/>
                  <a:gd name="connsiteX101" fmla="*/ 137869 w 1537011"/>
                  <a:gd name="connsiteY101" fmla="*/ 1212992 h 2480745"/>
                  <a:gd name="connsiteX102" fmla="*/ 2748 w 1537011"/>
                  <a:gd name="connsiteY102" fmla="*/ 664348 h 2480745"/>
                  <a:gd name="connsiteX103" fmla="*/ 145292 w 1537011"/>
                  <a:gd name="connsiteY103" fmla="*/ 308730 h 2480745"/>
                  <a:gd name="connsiteX104" fmla="*/ 549909 w 1537011"/>
                  <a:gd name="connsiteY104" fmla="*/ 32552 h 2480745"/>
                  <a:gd name="connsiteX105" fmla="*/ 794163 w 1537011"/>
                  <a:gd name="connsiteY105" fmla="*/ 814 h 2480745"/>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608445 w 1537011"/>
                  <a:gd name="connsiteY13" fmla="*/ 2467907 h 2475850"/>
                  <a:gd name="connsiteX14" fmla="*/ 500911 w 1537011"/>
                  <a:gd name="connsiteY14" fmla="*/ 2459508 h 2475850"/>
                  <a:gd name="connsiteX15" fmla="*/ 447457 w 1537011"/>
                  <a:gd name="connsiteY15" fmla="*/ 2446887 h 2475850"/>
                  <a:gd name="connsiteX16" fmla="*/ 391775 w 1537011"/>
                  <a:gd name="connsiteY16" fmla="*/ 2352600 h 2475850"/>
                  <a:gd name="connsiteX17" fmla="*/ 470472 w 1537011"/>
                  <a:gd name="connsiteY17" fmla="*/ 2270192 h 2475850"/>
                  <a:gd name="connsiteX18" fmla="*/ 460819 w 1537011"/>
                  <a:gd name="connsiteY18" fmla="*/ 2117997 h 2475850"/>
                  <a:gd name="connsiteX19" fmla="*/ 417759 w 1537011"/>
                  <a:gd name="connsiteY19" fmla="*/ 2125420 h 2475850"/>
                  <a:gd name="connsiteX20" fmla="*/ 390290 w 1537011"/>
                  <a:gd name="connsiteY20" fmla="*/ 2156602 h 2475850"/>
                  <a:gd name="connsiteX21" fmla="*/ 414047 w 1537011"/>
                  <a:gd name="connsiteY21" fmla="*/ 2190753 h 2475850"/>
                  <a:gd name="connsiteX22" fmla="*/ 458592 w 1537011"/>
                  <a:gd name="connsiteY22" fmla="*/ 2201147 h 2475850"/>
                  <a:gd name="connsiteX23" fmla="*/ 763724 w 1537011"/>
                  <a:gd name="connsiteY23" fmla="*/ 2210798 h 2475850"/>
                  <a:gd name="connsiteX24" fmla="*/ 1054751 w 1537011"/>
                  <a:gd name="connsiteY24" fmla="*/ 2220450 h 2475850"/>
                  <a:gd name="connsiteX25" fmla="*/ 1106721 w 1537011"/>
                  <a:gd name="connsiteY25" fmla="*/ 2215253 h 2475850"/>
                  <a:gd name="connsiteX26" fmla="*/ 1136417 w 1537011"/>
                  <a:gd name="connsiteY26" fmla="*/ 2182586 h 2475850"/>
                  <a:gd name="connsiteX27" fmla="*/ 1110433 w 1537011"/>
                  <a:gd name="connsiteY27" fmla="*/ 2146950 h 2475850"/>
                  <a:gd name="connsiteX28" fmla="*/ 1045100 w 1537011"/>
                  <a:gd name="connsiteY28" fmla="*/ 2136557 h 2475850"/>
                  <a:gd name="connsiteX29" fmla="*/ 460819 w 1537011"/>
                  <a:gd name="connsiteY29" fmla="*/ 2117997 h 2475850"/>
                  <a:gd name="connsiteX30" fmla="*/ 425926 w 1537011"/>
                  <a:gd name="connsiteY30" fmla="*/ 2063800 h 2475850"/>
                  <a:gd name="connsiteX31" fmla="*/ 465274 w 1537011"/>
                  <a:gd name="connsiteY31" fmla="*/ 2065285 h 2475850"/>
                  <a:gd name="connsiteX32" fmla="*/ 506849 w 1537011"/>
                  <a:gd name="connsiteY32" fmla="*/ 2066770 h 2475850"/>
                  <a:gd name="connsiteX33" fmla="*/ 526151 w 1537011"/>
                  <a:gd name="connsiteY33" fmla="*/ 2066770 h 2475850"/>
                  <a:gd name="connsiteX34" fmla="*/ 1096326 w 1537011"/>
                  <a:gd name="connsiteY34" fmla="*/ 2083845 h 2475850"/>
                  <a:gd name="connsiteX35" fmla="*/ 1137159 w 1537011"/>
                  <a:gd name="connsiteY35" fmla="*/ 2097209 h 2475850"/>
                  <a:gd name="connsiteX36" fmla="*/ 1192840 w 1537011"/>
                  <a:gd name="connsiteY36" fmla="*/ 2187041 h 2475850"/>
                  <a:gd name="connsiteX37" fmla="*/ 1128251 w 1537011"/>
                  <a:gd name="connsiteY37" fmla="*/ 2267964 h 2475850"/>
                  <a:gd name="connsiteX38" fmla="*/ 1097811 w 1537011"/>
                  <a:gd name="connsiteY38" fmla="*/ 2276131 h 2475850"/>
                  <a:gd name="connsiteX39" fmla="*/ 443001 w 1537011"/>
                  <a:gd name="connsiteY39" fmla="*/ 2256828 h 2475850"/>
                  <a:gd name="connsiteX40" fmla="*/ 338320 w 1537011"/>
                  <a:gd name="connsiteY40" fmla="*/ 2126163 h 2475850"/>
                  <a:gd name="connsiteX41" fmla="*/ 425926 w 1537011"/>
                  <a:gd name="connsiteY41" fmla="*/ 2063800 h 2475850"/>
                  <a:gd name="connsiteX42" fmla="*/ 446713 w 1537011"/>
                  <a:gd name="connsiteY42" fmla="*/ 1916802 h 2475850"/>
                  <a:gd name="connsiteX43" fmla="*/ 390289 w 1537011"/>
                  <a:gd name="connsiteY43" fmla="*/ 1927939 h 2475850"/>
                  <a:gd name="connsiteX44" fmla="*/ 388062 w 1537011"/>
                  <a:gd name="connsiteY44" fmla="*/ 1982877 h 2475850"/>
                  <a:gd name="connsiteX45" fmla="*/ 440773 w 1537011"/>
                  <a:gd name="connsiteY45" fmla="*/ 1996983 h 2475850"/>
                  <a:gd name="connsiteX46" fmla="*/ 1098555 w 1537011"/>
                  <a:gd name="connsiteY46" fmla="*/ 2018513 h 2475850"/>
                  <a:gd name="connsiteX47" fmla="*/ 1149038 w 1537011"/>
                  <a:gd name="connsiteY47" fmla="*/ 2008119 h 2475850"/>
                  <a:gd name="connsiteX48" fmla="*/ 1151266 w 1537011"/>
                  <a:gd name="connsiteY48" fmla="*/ 1952438 h 2475850"/>
                  <a:gd name="connsiteX49" fmla="*/ 1098555 w 1537011"/>
                  <a:gd name="connsiteY49" fmla="*/ 1937590 h 2475850"/>
                  <a:gd name="connsiteX50" fmla="*/ 446713 w 1537011"/>
                  <a:gd name="connsiteY50" fmla="*/ 1916802 h 2475850"/>
                  <a:gd name="connsiteX51" fmla="*/ 523923 w 1537011"/>
                  <a:gd name="connsiteY51" fmla="*/ 192914 h 2475850"/>
                  <a:gd name="connsiteX52" fmla="*/ 408107 w 1537011"/>
                  <a:gd name="connsiteY52" fmla="*/ 273095 h 2475850"/>
                  <a:gd name="connsiteX53" fmla="*/ 183898 w 1537011"/>
                  <a:gd name="connsiteY53" fmla="*/ 552985 h 2475850"/>
                  <a:gd name="connsiteX54" fmla="*/ 150488 w 1537011"/>
                  <a:gd name="connsiteY54" fmla="*/ 820997 h 2475850"/>
                  <a:gd name="connsiteX55" fmla="*/ 244033 w 1537011"/>
                  <a:gd name="connsiteY55" fmla="*/ 1149145 h 2475850"/>
                  <a:gd name="connsiteX56" fmla="*/ 242548 w 1537011"/>
                  <a:gd name="connsiteY56" fmla="*/ 1156569 h 2475850"/>
                  <a:gd name="connsiteX57" fmla="*/ 154200 w 1537011"/>
                  <a:gd name="connsiteY57" fmla="*/ 950920 h 2475850"/>
                  <a:gd name="connsiteX58" fmla="*/ 131186 w 1537011"/>
                  <a:gd name="connsiteY58" fmla="*/ 648757 h 2475850"/>
                  <a:gd name="connsiteX59" fmla="*/ 215821 w 1537011"/>
                  <a:gd name="connsiteY59" fmla="*/ 443851 h 2475850"/>
                  <a:gd name="connsiteX60" fmla="*/ 500165 w 1537011"/>
                  <a:gd name="connsiteY60" fmla="*/ 201081 h 2475850"/>
                  <a:gd name="connsiteX61" fmla="*/ 523923 w 1537011"/>
                  <a:gd name="connsiteY61" fmla="*/ 192914 h 2475850"/>
                  <a:gd name="connsiteX62" fmla="*/ 800630 w 1537011"/>
                  <a:gd name="connsiteY62" fmla="*/ 46764 h 2475850"/>
                  <a:gd name="connsiteX63" fmla="*/ 713588 w 1537011"/>
                  <a:gd name="connsiteY63" fmla="*/ 47343 h 2475850"/>
                  <a:gd name="connsiteX64" fmla="*/ 595938 w 1537011"/>
                  <a:gd name="connsiteY64" fmla="*/ 67446 h 2475850"/>
                  <a:gd name="connsiteX65" fmla="*/ 175732 w 1537011"/>
                  <a:gd name="connsiteY65" fmla="*/ 344366 h 2475850"/>
                  <a:gd name="connsiteX66" fmla="*/ 49521 w 1537011"/>
                  <a:gd name="connsiteY66" fmla="*/ 655438 h 2475850"/>
                  <a:gd name="connsiteX67" fmla="*/ 137126 w 1537011"/>
                  <a:gd name="connsiteY67" fmla="*/ 1109796 h 2475850"/>
                  <a:gd name="connsiteX68" fmla="*/ 310109 w 1537011"/>
                  <a:gd name="connsiteY68" fmla="*/ 1387460 h 2475850"/>
                  <a:gd name="connsiteX69" fmla="*/ 440773 w 1537011"/>
                  <a:gd name="connsiteY69" fmla="*/ 1695562 h 2475850"/>
                  <a:gd name="connsiteX70" fmla="*/ 460819 w 1537011"/>
                  <a:gd name="connsiteY70" fmla="*/ 1792076 h 2475850"/>
                  <a:gd name="connsiteX71" fmla="*/ 492743 w 1537011"/>
                  <a:gd name="connsiteY71" fmla="*/ 1817318 h 2475850"/>
                  <a:gd name="connsiteX72" fmla="*/ 1065146 w 1537011"/>
                  <a:gd name="connsiteY72" fmla="*/ 1836621 h 2475850"/>
                  <a:gd name="connsiteX73" fmla="*/ 1089645 w 1537011"/>
                  <a:gd name="connsiteY73" fmla="*/ 1818803 h 2475850"/>
                  <a:gd name="connsiteX74" fmla="*/ 1116372 w 1537011"/>
                  <a:gd name="connsiteY74" fmla="*/ 1688138 h 2475850"/>
                  <a:gd name="connsiteX75" fmla="*/ 1268567 w 1537011"/>
                  <a:gd name="connsiteY75" fmla="*/ 1319900 h 2475850"/>
                  <a:gd name="connsiteX76" fmla="*/ 1376960 w 1537011"/>
                  <a:gd name="connsiteY76" fmla="*/ 1166220 h 2475850"/>
                  <a:gd name="connsiteX77" fmla="*/ 1468276 w 1537011"/>
                  <a:gd name="connsiteY77" fmla="*/ 916026 h 2475850"/>
                  <a:gd name="connsiteX78" fmla="*/ 1468276 w 1537011"/>
                  <a:gd name="connsiteY78" fmla="*/ 599015 h 2475850"/>
                  <a:gd name="connsiteX79" fmla="*/ 1056236 w 1537011"/>
                  <a:gd name="connsiteY79" fmla="*/ 110506 h 2475850"/>
                  <a:gd name="connsiteX80" fmla="*/ 800630 w 1537011"/>
                  <a:gd name="connsiteY80" fmla="*/ 46764 h 2475850"/>
                  <a:gd name="connsiteX81" fmla="*/ 794163 w 1537011"/>
                  <a:gd name="connsiteY81" fmla="*/ 814 h 2475850"/>
                  <a:gd name="connsiteX82" fmla="*/ 1036191 w 1537011"/>
                  <a:gd name="connsiteY82" fmla="*/ 52598 h 2475850"/>
                  <a:gd name="connsiteX83" fmla="*/ 1503912 w 1537011"/>
                  <a:gd name="connsiteY83" fmla="*/ 551500 h 2475850"/>
                  <a:gd name="connsiteX84" fmla="*/ 1518761 w 1537011"/>
                  <a:gd name="connsiteY84" fmla="*/ 910830 h 2475850"/>
                  <a:gd name="connsiteX85" fmla="*/ 1377702 w 1537011"/>
                  <a:gd name="connsiteY85" fmla="*/ 1250855 h 2475850"/>
                  <a:gd name="connsiteX86" fmla="*/ 1264855 w 1537011"/>
                  <a:gd name="connsiteY86" fmla="*/ 1406020 h 2475850"/>
                  <a:gd name="connsiteX87" fmla="*/ 1163144 w 1537011"/>
                  <a:gd name="connsiteY87" fmla="*/ 1694078 h 2475850"/>
                  <a:gd name="connsiteX88" fmla="*/ 1115630 w 1537011"/>
                  <a:gd name="connsiteY88" fmla="*/ 1876711 h 2475850"/>
                  <a:gd name="connsiteX89" fmla="*/ 1149781 w 1537011"/>
                  <a:gd name="connsiteY89" fmla="*/ 1887848 h 2475850"/>
                  <a:gd name="connsiteX90" fmla="*/ 1229961 w 1537011"/>
                  <a:gd name="connsiteY90" fmla="*/ 1991044 h 2475850"/>
                  <a:gd name="connsiteX91" fmla="*/ 1126023 w 1537011"/>
                  <a:gd name="connsiteY91" fmla="*/ 2077164 h 2475850"/>
                  <a:gd name="connsiteX92" fmla="*/ 1100038 w 1537011"/>
                  <a:gd name="connsiteY92" fmla="*/ 2077906 h 2475850"/>
                  <a:gd name="connsiteX93" fmla="*/ 423698 w 1537011"/>
                  <a:gd name="connsiteY93" fmla="*/ 2054891 h 2475850"/>
                  <a:gd name="connsiteX94" fmla="*/ 368017 w 1537011"/>
                  <a:gd name="connsiteY94" fmla="*/ 2039300 h 2475850"/>
                  <a:gd name="connsiteX95" fmla="*/ 311594 w 1537011"/>
                  <a:gd name="connsiteY95" fmla="*/ 1951695 h 2475850"/>
                  <a:gd name="connsiteX96" fmla="*/ 382123 w 1537011"/>
                  <a:gd name="connsiteY96" fmla="*/ 1867803 h 2475850"/>
                  <a:gd name="connsiteX97" fmla="*/ 434092 w 1537011"/>
                  <a:gd name="connsiteY97" fmla="*/ 1854439 h 2475850"/>
                  <a:gd name="connsiteX98" fmla="*/ 387320 w 1537011"/>
                  <a:gd name="connsiteY98" fmla="*/ 1655472 h 2475850"/>
                  <a:gd name="connsiteX99" fmla="*/ 301199 w 1537011"/>
                  <a:gd name="connsiteY99" fmla="*/ 1459474 h 2475850"/>
                  <a:gd name="connsiteX100" fmla="*/ 137869 w 1537011"/>
                  <a:gd name="connsiteY100" fmla="*/ 1212992 h 2475850"/>
                  <a:gd name="connsiteX101" fmla="*/ 2748 w 1537011"/>
                  <a:gd name="connsiteY101" fmla="*/ 664348 h 2475850"/>
                  <a:gd name="connsiteX102" fmla="*/ 145292 w 1537011"/>
                  <a:gd name="connsiteY102" fmla="*/ 308730 h 2475850"/>
                  <a:gd name="connsiteX103" fmla="*/ 549909 w 1537011"/>
                  <a:gd name="connsiteY103" fmla="*/ 32552 h 2475850"/>
                  <a:gd name="connsiteX104" fmla="*/ 794163 w 1537011"/>
                  <a:gd name="connsiteY104"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643455 w 1537011"/>
                  <a:gd name="connsiteY12" fmla="*/ 2463963 h 2475850"/>
                  <a:gd name="connsiteX13" fmla="*/ 500911 w 1537011"/>
                  <a:gd name="connsiteY13" fmla="*/ 2459508 h 2475850"/>
                  <a:gd name="connsiteX14" fmla="*/ 447457 w 1537011"/>
                  <a:gd name="connsiteY14" fmla="*/ 2446887 h 2475850"/>
                  <a:gd name="connsiteX15" fmla="*/ 391775 w 1537011"/>
                  <a:gd name="connsiteY15" fmla="*/ 2352600 h 2475850"/>
                  <a:gd name="connsiteX16" fmla="*/ 470472 w 1537011"/>
                  <a:gd name="connsiteY16" fmla="*/ 2270192 h 2475850"/>
                  <a:gd name="connsiteX17" fmla="*/ 460819 w 1537011"/>
                  <a:gd name="connsiteY17" fmla="*/ 2117997 h 2475850"/>
                  <a:gd name="connsiteX18" fmla="*/ 417759 w 1537011"/>
                  <a:gd name="connsiteY18" fmla="*/ 2125420 h 2475850"/>
                  <a:gd name="connsiteX19" fmla="*/ 390290 w 1537011"/>
                  <a:gd name="connsiteY19" fmla="*/ 2156602 h 2475850"/>
                  <a:gd name="connsiteX20" fmla="*/ 414047 w 1537011"/>
                  <a:gd name="connsiteY20" fmla="*/ 2190753 h 2475850"/>
                  <a:gd name="connsiteX21" fmla="*/ 458592 w 1537011"/>
                  <a:gd name="connsiteY21" fmla="*/ 2201147 h 2475850"/>
                  <a:gd name="connsiteX22" fmla="*/ 763724 w 1537011"/>
                  <a:gd name="connsiteY22" fmla="*/ 2210798 h 2475850"/>
                  <a:gd name="connsiteX23" fmla="*/ 1054751 w 1537011"/>
                  <a:gd name="connsiteY23" fmla="*/ 2220450 h 2475850"/>
                  <a:gd name="connsiteX24" fmla="*/ 1106721 w 1537011"/>
                  <a:gd name="connsiteY24" fmla="*/ 2215253 h 2475850"/>
                  <a:gd name="connsiteX25" fmla="*/ 1136417 w 1537011"/>
                  <a:gd name="connsiteY25" fmla="*/ 2182586 h 2475850"/>
                  <a:gd name="connsiteX26" fmla="*/ 1110433 w 1537011"/>
                  <a:gd name="connsiteY26" fmla="*/ 2146950 h 2475850"/>
                  <a:gd name="connsiteX27" fmla="*/ 1045100 w 1537011"/>
                  <a:gd name="connsiteY27" fmla="*/ 2136557 h 2475850"/>
                  <a:gd name="connsiteX28" fmla="*/ 460819 w 1537011"/>
                  <a:gd name="connsiteY28" fmla="*/ 2117997 h 2475850"/>
                  <a:gd name="connsiteX29" fmla="*/ 425926 w 1537011"/>
                  <a:gd name="connsiteY29" fmla="*/ 2063800 h 2475850"/>
                  <a:gd name="connsiteX30" fmla="*/ 465274 w 1537011"/>
                  <a:gd name="connsiteY30" fmla="*/ 2065285 h 2475850"/>
                  <a:gd name="connsiteX31" fmla="*/ 506849 w 1537011"/>
                  <a:gd name="connsiteY31" fmla="*/ 2066770 h 2475850"/>
                  <a:gd name="connsiteX32" fmla="*/ 526151 w 1537011"/>
                  <a:gd name="connsiteY32" fmla="*/ 2066770 h 2475850"/>
                  <a:gd name="connsiteX33" fmla="*/ 1096326 w 1537011"/>
                  <a:gd name="connsiteY33" fmla="*/ 2083845 h 2475850"/>
                  <a:gd name="connsiteX34" fmla="*/ 1137159 w 1537011"/>
                  <a:gd name="connsiteY34" fmla="*/ 2097209 h 2475850"/>
                  <a:gd name="connsiteX35" fmla="*/ 1192840 w 1537011"/>
                  <a:gd name="connsiteY35" fmla="*/ 2187041 h 2475850"/>
                  <a:gd name="connsiteX36" fmla="*/ 1128251 w 1537011"/>
                  <a:gd name="connsiteY36" fmla="*/ 2267964 h 2475850"/>
                  <a:gd name="connsiteX37" fmla="*/ 1097811 w 1537011"/>
                  <a:gd name="connsiteY37" fmla="*/ 2276131 h 2475850"/>
                  <a:gd name="connsiteX38" fmla="*/ 443001 w 1537011"/>
                  <a:gd name="connsiteY38" fmla="*/ 2256828 h 2475850"/>
                  <a:gd name="connsiteX39" fmla="*/ 338320 w 1537011"/>
                  <a:gd name="connsiteY39" fmla="*/ 2126163 h 2475850"/>
                  <a:gd name="connsiteX40" fmla="*/ 425926 w 1537011"/>
                  <a:gd name="connsiteY40" fmla="*/ 2063800 h 2475850"/>
                  <a:gd name="connsiteX41" fmla="*/ 446713 w 1537011"/>
                  <a:gd name="connsiteY41" fmla="*/ 1916802 h 2475850"/>
                  <a:gd name="connsiteX42" fmla="*/ 390289 w 1537011"/>
                  <a:gd name="connsiteY42" fmla="*/ 1927939 h 2475850"/>
                  <a:gd name="connsiteX43" fmla="*/ 388062 w 1537011"/>
                  <a:gd name="connsiteY43" fmla="*/ 1982877 h 2475850"/>
                  <a:gd name="connsiteX44" fmla="*/ 440773 w 1537011"/>
                  <a:gd name="connsiteY44" fmla="*/ 1996983 h 2475850"/>
                  <a:gd name="connsiteX45" fmla="*/ 1098555 w 1537011"/>
                  <a:gd name="connsiteY45" fmla="*/ 2018513 h 2475850"/>
                  <a:gd name="connsiteX46" fmla="*/ 1149038 w 1537011"/>
                  <a:gd name="connsiteY46" fmla="*/ 2008119 h 2475850"/>
                  <a:gd name="connsiteX47" fmla="*/ 1151266 w 1537011"/>
                  <a:gd name="connsiteY47" fmla="*/ 1952438 h 2475850"/>
                  <a:gd name="connsiteX48" fmla="*/ 1098555 w 1537011"/>
                  <a:gd name="connsiteY48" fmla="*/ 1937590 h 2475850"/>
                  <a:gd name="connsiteX49" fmla="*/ 446713 w 1537011"/>
                  <a:gd name="connsiteY49" fmla="*/ 1916802 h 2475850"/>
                  <a:gd name="connsiteX50" fmla="*/ 523923 w 1537011"/>
                  <a:gd name="connsiteY50" fmla="*/ 192914 h 2475850"/>
                  <a:gd name="connsiteX51" fmla="*/ 408107 w 1537011"/>
                  <a:gd name="connsiteY51" fmla="*/ 273095 h 2475850"/>
                  <a:gd name="connsiteX52" fmla="*/ 183898 w 1537011"/>
                  <a:gd name="connsiteY52" fmla="*/ 552985 h 2475850"/>
                  <a:gd name="connsiteX53" fmla="*/ 150488 w 1537011"/>
                  <a:gd name="connsiteY53" fmla="*/ 820997 h 2475850"/>
                  <a:gd name="connsiteX54" fmla="*/ 244033 w 1537011"/>
                  <a:gd name="connsiteY54" fmla="*/ 1149145 h 2475850"/>
                  <a:gd name="connsiteX55" fmla="*/ 242548 w 1537011"/>
                  <a:gd name="connsiteY55" fmla="*/ 1156569 h 2475850"/>
                  <a:gd name="connsiteX56" fmla="*/ 154200 w 1537011"/>
                  <a:gd name="connsiteY56" fmla="*/ 950920 h 2475850"/>
                  <a:gd name="connsiteX57" fmla="*/ 131186 w 1537011"/>
                  <a:gd name="connsiteY57" fmla="*/ 648757 h 2475850"/>
                  <a:gd name="connsiteX58" fmla="*/ 215821 w 1537011"/>
                  <a:gd name="connsiteY58" fmla="*/ 443851 h 2475850"/>
                  <a:gd name="connsiteX59" fmla="*/ 500165 w 1537011"/>
                  <a:gd name="connsiteY59" fmla="*/ 201081 h 2475850"/>
                  <a:gd name="connsiteX60" fmla="*/ 523923 w 1537011"/>
                  <a:gd name="connsiteY60" fmla="*/ 192914 h 2475850"/>
                  <a:gd name="connsiteX61" fmla="*/ 800630 w 1537011"/>
                  <a:gd name="connsiteY61" fmla="*/ 46764 h 2475850"/>
                  <a:gd name="connsiteX62" fmla="*/ 713588 w 1537011"/>
                  <a:gd name="connsiteY62" fmla="*/ 47343 h 2475850"/>
                  <a:gd name="connsiteX63" fmla="*/ 595938 w 1537011"/>
                  <a:gd name="connsiteY63" fmla="*/ 67446 h 2475850"/>
                  <a:gd name="connsiteX64" fmla="*/ 175732 w 1537011"/>
                  <a:gd name="connsiteY64" fmla="*/ 344366 h 2475850"/>
                  <a:gd name="connsiteX65" fmla="*/ 49521 w 1537011"/>
                  <a:gd name="connsiteY65" fmla="*/ 655438 h 2475850"/>
                  <a:gd name="connsiteX66" fmla="*/ 137126 w 1537011"/>
                  <a:gd name="connsiteY66" fmla="*/ 1109796 h 2475850"/>
                  <a:gd name="connsiteX67" fmla="*/ 310109 w 1537011"/>
                  <a:gd name="connsiteY67" fmla="*/ 1387460 h 2475850"/>
                  <a:gd name="connsiteX68" fmla="*/ 440773 w 1537011"/>
                  <a:gd name="connsiteY68" fmla="*/ 1695562 h 2475850"/>
                  <a:gd name="connsiteX69" fmla="*/ 460819 w 1537011"/>
                  <a:gd name="connsiteY69" fmla="*/ 1792076 h 2475850"/>
                  <a:gd name="connsiteX70" fmla="*/ 492743 w 1537011"/>
                  <a:gd name="connsiteY70" fmla="*/ 1817318 h 2475850"/>
                  <a:gd name="connsiteX71" fmla="*/ 1065146 w 1537011"/>
                  <a:gd name="connsiteY71" fmla="*/ 1836621 h 2475850"/>
                  <a:gd name="connsiteX72" fmla="*/ 1089645 w 1537011"/>
                  <a:gd name="connsiteY72" fmla="*/ 1818803 h 2475850"/>
                  <a:gd name="connsiteX73" fmla="*/ 1116372 w 1537011"/>
                  <a:gd name="connsiteY73" fmla="*/ 1688138 h 2475850"/>
                  <a:gd name="connsiteX74" fmla="*/ 1268567 w 1537011"/>
                  <a:gd name="connsiteY74" fmla="*/ 1319900 h 2475850"/>
                  <a:gd name="connsiteX75" fmla="*/ 1376960 w 1537011"/>
                  <a:gd name="connsiteY75" fmla="*/ 1166220 h 2475850"/>
                  <a:gd name="connsiteX76" fmla="*/ 1468276 w 1537011"/>
                  <a:gd name="connsiteY76" fmla="*/ 916026 h 2475850"/>
                  <a:gd name="connsiteX77" fmla="*/ 1468276 w 1537011"/>
                  <a:gd name="connsiteY77" fmla="*/ 599015 h 2475850"/>
                  <a:gd name="connsiteX78" fmla="*/ 1056236 w 1537011"/>
                  <a:gd name="connsiteY78" fmla="*/ 110506 h 2475850"/>
                  <a:gd name="connsiteX79" fmla="*/ 800630 w 1537011"/>
                  <a:gd name="connsiteY79" fmla="*/ 46764 h 2475850"/>
                  <a:gd name="connsiteX80" fmla="*/ 794163 w 1537011"/>
                  <a:gd name="connsiteY80" fmla="*/ 814 h 2475850"/>
                  <a:gd name="connsiteX81" fmla="*/ 1036191 w 1537011"/>
                  <a:gd name="connsiteY81" fmla="*/ 52598 h 2475850"/>
                  <a:gd name="connsiteX82" fmla="*/ 1503912 w 1537011"/>
                  <a:gd name="connsiteY82" fmla="*/ 551500 h 2475850"/>
                  <a:gd name="connsiteX83" fmla="*/ 1518761 w 1537011"/>
                  <a:gd name="connsiteY83" fmla="*/ 910830 h 2475850"/>
                  <a:gd name="connsiteX84" fmla="*/ 1377702 w 1537011"/>
                  <a:gd name="connsiteY84" fmla="*/ 1250855 h 2475850"/>
                  <a:gd name="connsiteX85" fmla="*/ 1264855 w 1537011"/>
                  <a:gd name="connsiteY85" fmla="*/ 1406020 h 2475850"/>
                  <a:gd name="connsiteX86" fmla="*/ 1163144 w 1537011"/>
                  <a:gd name="connsiteY86" fmla="*/ 1694078 h 2475850"/>
                  <a:gd name="connsiteX87" fmla="*/ 1115630 w 1537011"/>
                  <a:gd name="connsiteY87" fmla="*/ 1876711 h 2475850"/>
                  <a:gd name="connsiteX88" fmla="*/ 1149781 w 1537011"/>
                  <a:gd name="connsiteY88" fmla="*/ 1887848 h 2475850"/>
                  <a:gd name="connsiteX89" fmla="*/ 1229961 w 1537011"/>
                  <a:gd name="connsiteY89" fmla="*/ 1991044 h 2475850"/>
                  <a:gd name="connsiteX90" fmla="*/ 1126023 w 1537011"/>
                  <a:gd name="connsiteY90" fmla="*/ 2077164 h 2475850"/>
                  <a:gd name="connsiteX91" fmla="*/ 1100038 w 1537011"/>
                  <a:gd name="connsiteY91" fmla="*/ 2077906 h 2475850"/>
                  <a:gd name="connsiteX92" fmla="*/ 423698 w 1537011"/>
                  <a:gd name="connsiteY92" fmla="*/ 2054891 h 2475850"/>
                  <a:gd name="connsiteX93" fmla="*/ 368017 w 1537011"/>
                  <a:gd name="connsiteY93" fmla="*/ 2039300 h 2475850"/>
                  <a:gd name="connsiteX94" fmla="*/ 311594 w 1537011"/>
                  <a:gd name="connsiteY94" fmla="*/ 1951695 h 2475850"/>
                  <a:gd name="connsiteX95" fmla="*/ 382123 w 1537011"/>
                  <a:gd name="connsiteY95" fmla="*/ 1867803 h 2475850"/>
                  <a:gd name="connsiteX96" fmla="*/ 434092 w 1537011"/>
                  <a:gd name="connsiteY96" fmla="*/ 1854439 h 2475850"/>
                  <a:gd name="connsiteX97" fmla="*/ 387320 w 1537011"/>
                  <a:gd name="connsiteY97" fmla="*/ 1655472 h 2475850"/>
                  <a:gd name="connsiteX98" fmla="*/ 301199 w 1537011"/>
                  <a:gd name="connsiteY98" fmla="*/ 1459474 h 2475850"/>
                  <a:gd name="connsiteX99" fmla="*/ 137869 w 1537011"/>
                  <a:gd name="connsiteY99" fmla="*/ 1212992 h 2475850"/>
                  <a:gd name="connsiteX100" fmla="*/ 2748 w 1537011"/>
                  <a:gd name="connsiteY100" fmla="*/ 664348 h 2475850"/>
                  <a:gd name="connsiteX101" fmla="*/ 145292 w 1537011"/>
                  <a:gd name="connsiteY101" fmla="*/ 308730 h 2475850"/>
                  <a:gd name="connsiteX102" fmla="*/ 549909 w 1537011"/>
                  <a:gd name="connsiteY102" fmla="*/ 32552 h 2475850"/>
                  <a:gd name="connsiteX103" fmla="*/ 794163 w 1537011"/>
                  <a:gd name="connsiteY103" fmla="*/ 814 h 2475850"/>
                  <a:gd name="connsiteX0" fmla="*/ 503138 w 1537011"/>
                  <a:gd name="connsiteY0" fmla="*/ 2319191 h 2475850"/>
                  <a:gd name="connsiteX1" fmla="*/ 443744 w 1537011"/>
                  <a:gd name="connsiteY1" fmla="*/ 2360024 h 2475850"/>
                  <a:gd name="connsiteX2" fmla="*/ 501653 w 1537011"/>
                  <a:gd name="connsiteY2" fmla="*/ 2403827 h 2475850"/>
                  <a:gd name="connsiteX3" fmla="*/ 1051782 w 1537011"/>
                  <a:gd name="connsiteY3" fmla="*/ 2420160 h 2475850"/>
                  <a:gd name="connsiteX4" fmla="*/ 1097070 w 1537011"/>
                  <a:gd name="connsiteY4" fmla="*/ 2383040 h 2475850"/>
                  <a:gd name="connsiteX5" fmla="*/ 1058465 w 1537011"/>
                  <a:gd name="connsiteY5" fmla="*/ 2339237 h 2475850"/>
                  <a:gd name="connsiteX6" fmla="*/ 503138 w 1537011"/>
                  <a:gd name="connsiteY6" fmla="*/ 2319191 h 2475850"/>
                  <a:gd name="connsiteX7" fmla="*/ 470472 w 1537011"/>
                  <a:gd name="connsiteY7" fmla="*/ 2270192 h 2475850"/>
                  <a:gd name="connsiteX8" fmla="*/ 525411 w 1537011"/>
                  <a:gd name="connsiteY8" fmla="*/ 2270192 h 2475850"/>
                  <a:gd name="connsiteX9" fmla="*/ 1067374 w 1537011"/>
                  <a:gd name="connsiteY9" fmla="*/ 2287268 h 2475850"/>
                  <a:gd name="connsiteX10" fmla="*/ 1152751 w 1537011"/>
                  <a:gd name="connsiteY10" fmla="*/ 2388236 h 2475850"/>
                  <a:gd name="connsiteX11" fmla="*/ 1054010 w 1537011"/>
                  <a:gd name="connsiteY11" fmla="*/ 2475841 h 2475850"/>
                  <a:gd name="connsiteX12" fmla="*/ 500911 w 1537011"/>
                  <a:gd name="connsiteY12" fmla="*/ 2459508 h 2475850"/>
                  <a:gd name="connsiteX13" fmla="*/ 447457 w 1537011"/>
                  <a:gd name="connsiteY13" fmla="*/ 2446887 h 2475850"/>
                  <a:gd name="connsiteX14" fmla="*/ 391775 w 1537011"/>
                  <a:gd name="connsiteY14" fmla="*/ 2352600 h 2475850"/>
                  <a:gd name="connsiteX15" fmla="*/ 470472 w 1537011"/>
                  <a:gd name="connsiteY15" fmla="*/ 2270192 h 2475850"/>
                  <a:gd name="connsiteX16" fmla="*/ 460819 w 1537011"/>
                  <a:gd name="connsiteY16" fmla="*/ 2117997 h 2475850"/>
                  <a:gd name="connsiteX17" fmla="*/ 417759 w 1537011"/>
                  <a:gd name="connsiteY17" fmla="*/ 2125420 h 2475850"/>
                  <a:gd name="connsiteX18" fmla="*/ 390290 w 1537011"/>
                  <a:gd name="connsiteY18" fmla="*/ 2156602 h 2475850"/>
                  <a:gd name="connsiteX19" fmla="*/ 414047 w 1537011"/>
                  <a:gd name="connsiteY19" fmla="*/ 2190753 h 2475850"/>
                  <a:gd name="connsiteX20" fmla="*/ 458592 w 1537011"/>
                  <a:gd name="connsiteY20" fmla="*/ 2201147 h 2475850"/>
                  <a:gd name="connsiteX21" fmla="*/ 763724 w 1537011"/>
                  <a:gd name="connsiteY21" fmla="*/ 2210798 h 2475850"/>
                  <a:gd name="connsiteX22" fmla="*/ 1054751 w 1537011"/>
                  <a:gd name="connsiteY22" fmla="*/ 2220450 h 2475850"/>
                  <a:gd name="connsiteX23" fmla="*/ 1106721 w 1537011"/>
                  <a:gd name="connsiteY23" fmla="*/ 2215253 h 2475850"/>
                  <a:gd name="connsiteX24" fmla="*/ 1136417 w 1537011"/>
                  <a:gd name="connsiteY24" fmla="*/ 2182586 h 2475850"/>
                  <a:gd name="connsiteX25" fmla="*/ 1110433 w 1537011"/>
                  <a:gd name="connsiteY25" fmla="*/ 2146950 h 2475850"/>
                  <a:gd name="connsiteX26" fmla="*/ 1045100 w 1537011"/>
                  <a:gd name="connsiteY26" fmla="*/ 2136557 h 2475850"/>
                  <a:gd name="connsiteX27" fmla="*/ 460819 w 1537011"/>
                  <a:gd name="connsiteY27" fmla="*/ 2117997 h 2475850"/>
                  <a:gd name="connsiteX28" fmla="*/ 425926 w 1537011"/>
                  <a:gd name="connsiteY28" fmla="*/ 2063800 h 2475850"/>
                  <a:gd name="connsiteX29" fmla="*/ 465274 w 1537011"/>
                  <a:gd name="connsiteY29" fmla="*/ 2065285 h 2475850"/>
                  <a:gd name="connsiteX30" fmla="*/ 506849 w 1537011"/>
                  <a:gd name="connsiteY30" fmla="*/ 2066770 h 2475850"/>
                  <a:gd name="connsiteX31" fmla="*/ 526151 w 1537011"/>
                  <a:gd name="connsiteY31" fmla="*/ 2066770 h 2475850"/>
                  <a:gd name="connsiteX32" fmla="*/ 1096326 w 1537011"/>
                  <a:gd name="connsiteY32" fmla="*/ 2083845 h 2475850"/>
                  <a:gd name="connsiteX33" fmla="*/ 1137159 w 1537011"/>
                  <a:gd name="connsiteY33" fmla="*/ 2097209 h 2475850"/>
                  <a:gd name="connsiteX34" fmla="*/ 1192840 w 1537011"/>
                  <a:gd name="connsiteY34" fmla="*/ 2187041 h 2475850"/>
                  <a:gd name="connsiteX35" fmla="*/ 1128251 w 1537011"/>
                  <a:gd name="connsiteY35" fmla="*/ 2267964 h 2475850"/>
                  <a:gd name="connsiteX36" fmla="*/ 1097811 w 1537011"/>
                  <a:gd name="connsiteY36" fmla="*/ 2276131 h 2475850"/>
                  <a:gd name="connsiteX37" fmla="*/ 443001 w 1537011"/>
                  <a:gd name="connsiteY37" fmla="*/ 2256828 h 2475850"/>
                  <a:gd name="connsiteX38" fmla="*/ 338320 w 1537011"/>
                  <a:gd name="connsiteY38" fmla="*/ 2126163 h 2475850"/>
                  <a:gd name="connsiteX39" fmla="*/ 425926 w 1537011"/>
                  <a:gd name="connsiteY39" fmla="*/ 2063800 h 2475850"/>
                  <a:gd name="connsiteX40" fmla="*/ 446713 w 1537011"/>
                  <a:gd name="connsiteY40" fmla="*/ 1916802 h 2475850"/>
                  <a:gd name="connsiteX41" fmla="*/ 390289 w 1537011"/>
                  <a:gd name="connsiteY41" fmla="*/ 1927939 h 2475850"/>
                  <a:gd name="connsiteX42" fmla="*/ 388062 w 1537011"/>
                  <a:gd name="connsiteY42" fmla="*/ 1982877 h 2475850"/>
                  <a:gd name="connsiteX43" fmla="*/ 440773 w 1537011"/>
                  <a:gd name="connsiteY43" fmla="*/ 1996983 h 2475850"/>
                  <a:gd name="connsiteX44" fmla="*/ 1098555 w 1537011"/>
                  <a:gd name="connsiteY44" fmla="*/ 2018513 h 2475850"/>
                  <a:gd name="connsiteX45" fmla="*/ 1149038 w 1537011"/>
                  <a:gd name="connsiteY45" fmla="*/ 2008119 h 2475850"/>
                  <a:gd name="connsiteX46" fmla="*/ 1151266 w 1537011"/>
                  <a:gd name="connsiteY46" fmla="*/ 1952438 h 2475850"/>
                  <a:gd name="connsiteX47" fmla="*/ 1098555 w 1537011"/>
                  <a:gd name="connsiteY47" fmla="*/ 1937590 h 2475850"/>
                  <a:gd name="connsiteX48" fmla="*/ 446713 w 1537011"/>
                  <a:gd name="connsiteY48" fmla="*/ 1916802 h 2475850"/>
                  <a:gd name="connsiteX49" fmla="*/ 523923 w 1537011"/>
                  <a:gd name="connsiteY49" fmla="*/ 192914 h 2475850"/>
                  <a:gd name="connsiteX50" fmla="*/ 408107 w 1537011"/>
                  <a:gd name="connsiteY50" fmla="*/ 273095 h 2475850"/>
                  <a:gd name="connsiteX51" fmla="*/ 183898 w 1537011"/>
                  <a:gd name="connsiteY51" fmla="*/ 552985 h 2475850"/>
                  <a:gd name="connsiteX52" fmla="*/ 150488 w 1537011"/>
                  <a:gd name="connsiteY52" fmla="*/ 820997 h 2475850"/>
                  <a:gd name="connsiteX53" fmla="*/ 244033 w 1537011"/>
                  <a:gd name="connsiteY53" fmla="*/ 1149145 h 2475850"/>
                  <a:gd name="connsiteX54" fmla="*/ 242548 w 1537011"/>
                  <a:gd name="connsiteY54" fmla="*/ 1156569 h 2475850"/>
                  <a:gd name="connsiteX55" fmla="*/ 154200 w 1537011"/>
                  <a:gd name="connsiteY55" fmla="*/ 950920 h 2475850"/>
                  <a:gd name="connsiteX56" fmla="*/ 131186 w 1537011"/>
                  <a:gd name="connsiteY56" fmla="*/ 648757 h 2475850"/>
                  <a:gd name="connsiteX57" fmla="*/ 215821 w 1537011"/>
                  <a:gd name="connsiteY57" fmla="*/ 443851 h 2475850"/>
                  <a:gd name="connsiteX58" fmla="*/ 500165 w 1537011"/>
                  <a:gd name="connsiteY58" fmla="*/ 201081 h 2475850"/>
                  <a:gd name="connsiteX59" fmla="*/ 523923 w 1537011"/>
                  <a:gd name="connsiteY59" fmla="*/ 192914 h 2475850"/>
                  <a:gd name="connsiteX60" fmla="*/ 800630 w 1537011"/>
                  <a:gd name="connsiteY60" fmla="*/ 46764 h 2475850"/>
                  <a:gd name="connsiteX61" fmla="*/ 713588 w 1537011"/>
                  <a:gd name="connsiteY61" fmla="*/ 47343 h 2475850"/>
                  <a:gd name="connsiteX62" fmla="*/ 595938 w 1537011"/>
                  <a:gd name="connsiteY62" fmla="*/ 67446 h 2475850"/>
                  <a:gd name="connsiteX63" fmla="*/ 175732 w 1537011"/>
                  <a:gd name="connsiteY63" fmla="*/ 344366 h 2475850"/>
                  <a:gd name="connsiteX64" fmla="*/ 49521 w 1537011"/>
                  <a:gd name="connsiteY64" fmla="*/ 655438 h 2475850"/>
                  <a:gd name="connsiteX65" fmla="*/ 137126 w 1537011"/>
                  <a:gd name="connsiteY65" fmla="*/ 1109796 h 2475850"/>
                  <a:gd name="connsiteX66" fmla="*/ 310109 w 1537011"/>
                  <a:gd name="connsiteY66" fmla="*/ 1387460 h 2475850"/>
                  <a:gd name="connsiteX67" fmla="*/ 440773 w 1537011"/>
                  <a:gd name="connsiteY67" fmla="*/ 1695562 h 2475850"/>
                  <a:gd name="connsiteX68" fmla="*/ 460819 w 1537011"/>
                  <a:gd name="connsiteY68" fmla="*/ 1792076 h 2475850"/>
                  <a:gd name="connsiteX69" fmla="*/ 492743 w 1537011"/>
                  <a:gd name="connsiteY69" fmla="*/ 1817318 h 2475850"/>
                  <a:gd name="connsiteX70" fmla="*/ 1065146 w 1537011"/>
                  <a:gd name="connsiteY70" fmla="*/ 1836621 h 2475850"/>
                  <a:gd name="connsiteX71" fmla="*/ 1089645 w 1537011"/>
                  <a:gd name="connsiteY71" fmla="*/ 1818803 h 2475850"/>
                  <a:gd name="connsiteX72" fmla="*/ 1116372 w 1537011"/>
                  <a:gd name="connsiteY72" fmla="*/ 1688138 h 2475850"/>
                  <a:gd name="connsiteX73" fmla="*/ 1268567 w 1537011"/>
                  <a:gd name="connsiteY73" fmla="*/ 1319900 h 2475850"/>
                  <a:gd name="connsiteX74" fmla="*/ 1376960 w 1537011"/>
                  <a:gd name="connsiteY74" fmla="*/ 1166220 h 2475850"/>
                  <a:gd name="connsiteX75" fmla="*/ 1468276 w 1537011"/>
                  <a:gd name="connsiteY75" fmla="*/ 916026 h 2475850"/>
                  <a:gd name="connsiteX76" fmla="*/ 1468276 w 1537011"/>
                  <a:gd name="connsiteY76" fmla="*/ 599015 h 2475850"/>
                  <a:gd name="connsiteX77" fmla="*/ 1056236 w 1537011"/>
                  <a:gd name="connsiteY77" fmla="*/ 110506 h 2475850"/>
                  <a:gd name="connsiteX78" fmla="*/ 800630 w 1537011"/>
                  <a:gd name="connsiteY78" fmla="*/ 46764 h 2475850"/>
                  <a:gd name="connsiteX79" fmla="*/ 794163 w 1537011"/>
                  <a:gd name="connsiteY79" fmla="*/ 814 h 2475850"/>
                  <a:gd name="connsiteX80" fmla="*/ 1036191 w 1537011"/>
                  <a:gd name="connsiteY80" fmla="*/ 52598 h 2475850"/>
                  <a:gd name="connsiteX81" fmla="*/ 1503912 w 1537011"/>
                  <a:gd name="connsiteY81" fmla="*/ 551500 h 2475850"/>
                  <a:gd name="connsiteX82" fmla="*/ 1518761 w 1537011"/>
                  <a:gd name="connsiteY82" fmla="*/ 910830 h 2475850"/>
                  <a:gd name="connsiteX83" fmla="*/ 1377702 w 1537011"/>
                  <a:gd name="connsiteY83" fmla="*/ 1250855 h 2475850"/>
                  <a:gd name="connsiteX84" fmla="*/ 1264855 w 1537011"/>
                  <a:gd name="connsiteY84" fmla="*/ 1406020 h 2475850"/>
                  <a:gd name="connsiteX85" fmla="*/ 1163144 w 1537011"/>
                  <a:gd name="connsiteY85" fmla="*/ 1694078 h 2475850"/>
                  <a:gd name="connsiteX86" fmla="*/ 1115630 w 1537011"/>
                  <a:gd name="connsiteY86" fmla="*/ 1876711 h 2475850"/>
                  <a:gd name="connsiteX87" fmla="*/ 1149781 w 1537011"/>
                  <a:gd name="connsiteY87" fmla="*/ 1887848 h 2475850"/>
                  <a:gd name="connsiteX88" fmla="*/ 1229961 w 1537011"/>
                  <a:gd name="connsiteY88" fmla="*/ 1991044 h 2475850"/>
                  <a:gd name="connsiteX89" fmla="*/ 1126023 w 1537011"/>
                  <a:gd name="connsiteY89" fmla="*/ 2077164 h 2475850"/>
                  <a:gd name="connsiteX90" fmla="*/ 1100038 w 1537011"/>
                  <a:gd name="connsiteY90" fmla="*/ 2077906 h 2475850"/>
                  <a:gd name="connsiteX91" fmla="*/ 423698 w 1537011"/>
                  <a:gd name="connsiteY91" fmla="*/ 2054891 h 2475850"/>
                  <a:gd name="connsiteX92" fmla="*/ 368017 w 1537011"/>
                  <a:gd name="connsiteY92" fmla="*/ 2039300 h 2475850"/>
                  <a:gd name="connsiteX93" fmla="*/ 311594 w 1537011"/>
                  <a:gd name="connsiteY93" fmla="*/ 1951695 h 2475850"/>
                  <a:gd name="connsiteX94" fmla="*/ 382123 w 1537011"/>
                  <a:gd name="connsiteY94" fmla="*/ 1867803 h 2475850"/>
                  <a:gd name="connsiteX95" fmla="*/ 434092 w 1537011"/>
                  <a:gd name="connsiteY95" fmla="*/ 1854439 h 2475850"/>
                  <a:gd name="connsiteX96" fmla="*/ 387320 w 1537011"/>
                  <a:gd name="connsiteY96" fmla="*/ 1655472 h 2475850"/>
                  <a:gd name="connsiteX97" fmla="*/ 301199 w 1537011"/>
                  <a:gd name="connsiteY97" fmla="*/ 1459474 h 2475850"/>
                  <a:gd name="connsiteX98" fmla="*/ 137869 w 1537011"/>
                  <a:gd name="connsiteY98" fmla="*/ 1212992 h 2475850"/>
                  <a:gd name="connsiteX99" fmla="*/ 2748 w 1537011"/>
                  <a:gd name="connsiteY99" fmla="*/ 664348 h 2475850"/>
                  <a:gd name="connsiteX100" fmla="*/ 145292 w 1537011"/>
                  <a:gd name="connsiteY100" fmla="*/ 308730 h 2475850"/>
                  <a:gd name="connsiteX101" fmla="*/ 549909 w 1537011"/>
                  <a:gd name="connsiteY101" fmla="*/ 32552 h 2475850"/>
                  <a:gd name="connsiteX102" fmla="*/ 794163 w 1537011"/>
                  <a:gd name="connsiteY102" fmla="*/ 814 h 247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537011" h="2475850">
                    <a:moveTo>
                      <a:pt x="503138" y="2319191"/>
                    </a:moveTo>
                    <a:cubicBezTo>
                      <a:pt x="466017" y="2317706"/>
                      <a:pt x="444487" y="2334039"/>
                      <a:pt x="443744" y="2360024"/>
                    </a:cubicBezTo>
                    <a:cubicBezTo>
                      <a:pt x="443744" y="2385266"/>
                      <a:pt x="466017" y="2402342"/>
                      <a:pt x="501653" y="2403827"/>
                    </a:cubicBezTo>
                    <a:lnTo>
                      <a:pt x="1051782" y="2420160"/>
                    </a:lnTo>
                    <a:cubicBezTo>
                      <a:pt x="1074055" y="2418675"/>
                      <a:pt x="1094100" y="2407539"/>
                      <a:pt x="1097070" y="2383040"/>
                    </a:cubicBezTo>
                    <a:cubicBezTo>
                      <a:pt x="1099297" y="2357797"/>
                      <a:pt x="1080737" y="2345176"/>
                      <a:pt x="1058465" y="2339237"/>
                    </a:cubicBezTo>
                    <a:cubicBezTo>
                      <a:pt x="1047329" y="2336267"/>
                      <a:pt x="618212" y="2322161"/>
                      <a:pt x="503138" y="2319191"/>
                    </a:cubicBezTo>
                    <a:close/>
                    <a:moveTo>
                      <a:pt x="470472" y="2270192"/>
                    </a:moveTo>
                    <a:cubicBezTo>
                      <a:pt x="489032" y="2270192"/>
                      <a:pt x="506850" y="2269450"/>
                      <a:pt x="525411" y="2270192"/>
                    </a:cubicBezTo>
                    <a:lnTo>
                      <a:pt x="1067374" y="2287268"/>
                    </a:lnTo>
                    <a:cubicBezTo>
                      <a:pt x="1120828" y="2297661"/>
                      <a:pt x="1155721" y="2339237"/>
                      <a:pt x="1152751" y="2388236"/>
                    </a:cubicBezTo>
                    <a:cubicBezTo>
                      <a:pt x="1149782" y="2435751"/>
                      <a:pt x="1106721" y="2476583"/>
                      <a:pt x="1054010" y="2475841"/>
                    </a:cubicBezTo>
                    <a:lnTo>
                      <a:pt x="500911" y="2459508"/>
                    </a:lnTo>
                    <a:cubicBezTo>
                      <a:pt x="468245" y="2456662"/>
                      <a:pt x="464532" y="2455053"/>
                      <a:pt x="447457" y="2446887"/>
                    </a:cubicBezTo>
                    <a:cubicBezTo>
                      <a:pt x="410336" y="2428327"/>
                      <a:pt x="385837" y="2388978"/>
                      <a:pt x="391775" y="2352600"/>
                    </a:cubicBezTo>
                    <a:cubicBezTo>
                      <a:pt x="398457" y="2308055"/>
                      <a:pt x="425926" y="2280586"/>
                      <a:pt x="470472" y="2270192"/>
                    </a:cubicBezTo>
                    <a:close/>
                    <a:moveTo>
                      <a:pt x="460819" y="2117997"/>
                    </a:moveTo>
                    <a:cubicBezTo>
                      <a:pt x="445229" y="2117997"/>
                      <a:pt x="431123" y="2119481"/>
                      <a:pt x="417759" y="2125420"/>
                    </a:cubicBezTo>
                    <a:cubicBezTo>
                      <a:pt x="404395" y="2131360"/>
                      <a:pt x="391774" y="2140269"/>
                      <a:pt x="390290" y="2156602"/>
                    </a:cubicBezTo>
                    <a:cubicBezTo>
                      <a:pt x="388805" y="2173678"/>
                      <a:pt x="401425" y="2183329"/>
                      <a:pt x="414047" y="2190753"/>
                    </a:cubicBezTo>
                    <a:cubicBezTo>
                      <a:pt x="427411" y="2198919"/>
                      <a:pt x="443001" y="2201147"/>
                      <a:pt x="458592" y="2201147"/>
                    </a:cubicBezTo>
                    <a:lnTo>
                      <a:pt x="763724" y="2210798"/>
                    </a:lnTo>
                    <a:lnTo>
                      <a:pt x="1054751" y="2220450"/>
                    </a:lnTo>
                    <a:cubicBezTo>
                      <a:pt x="1072569" y="2221192"/>
                      <a:pt x="1090387" y="2221935"/>
                      <a:pt x="1106721" y="2215253"/>
                    </a:cubicBezTo>
                    <a:cubicBezTo>
                      <a:pt x="1121569" y="2209314"/>
                      <a:pt x="1134932" y="2201147"/>
                      <a:pt x="1136417" y="2182586"/>
                    </a:cubicBezTo>
                    <a:cubicBezTo>
                      <a:pt x="1137159" y="2163283"/>
                      <a:pt x="1124538" y="2154375"/>
                      <a:pt x="1110433" y="2146950"/>
                    </a:cubicBezTo>
                    <a:cubicBezTo>
                      <a:pt x="1090387" y="2136557"/>
                      <a:pt x="1067372" y="2137299"/>
                      <a:pt x="1045100" y="2136557"/>
                    </a:cubicBezTo>
                    <a:lnTo>
                      <a:pt x="460819" y="2117997"/>
                    </a:lnTo>
                    <a:close/>
                    <a:moveTo>
                      <a:pt x="425926" y="2063800"/>
                    </a:moveTo>
                    <a:cubicBezTo>
                      <a:pt x="438546" y="2064543"/>
                      <a:pt x="451910" y="2064543"/>
                      <a:pt x="465274" y="2065285"/>
                    </a:cubicBezTo>
                    <a:cubicBezTo>
                      <a:pt x="479379" y="2066770"/>
                      <a:pt x="493485" y="2066770"/>
                      <a:pt x="506849" y="2066770"/>
                    </a:cubicBezTo>
                    <a:lnTo>
                      <a:pt x="526151" y="2066770"/>
                    </a:lnTo>
                    <a:lnTo>
                      <a:pt x="1096326" y="2083845"/>
                    </a:lnTo>
                    <a:cubicBezTo>
                      <a:pt x="1109690" y="2090528"/>
                      <a:pt x="1123796" y="2089785"/>
                      <a:pt x="1137159" y="2097209"/>
                    </a:cubicBezTo>
                    <a:cubicBezTo>
                      <a:pt x="1172795" y="2117254"/>
                      <a:pt x="1195810" y="2143981"/>
                      <a:pt x="1192840" y="2187041"/>
                    </a:cubicBezTo>
                    <a:cubicBezTo>
                      <a:pt x="1190613" y="2229358"/>
                      <a:pt x="1164628" y="2253116"/>
                      <a:pt x="1128251" y="2267964"/>
                    </a:cubicBezTo>
                    <a:cubicBezTo>
                      <a:pt x="1118599" y="2272419"/>
                      <a:pt x="1108205" y="2273904"/>
                      <a:pt x="1097811" y="2276131"/>
                    </a:cubicBezTo>
                    <a:cubicBezTo>
                      <a:pt x="1078508" y="2276131"/>
                      <a:pt x="492000" y="2253116"/>
                      <a:pt x="443001" y="2256828"/>
                    </a:cubicBezTo>
                    <a:cubicBezTo>
                      <a:pt x="366532" y="2253858"/>
                      <a:pt x="313078" y="2187784"/>
                      <a:pt x="338320" y="2126163"/>
                    </a:cubicBezTo>
                    <a:cubicBezTo>
                      <a:pt x="353911" y="2088299"/>
                      <a:pt x="386577" y="2070482"/>
                      <a:pt x="425926" y="2063800"/>
                    </a:cubicBezTo>
                    <a:close/>
                    <a:moveTo>
                      <a:pt x="446713" y="1916802"/>
                    </a:moveTo>
                    <a:cubicBezTo>
                      <a:pt x="426668" y="1916059"/>
                      <a:pt x="407365" y="1919029"/>
                      <a:pt x="390289" y="1927939"/>
                    </a:cubicBezTo>
                    <a:cubicBezTo>
                      <a:pt x="364305" y="1941302"/>
                      <a:pt x="363563" y="1966543"/>
                      <a:pt x="388062" y="1982877"/>
                    </a:cubicBezTo>
                    <a:cubicBezTo>
                      <a:pt x="404395" y="1992528"/>
                      <a:pt x="421471" y="1996241"/>
                      <a:pt x="440773" y="1996983"/>
                    </a:cubicBezTo>
                    <a:lnTo>
                      <a:pt x="1098555" y="2018513"/>
                    </a:lnTo>
                    <a:cubicBezTo>
                      <a:pt x="1116372" y="2019255"/>
                      <a:pt x="1133448" y="2017029"/>
                      <a:pt x="1149038" y="2008119"/>
                    </a:cubicBezTo>
                    <a:cubicBezTo>
                      <a:pt x="1176507" y="1993271"/>
                      <a:pt x="1177992" y="1969513"/>
                      <a:pt x="1151266" y="1952438"/>
                    </a:cubicBezTo>
                    <a:cubicBezTo>
                      <a:pt x="1135674" y="1942787"/>
                      <a:pt x="1117115" y="1938332"/>
                      <a:pt x="1098555" y="1937590"/>
                    </a:cubicBezTo>
                    <a:lnTo>
                      <a:pt x="446713" y="1916802"/>
                    </a:lnTo>
                    <a:close/>
                    <a:moveTo>
                      <a:pt x="523923" y="192914"/>
                    </a:moveTo>
                    <a:cubicBezTo>
                      <a:pt x="480864" y="222610"/>
                      <a:pt x="443743" y="246368"/>
                      <a:pt x="408107" y="273095"/>
                    </a:cubicBezTo>
                    <a:cubicBezTo>
                      <a:pt x="311592" y="348079"/>
                      <a:pt x="229927" y="436426"/>
                      <a:pt x="183898" y="552985"/>
                    </a:cubicBezTo>
                    <a:cubicBezTo>
                      <a:pt x="149004" y="639105"/>
                      <a:pt x="140095" y="728938"/>
                      <a:pt x="150488" y="820997"/>
                    </a:cubicBezTo>
                    <a:cubicBezTo>
                      <a:pt x="163110" y="935329"/>
                      <a:pt x="194291" y="1044464"/>
                      <a:pt x="244033" y="1149145"/>
                    </a:cubicBezTo>
                    <a:cubicBezTo>
                      <a:pt x="244775" y="1149887"/>
                      <a:pt x="243290" y="1152114"/>
                      <a:pt x="242548" y="1156569"/>
                    </a:cubicBezTo>
                    <a:cubicBezTo>
                      <a:pt x="201715" y="1091237"/>
                      <a:pt x="174988" y="1022191"/>
                      <a:pt x="154200" y="950920"/>
                    </a:cubicBezTo>
                    <a:cubicBezTo>
                      <a:pt x="125989" y="852179"/>
                      <a:pt x="115595" y="751210"/>
                      <a:pt x="131186" y="648757"/>
                    </a:cubicBezTo>
                    <a:cubicBezTo>
                      <a:pt x="142322" y="573773"/>
                      <a:pt x="173503" y="506213"/>
                      <a:pt x="215821" y="443851"/>
                    </a:cubicBezTo>
                    <a:cubicBezTo>
                      <a:pt x="288578" y="336943"/>
                      <a:pt x="387319" y="260474"/>
                      <a:pt x="500165" y="201081"/>
                    </a:cubicBezTo>
                    <a:cubicBezTo>
                      <a:pt x="505363" y="198111"/>
                      <a:pt x="510560" y="197369"/>
                      <a:pt x="523923" y="192914"/>
                    </a:cubicBezTo>
                    <a:close/>
                    <a:moveTo>
                      <a:pt x="800630" y="46764"/>
                    </a:moveTo>
                    <a:cubicBezTo>
                      <a:pt x="771780" y="44996"/>
                      <a:pt x="742769" y="45142"/>
                      <a:pt x="713588" y="47343"/>
                    </a:cubicBezTo>
                    <a:cubicBezTo>
                      <a:pt x="674681" y="50278"/>
                      <a:pt x="635472" y="56866"/>
                      <a:pt x="595938" y="67446"/>
                    </a:cubicBezTo>
                    <a:cubicBezTo>
                      <a:pt x="425183" y="112734"/>
                      <a:pt x="287836" y="210732"/>
                      <a:pt x="175732" y="344366"/>
                    </a:cubicBezTo>
                    <a:cubicBezTo>
                      <a:pt x="100748" y="434199"/>
                      <a:pt x="62142" y="540364"/>
                      <a:pt x="49521" y="655438"/>
                    </a:cubicBezTo>
                    <a:cubicBezTo>
                      <a:pt x="32446" y="815058"/>
                      <a:pt x="71793" y="965026"/>
                      <a:pt x="137126" y="1109796"/>
                    </a:cubicBezTo>
                    <a:cubicBezTo>
                      <a:pt x="182413" y="1210023"/>
                      <a:pt x="249230" y="1296886"/>
                      <a:pt x="310109" y="1387460"/>
                    </a:cubicBezTo>
                    <a:cubicBezTo>
                      <a:pt x="373956" y="1482489"/>
                      <a:pt x="427410" y="1581972"/>
                      <a:pt x="440773" y="1695562"/>
                    </a:cubicBezTo>
                    <a:cubicBezTo>
                      <a:pt x="445228" y="1727486"/>
                      <a:pt x="454138" y="1759410"/>
                      <a:pt x="460819" y="1792076"/>
                    </a:cubicBezTo>
                    <a:cubicBezTo>
                      <a:pt x="464531" y="1810636"/>
                      <a:pt x="462764" y="1817754"/>
                      <a:pt x="492743" y="1817318"/>
                    </a:cubicBezTo>
                    <a:cubicBezTo>
                      <a:pt x="593727" y="1815849"/>
                      <a:pt x="965662" y="1836373"/>
                      <a:pt x="1065146" y="1836621"/>
                    </a:cubicBezTo>
                    <a:cubicBezTo>
                      <a:pt x="1079251" y="1838106"/>
                      <a:pt x="1085190" y="1832167"/>
                      <a:pt x="1089645" y="1818803"/>
                    </a:cubicBezTo>
                    <a:cubicBezTo>
                      <a:pt x="1103008" y="1776485"/>
                      <a:pt x="1111175" y="1731941"/>
                      <a:pt x="1116372" y="1688138"/>
                    </a:cubicBezTo>
                    <a:cubicBezTo>
                      <a:pt x="1132705" y="1550791"/>
                      <a:pt x="1179477" y="1427550"/>
                      <a:pt x="1268567" y="1319900"/>
                    </a:cubicBezTo>
                    <a:cubicBezTo>
                      <a:pt x="1307915" y="1271643"/>
                      <a:pt x="1343551" y="1219674"/>
                      <a:pt x="1376960" y="1166220"/>
                    </a:cubicBezTo>
                    <a:cubicBezTo>
                      <a:pt x="1425217" y="1089752"/>
                      <a:pt x="1448232" y="1002889"/>
                      <a:pt x="1468276" y="916026"/>
                    </a:cubicBezTo>
                    <a:cubicBezTo>
                      <a:pt x="1493519" y="809861"/>
                      <a:pt x="1500201" y="703696"/>
                      <a:pt x="1468276" y="599015"/>
                    </a:cubicBezTo>
                    <a:cubicBezTo>
                      <a:pt x="1401459" y="377775"/>
                      <a:pt x="1275248" y="204792"/>
                      <a:pt x="1056236" y="110506"/>
                    </a:cubicBezTo>
                    <a:cubicBezTo>
                      <a:pt x="972297" y="74592"/>
                      <a:pt x="887183" y="52067"/>
                      <a:pt x="800630" y="46764"/>
                    </a:cubicBezTo>
                    <a:close/>
                    <a:moveTo>
                      <a:pt x="794163" y="814"/>
                    </a:moveTo>
                    <a:cubicBezTo>
                      <a:pt x="875086" y="4712"/>
                      <a:pt x="955638" y="22530"/>
                      <a:pt x="1036191" y="52598"/>
                    </a:cubicBezTo>
                    <a:cubicBezTo>
                      <a:pt x="1275248" y="140945"/>
                      <a:pt x="1421504" y="317640"/>
                      <a:pt x="1503912" y="551500"/>
                    </a:cubicBezTo>
                    <a:cubicBezTo>
                      <a:pt x="1544745" y="668802"/>
                      <a:pt x="1545488" y="789816"/>
                      <a:pt x="1518761" y="910830"/>
                    </a:cubicBezTo>
                    <a:cubicBezTo>
                      <a:pt x="1492034" y="1032586"/>
                      <a:pt x="1457140" y="1149887"/>
                      <a:pt x="1377702" y="1250855"/>
                    </a:cubicBezTo>
                    <a:cubicBezTo>
                      <a:pt x="1337612" y="1300597"/>
                      <a:pt x="1301233" y="1354051"/>
                      <a:pt x="1264855" y="1406020"/>
                    </a:cubicBezTo>
                    <a:cubicBezTo>
                      <a:pt x="1203977" y="1492140"/>
                      <a:pt x="1177250" y="1590882"/>
                      <a:pt x="1163144" y="1694078"/>
                    </a:cubicBezTo>
                    <a:cubicBezTo>
                      <a:pt x="1154235" y="1756440"/>
                      <a:pt x="1146811" y="1819546"/>
                      <a:pt x="1115630" y="1876711"/>
                    </a:cubicBezTo>
                    <a:cubicBezTo>
                      <a:pt x="1125281" y="1884878"/>
                      <a:pt x="1138644" y="1884136"/>
                      <a:pt x="1149781" y="1887848"/>
                    </a:cubicBezTo>
                    <a:cubicBezTo>
                      <a:pt x="1203235" y="1904923"/>
                      <a:pt x="1235158" y="1945757"/>
                      <a:pt x="1229961" y="1991044"/>
                    </a:cubicBezTo>
                    <a:cubicBezTo>
                      <a:pt x="1224022" y="2034846"/>
                      <a:pt x="1177992" y="2073451"/>
                      <a:pt x="1126023" y="2077164"/>
                    </a:cubicBezTo>
                    <a:cubicBezTo>
                      <a:pt x="1117857" y="2077906"/>
                      <a:pt x="1108948" y="2077906"/>
                      <a:pt x="1100038" y="2077906"/>
                    </a:cubicBezTo>
                    <a:cubicBezTo>
                      <a:pt x="1038418" y="2074936"/>
                      <a:pt x="496455" y="2056376"/>
                      <a:pt x="423698" y="2054891"/>
                    </a:cubicBezTo>
                    <a:cubicBezTo>
                      <a:pt x="403653" y="2055633"/>
                      <a:pt x="385093" y="2048210"/>
                      <a:pt x="368017" y="2039300"/>
                    </a:cubicBezTo>
                    <a:cubicBezTo>
                      <a:pt x="333866" y="2020740"/>
                      <a:pt x="309366" y="1994013"/>
                      <a:pt x="311594" y="1951695"/>
                    </a:cubicBezTo>
                    <a:cubicBezTo>
                      <a:pt x="314565" y="1907151"/>
                      <a:pt x="344260" y="1882651"/>
                      <a:pt x="382123" y="1867803"/>
                    </a:cubicBezTo>
                    <a:cubicBezTo>
                      <a:pt x="397714" y="1861121"/>
                      <a:pt x="415532" y="1858893"/>
                      <a:pt x="434092" y="1854439"/>
                    </a:cubicBezTo>
                    <a:cubicBezTo>
                      <a:pt x="408107" y="1790591"/>
                      <a:pt x="400684" y="1722289"/>
                      <a:pt x="387320" y="1655472"/>
                    </a:cubicBezTo>
                    <a:cubicBezTo>
                      <a:pt x="372471" y="1584200"/>
                      <a:pt x="337578" y="1521837"/>
                      <a:pt x="301199" y="1459474"/>
                    </a:cubicBezTo>
                    <a:cubicBezTo>
                      <a:pt x="251458" y="1374096"/>
                      <a:pt x="185383" y="1299855"/>
                      <a:pt x="137869" y="1212992"/>
                    </a:cubicBezTo>
                    <a:cubicBezTo>
                      <a:pt x="44324" y="1041494"/>
                      <a:pt x="-13585" y="861830"/>
                      <a:pt x="2748" y="664348"/>
                    </a:cubicBezTo>
                    <a:cubicBezTo>
                      <a:pt x="13885" y="531456"/>
                      <a:pt x="57687" y="409699"/>
                      <a:pt x="145292" y="308730"/>
                    </a:cubicBezTo>
                    <a:cubicBezTo>
                      <a:pt x="254428" y="180293"/>
                      <a:pt x="387320" y="83779"/>
                      <a:pt x="549909" y="32552"/>
                    </a:cubicBezTo>
                    <a:cubicBezTo>
                      <a:pt x="631946" y="6939"/>
                      <a:pt x="713240" y="-3084"/>
                      <a:pt x="794163" y="814"/>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ea typeface="Arial Unicode MS"/>
                  <a:cs typeface="B Titr" panose="00000700000000000000" pitchFamily="2" charset="-78"/>
                </a:endParaRPr>
              </a:p>
            </p:txBody>
          </p:sp>
          <p:sp>
            <p:nvSpPr>
              <p:cNvPr id="21" name="Freeform: Shape 20">
                <a:extLst>
                  <a:ext uri="{FF2B5EF4-FFF2-40B4-BE49-F238E27FC236}">
                    <a16:creationId xmlns:a16="http://schemas.microsoft.com/office/drawing/2014/main" xmlns="" id="{2055AE3E-1E2C-54E2-2133-8F0419BED34D}"/>
                  </a:ext>
                </a:extLst>
              </p:cNvPr>
              <p:cNvSpPr/>
              <p:nvPr/>
            </p:nvSpPr>
            <p:spPr>
              <a:xfrm rot="628173">
                <a:off x="7558838" y="2427102"/>
                <a:ext cx="937061" cy="1282256"/>
              </a:xfrm>
              <a:custGeom>
                <a:avLst/>
                <a:gdLst>
                  <a:gd name="connsiteX0" fmla="*/ 72231 w 937061"/>
                  <a:gd name="connsiteY0" fmla="*/ 508194 h 1282256"/>
                  <a:gd name="connsiteX1" fmla="*/ 139689 w 937061"/>
                  <a:gd name="connsiteY1" fmla="*/ 559080 h 1282256"/>
                  <a:gd name="connsiteX2" fmla="*/ 137581 w 937061"/>
                  <a:gd name="connsiteY2" fmla="*/ 579636 h 1282256"/>
                  <a:gd name="connsiteX3" fmla="*/ 173595 w 937061"/>
                  <a:gd name="connsiteY3" fmla="*/ 561778 h 1282256"/>
                  <a:gd name="connsiteX4" fmla="*/ 235622 w 937061"/>
                  <a:gd name="connsiteY4" fmla="*/ 562333 h 1282256"/>
                  <a:gd name="connsiteX5" fmla="*/ 265212 w 937061"/>
                  <a:gd name="connsiteY5" fmla="*/ 596791 h 1282256"/>
                  <a:gd name="connsiteX6" fmla="*/ 264188 w 937061"/>
                  <a:gd name="connsiteY6" fmla="*/ 602277 h 1282256"/>
                  <a:gd name="connsiteX7" fmla="*/ 251467 w 937061"/>
                  <a:gd name="connsiteY7" fmla="*/ 657997 h 1282256"/>
                  <a:gd name="connsiteX8" fmla="*/ 248802 w 937061"/>
                  <a:gd name="connsiteY8" fmla="*/ 665620 h 1282256"/>
                  <a:gd name="connsiteX9" fmla="*/ 226702 w 937061"/>
                  <a:gd name="connsiteY9" fmla="*/ 731221 h 1282256"/>
                  <a:gd name="connsiteX10" fmla="*/ 292287 w 937061"/>
                  <a:gd name="connsiteY10" fmla="*/ 797322 h 1282256"/>
                  <a:gd name="connsiteX11" fmla="*/ 318540 w 937061"/>
                  <a:gd name="connsiteY11" fmla="*/ 799397 h 1282256"/>
                  <a:gd name="connsiteX12" fmla="*/ 386587 w 937061"/>
                  <a:gd name="connsiteY12" fmla="*/ 855674 h 1282256"/>
                  <a:gd name="connsiteX13" fmla="*/ 391213 w 937061"/>
                  <a:gd name="connsiteY13" fmla="*/ 832209 h 1282256"/>
                  <a:gd name="connsiteX14" fmla="*/ 339010 w 937061"/>
                  <a:gd name="connsiteY14" fmla="*/ 777893 h 1282256"/>
                  <a:gd name="connsiteX15" fmla="*/ 374294 w 937061"/>
                  <a:gd name="connsiteY15" fmla="*/ 724114 h 1282256"/>
                  <a:gd name="connsiteX16" fmla="*/ 365526 w 937061"/>
                  <a:gd name="connsiteY16" fmla="*/ 703124 h 1282256"/>
                  <a:gd name="connsiteX17" fmla="*/ 314275 w 937061"/>
                  <a:gd name="connsiteY17" fmla="*/ 774111 h 1282256"/>
                  <a:gd name="connsiteX18" fmla="*/ 255752 w 937061"/>
                  <a:gd name="connsiteY18" fmla="*/ 746224 h 1282256"/>
                  <a:gd name="connsiteX19" fmla="*/ 257804 w 937061"/>
                  <a:gd name="connsiteY19" fmla="*/ 700011 h 1282256"/>
                  <a:gd name="connsiteX20" fmla="*/ 281358 w 937061"/>
                  <a:gd name="connsiteY20" fmla="*/ 666529 h 1282256"/>
                  <a:gd name="connsiteX21" fmla="*/ 276069 w 937061"/>
                  <a:gd name="connsiteY21" fmla="*/ 646729 h 1282256"/>
                  <a:gd name="connsiteX22" fmla="*/ 315725 w 937061"/>
                  <a:gd name="connsiteY22" fmla="*/ 605586 h 1282256"/>
                  <a:gd name="connsiteX23" fmla="*/ 348811 w 937061"/>
                  <a:gd name="connsiteY23" fmla="*/ 615972 h 1282256"/>
                  <a:gd name="connsiteX24" fmla="*/ 355707 w 937061"/>
                  <a:gd name="connsiteY24" fmla="*/ 609198 h 1282256"/>
                  <a:gd name="connsiteX25" fmla="*/ 423989 w 937061"/>
                  <a:gd name="connsiteY25" fmla="*/ 603914 h 1282256"/>
                  <a:gd name="connsiteX26" fmla="*/ 462978 w 937061"/>
                  <a:gd name="connsiteY26" fmla="*/ 667189 h 1282256"/>
                  <a:gd name="connsiteX27" fmla="*/ 447498 w 937061"/>
                  <a:gd name="connsiteY27" fmla="*/ 742160 h 1282256"/>
                  <a:gd name="connsiteX28" fmla="*/ 444272 w 937061"/>
                  <a:gd name="connsiteY28" fmla="*/ 747849 h 1282256"/>
                  <a:gd name="connsiteX29" fmla="*/ 468977 w 937061"/>
                  <a:gd name="connsiteY29" fmla="*/ 772413 h 1282256"/>
                  <a:gd name="connsiteX30" fmla="*/ 495847 w 937061"/>
                  <a:gd name="connsiteY30" fmla="*/ 863799 h 1282256"/>
                  <a:gd name="connsiteX31" fmla="*/ 444271 w 937061"/>
                  <a:gd name="connsiteY31" fmla="*/ 922014 h 1282256"/>
                  <a:gd name="connsiteX32" fmla="*/ 431747 w 937061"/>
                  <a:gd name="connsiteY32" fmla="*/ 921551 h 1282256"/>
                  <a:gd name="connsiteX33" fmla="*/ 442410 w 937061"/>
                  <a:gd name="connsiteY33" fmla="*/ 937592 h 1282256"/>
                  <a:gd name="connsiteX34" fmla="*/ 543619 w 937061"/>
                  <a:gd name="connsiteY34" fmla="*/ 1186492 h 1282256"/>
                  <a:gd name="connsiteX35" fmla="*/ 566594 w 937061"/>
                  <a:gd name="connsiteY35" fmla="*/ 1273228 h 1282256"/>
                  <a:gd name="connsiteX36" fmla="*/ 531195 w 937061"/>
                  <a:gd name="connsiteY36" fmla="*/ 1282256 h 1282256"/>
                  <a:gd name="connsiteX37" fmla="*/ 510987 w 937061"/>
                  <a:gd name="connsiteY37" fmla="*/ 1183176 h 1282256"/>
                  <a:gd name="connsiteX38" fmla="*/ 419465 w 937061"/>
                  <a:gd name="connsiteY38" fmla="*/ 965735 h 1282256"/>
                  <a:gd name="connsiteX39" fmla="*/ 380666 w 937061"/>
                  <a:gd name="connsiteY39" fmla="*/ 911088 h 1282256"/>
                  <a:gd name="connsiteX40" fmla="*/ 370913 w 937061"/>
                  <a:gd name="connsiteY40" fmla="*/ 906441 h 1282256"/>
                  <a:gd name="connsiteX41" fmla="*/ 360466 w 937061"/>
                  <a:gd name="connsiteY41" fmla="*/ 906130 h 1282256"/>
                  <a:gd name="connsiteX42" fmla="*/ 314518 w 937061"/>
                  <a:gd name="connsiteY42" fmla="*/ 920936 h 1282256"/>
                  <a:gd name="connsiteX43" fmla="*/ 256927 w 937061"/>
                  <a:gd name="connsiteY43" fmla="*/ 880449 h 1282256"/>
                  <a:gd name="connsiteX44" fmla="*/ 248732 w 937061"/>
                  <a:gd name="connsiteY44" fmla="*/ 847130 h 1282256"/>
                  <a:gd name="connsiteX45" fmla="*/ 247889 w 937061"/>
                  <a:gd name="connsiteY45" fmla="*/ 840361 h 1282256"/>
                  <a:gd name="connsiteX46" fmla="*/ 220304 w 937061"/>
                  <a:gd name="connsiteY46" fmla="*/ 848717 h 1282256"/>
                  <a:gd name="connsiteX47" fmla="*/ 136302 w 937061"/>
                  <a:gd name="connsiteY47" fmla="*/ 795389 h 1282256"/>
                  <a:gd name="connsiteX48" fmla="*/ 132240 w 937061"/>
                  <a:gd name="connsiteY48" fmla="*/ 772306 h 1282256"/>
                  <a:gd name="connsiteX49" fmla="*/ 132030 w 937061"/>
                  <a:gd name="connsiteY49" fmla="*/ 749123 h 1282256"/>
                  <a:gd name="connsiteX50" fmla="*/ 118944 w 937061"/>
                  <a:gd name="connsiteY50" fmla="*/ 746653 h 1282256"/>
                  <a:gd name="connsiteX51" fmla="*/ 28110 w 937061"/>
                  <a:gd name="connsiteY51" fmla="*/ 666272 h 1282256"/>
                  <a:gd name="connsiteX52" fmla="*/ 18430 w 937061"/>
                  <a:gd name="connsiteY52" fmla="*/ 570895 h 1282256"/>
                  <a:gd name="connsiteX53" fmla="*/ 72231 w 937061"/>
                  <a:gd name="connsiteY53" fmla="*/ 508194 h 1282256"/>
                  <a:gd name="connsiteX54" fmla="*/ 828778 w 937061"/>
                  <a:gd name="connsiteY54" fmla="*/ 368188 h 1282256"/>
                  <a:gd name="connsiteX55" fmla="*/ 903402 w 937061"/>
                  <a:gd name="connsiteY55" fmla="*/ 393916 h 1282256"/>
                  <a:gd name="connsiteX56" fmla="*/ 921670 w 937061"/>
                  <a:gd name="connsiteY56" fmla="*/ 560021 h 1282256"/>
                  <a:gd name="connsiteX57" fmla="*/ 873673 w 937061"/>
                  <a:gd name="connsiteY57" fmla="*/ 610037 h 1282256"/>
                  <a:gd name="connsiteX58" fmla="*/ 870382 w 937061"/>
                  <a:gd name="connsiteY58" fmla="*/ 612071 h 1282256"/>
                  <a:gd name="connsiteX59" fmla="*/ 881183 w 937061"/>
                  <a:gd name="connsiteY59" fmla="*/ 655093 h 1282256"/>
                  <a:gd name="connsiteX60" fmla="*/ 811085 w 937061"/>
                  <a:gd name="connsiteY60" fmla="*/ 738732 h 1282256"/>
                  <a:gd name="connsiteX61" fmla="*/ 793636 w 937061"/>
                  <a:gd name="connsiteY61" fmla="*/ 739105 h 1282256"/>
                  <a:gd name="connsiteX62" fmla="*/ 799023 w 937061"/>
                  <a:gd name="connsiteY62" fmla="*/ 768256 h 1282256"/>
                  <a:gd name="connsiteX63" fmla="*/ 794668 w 937061"/>
                  <a:gd name="connsiteY63" fmla="*/ 805320 h 1282256"/>
                  <a:gd name="connsiteX64" fmla="*/ 736637 w 937061"/>
                  <a:gd name="connsiteY64" fmla="*/ 842933 h 1282256"/>
                  <a:gd name="connsiteX65" fmla="*/ 711441 w 937061"/>
                  <a:gd name="connsiteY65" fmla="*/ 841070 h 1282256"/>
                  <a:gd name="connsiteX66" fmla="*/ 702708 w 937061"/>
                  <a:gd name="connsiteY66" fmla="*/ 844516 h 1282256"/>
                  <a:gd name="connsiteX67" fmla="*/ 683025 w 937061"/>
                  <a:gd name="connsiteY67" fmla="*/ 866563 h 1282256"/>
                  <a:gd name="connsiteX68" fmla="*/ 657843 w 937061"/>
                  <a:gd name="connsiteY68" fmla="*/ 881435 h 1282256"/>
                  <a:gd name="connsiteX69" fmla="*/ 694319 w 937061"/>
                  <a:gd name="connsiteY69" fmla="*/ 1016214 h 1282256"/>
                  <a:gd name="connsiteX70" fmla="*/ 713201 w 937061"/>
                  <a:gd name="connsiteY70" fmla="*/ 1156998 h 1282256"/>
                  <a:gd name="connsiteX71" fmla="*/ 720960 w 937061"/>
                  <a:gd name="connsiteY71" fmla="*/ 1258622 h 1282256"/>
                  <a:gd name="connsiteX72" fmla="*/ 679557 w 937061"/>
                  <a:gd name="connsiteY72" fmla="*/ 1261399 h 1282256"/>
                  <a:gd name="connsiteX73" fmla="*/ 677437 w 937061"/>
                  <a:gd name="connsiteY73" fmla="*/ 1146560 h 1282256"/>
                  <a:gd name="connsiteX74" fmla="*/ 658812 w 937061"/>
                  <a:gd name="connsiteY74" fmla="*/ 1013559 h 1282256"/>
                  <a:gd name="connsiteX75" fmla="*/ 620096 w 937061"/>
                  <a:gd name="connsiteY75" fmla="*/ 884815 h 1282256"/>
                  <a:gd name="connsiteX76" fmla="*/ 617487 w 937061"/>
                  <a:gd name="connsiteY76" fmla="*/ 885041 h 1282256"/>
                  <a:gd name="connsiteX77" fmla="*/ 582656 w 937061"/>
                  <a:gd name="connsiteY77" fmla="*/ 865072 h 1282256"/>
                  <a:gd name="connsiteX78" fmla="*/ 558217 w 937061"/>
                  <a:gd name="connsiteY78" fmla="*/ 771403 h 1282256"/>
                  <a:gd name="connsiteX79" fmla="*/ 575867 w 937061"/>
                  <a:gd name="connsiteY79" fmla="*/ 722513 h 1282256"/>
                  <a:gd name="connsiteX80" fmla="*/ 560670 w 937061"/>
                  <a:gd name="connsiteY80" fmla="*/ 708618 h 1282256"/>
                  <a:gd name="connsiteX81" fmla="*/ 534291 w 937061"/>
                  <a:gd name="connsiteY81" fmla="*/ 600031 h 1282256"/>
                  <a:gd name="connsiteX82" fmla="*/ 572231 w 937061"/>
                  <a:gd name="connsiteY82" fmla="*/ 560631 h 1282256"/>
                  <a:gd name="connsiteX83" fmla="*/ 603475 w 937061"/>
                  <a:gd name="connsiteY83" fmla="*/ 559950 h 1282256"/>
                  <a:gd name="connsiteX84" fmla="*/ 618559 w 937061"/>
                  <a:gd name="connsiteY84" fmla="*/ 565514 h 1282256"/>
                  <a:gd name="connsiteX85" fmla="*/ 649454 w 937061"/>
                  <a:gd name="connsiteY85" fmla="*/ 543101 h 1282256"/>
                  <a:gd name="connsiteX86" fmla="*/ 697970 w 937061"/>
                  <a:gd name="connsiteY86" fmla="*/ 567543 h 1282256"/>
                  <a:gd name="connsiteX87" fmla="*/ 700456 w 937061"/>
                  <a:gd name="connsiteY87" fmla="*/ 590917 h 1282256"/>
                  <a:gd name="connsiteX88" fmla="*/ 720550 w 937061"/>
                  <a:gd name="connsiteY88" fmla="*/ 600445 h 1282256"/>
                  <a:gd name="connsiteX89" fmla="*/ 751604 w 937061"/>
                  <a:gd name="connsiteY89" fmla="*/ 639520 h 1282256"/>
                  <a:gd name="connsiteX90" fmla="*/ 738347 w 937061"/>
                  <a:gd name="connsiteY90" fmla="*/ 683525 h 1282256"/>
                  <a:gd name="connsiteX91" fmla="*/ 707956 w 937061"/>
                  <a:gd name="connsiteY91" fmla="*/ 700956 h 1282256"/>
                  <a:gd name="connsiteX92" fmla="*/ 634896 w 937061"/>
                  <a:gd name="connsiteY92" fmla="*/ 651717 h 1282256"/>
                  <a:gd name="connsiteX93" fmla="*/ 633997 w 937061"/>
                  <a:gd name="connsiteY93" fmla="*/ 675512 h 1282256"/>
                  <a:gd name="connsiteX94" fmla="*/ 687058 w 937061"/>
                  <a:gd name="connsiteY94" fmla="*/ 716835 h 1282256"/>
                  <a:gd name="connsiteX95" fmla="*/ 656986 w 937061"/>
                  <a:gd name="connsiteY95" fmla="*/ 782282 h 1282256"/>
                  <a:gd name="connsiteX96" fmla="*/ 669532 w 937061"/>
                  <a:gd name="connsiteY96" fmla="*/ 802778 h 1282256"/>
                  <a:gd name="connsiteX97" fmla="*/ 712109 w 937061"/>
                  <a:gd name="connsiteY97" fmla="*/ 736651 h 1282256"/>
                  <a:gd name="connsiteX98" fmla="*/ 723692 w 937061"/>
                  <a:gd name="connsiteY98" fmla="*/ 721066 h 1282256"/>
                  <a:gd name="connsiteX99" fmla="*/ 776459 w 937061"/>
                  <a:gd name="connsiteY99" fmla="*/ 653872 h 1282256"/>
                  <a:gd name="connsiteX100" fmla="*/ 733368 w 937061"/>
                  <a:gd name="connsiteY100" fmla="*/ 578317 h 1282256"/>
                  <a:gd name="connsiteX101" fmla="*/ 723890 w 937061"/>
                  <a:gd name="connsiteY101" fmla="*/ 565605 h 1282256"/>
                  <a:gd name="connsiteX102" fmla="*/ 694098 w 937061"/>
                  <a:gd name="connsiteY102" fmla="*/ 523444 h 1282256"/>
                  <a:gd name="connsiteX103" fmla="*/ 690243 w 937061"/>
                  <a:gd name="connsiteY103" fmla="*/ 515805 h 1282256"/>
                  <a:gd name="connsiteX104" fmla="*/ 698774 w 937061"/>
                  <a:gd name="connsiteY104" fmla="*/ 485914 h 1282256"/>
                  <a:gd name="connsiteX105" fmla="*/ 755797 w 937061"/>
                  <a:gd name="connsiteY105" fmla="*/ 452765 h 1282256"/>
                  <a:gd name="connsiteX106" fmla="*/ 802978 w 937061"/>
                  <a:gd name="connsiteY106" fmla="*/ 455658 h 1282256"/>
                  <a:gd name="connsiteX107" fmla="*/ 792796 w 937061"/>
                  <a:gd name="connsiteY107" fmla="*/ 434725 h 1282256"/>
                  <a:gd name="connsiteX108" fmla="*/ 828778 w 937061"/>
                  <a:gd name="connsiteY108" fmla="*/ 368188 h 1282256"/>
                  <a:gd name="connsiteX109" fmla="*/ 80732 w 937061"/>
                  <a:gd name="connsiteY109" fmla="*/ 236718 h 1282256"/>
                  <a:gd name="connsiteX110" fmla="*/ 85733 w 937061"/>
                  <a:gd name="connsiteY110" fmla="*/ 243941 h 1282256"/>
                  <a:gd name="connsiteX111" fmla="*/ 165483 w 937061"/>
                  <a:gd name="connsiteY111" fmla="*/ 295204 h 1282256"/>
                  <a:gd name="connsiteX112" fmla="*/ 199590 w 937061"/>
                  <a:gd name="connsiteY112" fmla="*/ 324345 h 1282256"/>
                  <a:gd name="connsiteX113" fmla="*/ 183395 w 937061"/>
                  <a:gd name="connsiteY113" fmla="*/ 381115 h 1282256"/>
                  <a:gd name="connsiteX114" fmla="*/ 167577 w 937061"/>
                  <a:gd name="connsiteY114" fmla="*/ 388113 h 1282256"/>
                  <a:gd name="connsiteX115" fmla="*/ 179565 w 937061"/>
                  <a:gd name="connsiteY115" fmla="*/ 401175 h 1282256"/>
                  <a:gd name="connsiteX116" fmla="*/ 179992 w 937061"/>
                  <a:gd name="connsiteY116" fmla="*/ 449781 h 1282256"/>
                  <a:gd name="connsiteX117" fmla="*/ 108044 w 937061"/>
                  <a:gd name="connsiteY117" fmla="*/ 482632 h 1282256"/>
                  <a:gd name="connsiteX118" fmla="*/ 27201 w 937061"/>
                  <a:gd name="connsiteY118" fmla="*/ 505923 h 1282256"/>
                  <a:gd name="connsiteX119" fmla="*/ 570 w 937061"/>
                  <a:gd name="connsiteY119" fmla="*/ 441177 h 1282256"/>
                  <a:gd name="connsiteX120" fmla="*/ 70413 w 937061"/>
                  <a:gd name="connsiteY120" fmla="*/ 361661 h 1282256"/>
                  <a:gd name="connsiteX121" fmla="*/ 65724 w 937061"/>
                  <a:gd name="connsiteY121" fmla="*/ 357231 h 1282256"/>
                  <a:gd name="connsiteX122" fmla="*/ 36050 w 937061"/>
                  <a:gd name="connsiteY122" fmla="*/ 293659 h 1282256"/>
                  <a:gd name="connsiteX123" fmla="*/ 80732 w 937061"/>
                  <a:gd name="connsiteY123" fmla="*/ 236718 h 1282256"/>
                  <a:gd name="connsiteX124" fmla="*/ 734063 w 937061"/>
                  <a:gd name="connsiteY124" fmla="*/ 115786 h 1282256"/>
                  <a:gd name="connsiteX125" fmla="*/ 800039 w 937061"/>
                  <a:gd name="connsiteY125" fmla="*/ 168575 h 1282256"/>
                  <a:gd name="connsiteX126" fmla="*/ 790133 w 937061"/>
                  <a:gd name="connsiteY126" fmla="*/ 225202 h 1282256"/>
                  <a:gd name="connsiteX127" fmla="*/ 788636 w 937061"/>
                  <a:gd name="connsiteY127" fmla="*/ 228126 h 1282256"/>
                  <a:gd name="connsiteX128" fmla="*/ 788782 w 937061"/>
                  <a:gd name="connsiteY128" fmla="*/ 228914 h 1282256"/>
                  <a:gd name="connsiteX129" fmla="*/ 879477 w 937061"/>
                  <a:gd name="connsiteY129" fmla="*/ 273265 h 1282256"/>
                  <a:gd name="connsiteX130" fmla="*/ 880462 w 937061"/>
                  <a:gd name="connsiteY130" fmla="*/ 348046 h 1282256"/>
                  <a:gd name="connsiteX131" fmla="*/ 875371 w 937061"/>
                  <a:gd name="connsiteY131" fmla="*/ 346949 h 1282256"/>
                  <a:gd name="connsiteX132" fmla="*/ 802289 w 937061"/>
                  <a:gd name="connsiteY132" fmla="*/ 352714 h 1282256"/>
                  <a:gd name="connsiteX133" fmla="*/ 731227 w 937061"/>
                  <a:gd name="connsiteY133" fmla="*/ 357290 h 1282256"/>
                  <a:gd name="connsiteX134" fmla="*/ 699035 w 937061"/>
                  <a:gd name="connsiteY134" fmla="*/ 320868 h 1282256"/>
                  <a:gd name="connsiteX135" fmla="*/ 705546 w 937061"/>
                  <a:gd name="connsiteY135" fmla="*/ 292165 h 1282256"/>
                  <a:gd name="connsiteX136" fmla="*/ 707611 w 937061"/>
                  <a:gd name="connsiteY136" fmla="*/ 287913 h 1282256"/>
                  <a:gd name="connsiteX137" fmla="*/ 691898 w 937061"/>
                  <a:gd name="connsiteY137" fmla="*/ 287761 h 1282256"/>
                  <a:gd name="connsiteX138" fmla="*/ 656836 w 937061"/>
                  <a:gd name="connsiteY138" fmla="*/ 256759 h 1282256"/>
                  <a:gd name="connsiteX139" fmla="*/ 657076 w 937061"/>
                  <a:gd name="connsiteY139" fmla="*/ 221678 h 1282256"/>
                  <a:gd name="connsiteX140" fmla="*/ 672162 w 937061"/>
                  <a:gd name="connsiteY140" fmla="*/ 203002 h 1282256"/>
                  <a:gd name="connsiteX141" fmla="*/ 732996 w 937061"/>
                  <a:gd name="connsiteY141" fmla="*/ 118834 h 1282256"/>
                  <a:gd name="connsiteX142" fmla="*/ 734063 w 937061"/>
                  <a:gd name="connsiteY142" fmla="*/ 115786 h 1282256"/>
                  <a:gd name="connsiteX143" fmla="*/ 234805 w 937061"/>
                  <a:gd name="connsiteY143" fmla="*/ 54681 h 1282256"/>
                  <a:gd name="connsiteX144" fmla="*/ 265378 w 937061"/>
                  <a:gd name="connsiteY144" fmla="*/ 49820 h 1282256"/>
                  <a:gd name="connsiteX145" fmla="*/ 314937 w 937061"/>
                  <a:gd name="connsiteY145" fmla="*/ 75496 h 1282256"/>
                  <a:gd name="connsiteX146" fmla="*/ 345601 w 937061"/>
                  <a:gd name="connsiteY146" fmla="*/ 197347 h 1282256"/>
                  <a:gd name="connsiteX147" fmla="*/ 334083 w 937061"/>
                  <a:gd name="connsiteY147" fmla="*/ 235327 h 1282256"/>
                  <a:gd name="connsiteX148" fmla="*/ 353353 w 937061"/>
                  <a:gd name="connsiteY148" fmla="*/ 413468 h 1282256"/>
                  <a:gd name="connsiteX149" fmla="*/ 418223 w 937061"/>
                  <a:gd name="connsiteY149" fmla="*/ 498850 h 1282256"/>
                  <a:gd name="connsiteX150" fmla="*/ 414075 w 937061"/>
                  <a:gd name="connsiteY150" fmla="*/ 570097 h 1282256"/>
                  <a:gd name="connsiteX151" fmla="*/ 374791 w 937061"/>
                  <a:gd name="connsiteY151" fmla="*/ 572468 h 1282256"/>
                  <a:gd name="connsiteX152" fmla="*/ 347212 w 937061"/>
                  <a:gd name="connsiteY152" fmla="*/ 583064 h 1282256"/>
                  <a:gd name="connsiteX153" fmla="*/ 340945 w 937061"/>
                  <a:gd name="connsiteY153" fmla="*/ 584425 h 1282256"/>
                  <a:gd name="connsiteX154" fmla="*/ 286621 w 937061"/>
                  <a:gd name="connsiteY154" fmla="*/ 583668 h 1282256"/>
                  <a:gd name="connsiteX155" fmla="*/ 233948 w 937061"/>
                  <a:gd name="connsiteY155" fmla="*/ 534531 h 1282256"/>
                  <a:gd name="connsiteX156" fmla="*/ 162779 w 937061"/>
                  <a:gd name="connsiteY156" fmla="*/ 538517 h 1282256"/>
                  <a:gd name="connsiteX157" fmla="*/ 146371 w 937061"/>
                  <a:gd name="connsiteY157" fmla="*/ 502641 h 1282256"/>
                  <a:gd name="connsiteX158" fmla="*/ 196829 w 937061"/>
                  <a:gd name="connsiteY158" fmla="*/ 467040 h 1282256"/>
                  <a:gd name="connsiteX159" fmla="*/ 291634 w 937061"/>
                  <a:gd name="connsiteY159" fmla="*/ 464187 h 1282256"/>
                  <a:gd name="connsiteX160" fmla="*/ 339848 w 937061"/>
                  <a:gd name="connsiteY160" fmla="*/ 495814 h 1282256"/>
                  <a:gd name="connsiteX161" fmla="*/ 344709 w 937061"/>
                  <a:gd name="connsiteY161" fmla="*/ 472509 h 1282256"/>
                  <a:gd name="connsiteX162" fmla="*/ 302160 w 937061"/>
                  <a:gd name="connsiteY162" fmla="*/ 429650 h 1282256"/>
                  <a:gd name="connsiteX163" fmla="*/ 317151 w 937061"/>
                  <a:gd name="connsiteY163" fmla="*/ 371880 h 1282256"/>
                  <a:gd name="connsiteX164" fmla="*/ 300153 w 937061"/>
                  <a:gd name="connsiteY164" fmla="*/ 354855 h 1282256"/>
                  <a:gd name="connsiteX165" fmla="*/ 275979 w 937061"/>
                  <a:gd name="connsiteY165" fmla="*/ 409229 h 1282256"/>
                  <a:gd name="connsiteX166" fmla="*/ 278835 w 937061"/>
                  <a:gd name="connsiteY166" fmla="*/ 436812 h 1282256"/>
                  <a:gd name="connsiteX167" fmla="*/ 277330 w 937061"/>
                  <a:gd name="connsiteY167" fmla="*/ 442997 h 1282256"/>
                  <a:gd name="connsiteX168" fmla="*/ 211427 w 937061"/>
                  <a:gd name="connsiteY168" fmla="*/ 446824 h 1282256"/>
                  <a:gd name="connsiteX169" fmla="*/ 209401 w 937061"/>
                  <a:gd name="connsiteY169" fmla="*/ 440273 h 1282256"/>
                  <a:gd name="connsiteX170" fmla="*/ 206434 w 937061"/>
                  <a:gd name="connsiteY170" fmla="*/ 398858 h 1282256"/>
                  <a:gd name="connsiteX171" fmla="*/ 207223 w 937061"/>
                  <a:gd name="connsiteY171" fmla="*/ 393213 h 1282256"/>
                  <a:gd name="connsiteX172" fmla="*/ 213263 w 937061"/>
                  <a:gd name="connsiteY172" fmla="*/ 300227 h 1282256"/>
                  <a:gd name="connsiteX173" fmla="*/ 210849 w 937061"/>
                  <a:gd name="connsiteY173" fmla="*/ 295987 h 1282256"/>
                  <a:gd name="connsiteX174" fmla="*/ 230359 w 937061"/>
                  <a:gd name="connsiteY174" fmla="*/ 289124 h 1282256"/>
                  <a:gd name="connsiteX175" fmla="*/ 278448 w 937061"/>
                  <a:gd name="connsiteY175" fmla="*/ 208737 h 1282256"/>
                  <a:gd name="connsiteX176" fmla="*/ 283559 w 937061"/>
                  <a:gd name="connsiteY176" fmla="*/ 197812 h 1282256"/>
                  <a:gd name="connsiteX177" fmla="*/ 314933 w 937061"/>
                  <a:gd name="connsiteY177" fmla="*/ 142718 h 1282256"/>
                  <a:gd name="connsiteX178" fmla="*/ 291729 w 937061"/>
                  <a:gd name="connsiteY178" fmla="*/ 141710 h 1282256"/>
                  <a:gd name="connsiteX179" fmla="*/ 204653 w 937061"/>
                  <a:gd name="connsiteY179" fmla="*/ 172059 h 1282256"/>
                  <a:gd name="connsiteX180" fmla="*/ 190282 w 937061"/>
                  <a:gd name="connsiteY180" fmla="*/ 190196 h 1282256"/>
                  <a:gd name="connsiteX181" fmla="*/ 254302 w 937061"/>
                  <a:gd name="connsiteY181" fmla="*/ 210348 h 1282256"/>
                  <a:gd name="connsiteX182" fmla="*/ 206445 w 937061"/>
                  <a:gd name="connsiteY182" fmla="*/ 272154 h 1282256"/>
                  <a:gd name="connsiteX183" fmla="*/ 114462 w 937061"/>
                  <a:gd name="connsiteY183" fmla="*/ 240670 h 1282256"/>
                  <a:gd name="connsiteX184" fmla="*/ 120246 w 937061"/>
                  <a:gd name="connsiteY184" fmla="*/ 146306 h 1282256"/>
                  <a:gd name="connsiteX185" fmla="*/ 159117 w 937061"/>
                  <a:gd name="connsiteY185" fmla="*/ 137290 h 1282256"/>
                  <a:gd name="connsiteX186" fmla="*/ 166880 w 937061"/>
                  <a:gd name="connsiteY186" fmla="*/ 133004 h 1282256"/>
                  <a:gd name="connsiteX187" fmla="*/ 208914 w 937061"/>
                  <a:gd name="connsiteY187" fmla="*/ 71662 h 1282256"/>
                  <a:gd name="connsiteX188" fmla="*/ 234805 w 937061"/>
                  <a:gd name="connsiteY188" fmla="*/ 54681 h 1282256"/>
                  <a:gd name="connsiteX189" fmla="*/ 518054 w 937061"/>
                  <a:gd name="connsiteY189" fmla="*/ 685 h 1282256"/>
                  <a:gd name="connsiteX190" fmla="*/ 567481 w 937061"/>
                  <a:gd name="connsiteY190" fmla="*/ 11310 h 1282256"/>
                  <a:gd name="connsiteX191" fmla="*/ 617166 w 937061"/>
                  <a:gd name="connsiteY191" fmla="*/ 49796 h 1282256"/>
                  <a:gd name="connsiteX192" fmla="*/ 624803 w 937061"/>
                  <a:gd name="connsiteY192" fmla="*/ 51439 h 1282256"/>
                  <a:gd name="connsiteX193" fmla="*/ 685335 w 937061"/>
                  <a:gd name="connsiteY193" fmla="*/ 54921 h 1282256"/>
                  <a:gd name="connsiteX194" fmla="*/ 709531 w 937061"/>
                  <a:gd name="connsiteY194" fmla="*/ 114208 h 1282256"/>
                  <a:gd name="connsiteX195" fmla="*/ 661812 w 937061"/>
                  <a:gd name="connsiteY195" fmla="*/ 180063 h 1282256"/>
                  <a:gd name="connsiteX196" fmla="*/ 610202 w 937061"/>
                  <a:gd name="connsiteY196" fmla="*/ 195099 h 1282256"/>
                  <a:gd name="connsiteX197" fmla="*/ 562692 w 937061"/>
                  <a:gd name="connsiteY197" fmla="*/ 152954 h 1282256"/>
                  <a:gd name="connsiteX198" fmla="*/ 615624 w 937061"/>
                  <a:gd name="connsiteY198" fmla="*/ 112005 h 1282256"/>
                  <a:gd name="connsiteX199" fmla="*/ 594985 w 937061"/>
                  <a:gd name="connsiteY199" fmla="*/ 99523 h 1282256"/>
                  <a:gd name="connsiteX200" fmla="*/ 549403 w 937061"/>
                  <a:gd name="connsiteY200" fmla="*/ 129539 h 1282256"/>
                  <a:gd name="connsiteX201" fmla="*/ 503638 w 937061"/>
                  <a:gd name="connsiteY201" fmla="*/ 102348 h 1282256"/>
                  <a:gd name="connsiteX202" fmla="*/ 481968 w 937061"/>
                  <a:gd name="connsiteY202" fmla="*/ 111852 h 1282256"/>
                  <a:gd name="connsiteX203" fmla="*/ 529275 w 937061"/>
                  <a:gd name="connsiteY203" fmla="*/ 151795 h 1282256"/>
                  <a:gd name="connsiteX204" fmla="*/ 540380 w 937061"/>
                  <a:gd name="connsiteY204" fmla="*/ 163391 h 1282256"/>
                  <a:gd name="connsiteX205" fmla="*/ 586552 w 937061"/>
                  <a:gd name="connsiteY205" fmla="*/ 213729 h 1282256"/>
                  <a:gd name="connsiteX206" fmla="*/ 633128 w 937061"/>
                  <a:gd name="connsiteY206" fmla="*/ 217751 h 1282256"/>
                  <a:gd name="connsiteX207" fmla="*/ 631375 w 937061"/>
                  <a:gd name="connsiteY207" fmla="*/ 243538 h 1282256"/>
                  <a:gd name="connsiteX208" fmla="*/ 670400 w 937061"/>
                  <a:gd name="connsiteY208" fmla="*/ 307011 h 1282256"/>
                  <a:gd name="connsiteX209" fmla="*/ 674359 w 937061"/>
                  <a:gd name="connsiteY209" fmla="*/ 313002 h 1282256"/>
                  <a:gd name="connsiteX210" fmla="*/ 686366 w 937061"/>
                  <a:gd name="connsiteY210" fmla="*/ 351523 h 1282256"/>
                  <a:gd name="connsiteX211" fmla="*/ 686786 w 937061"/>
                  <a:gd name="connsiteY211" fmla="*/ 360408 h 1282256"/>
                  <a:gd name="connsiteX212" fmla="*/ 624276 w 937061"/>
                  <a:gd name="connsiteY212" fmla="*/ 379293 h 1282256"/>
                  <a:gd name="connsiteX213" fmla="*/ 620186 w 937061"/>
                  <a:gd name="connsiteY213" fmla="*/ 371494 h 1282256"/>
                  <a:gd name="connsiteX214" fmla="*/ 577039 w 937061"/>
                  <a:gd name="connsiteY214" fmla="*/ 307763 h 1282256"/>
                  <a:gd name="connsiteX215" fmla="*/ 571263 w 937061"/>
                  <a:gd name="connsiteY215" fmla="*/ 305164 h 1282256"/>
                  <a:gd name="connsiteX216" fmla="*/ 561472 w 937061"/>
                  <a:gd name="connsiteY216" fmla="*/ 327139 h 1282256"/>
                  <a:gd name="connsiteX217" fmla="*/ 596193 w 937061"/>
                  <a:gd name="connsiteY217" fmla="*/ 376131 h 1282256"/>
                  <a:gd name="connsiteX218" fmla="*/ 571697 w 937061"/>
                  <a:gd name="connsiteY218" fmla="*/ 430972 h 1282256"/>
                  <a:gd name="connsiteX219" fmla="*/ 584565 w 937061"/>
                  <a:gd name="connsiteY219" fmla="*/ 451001 h 1282256"/>
                  <a:gd name="connsiteX220" fmla="*/ 618292 w 937061"/>
                  <a:gd name="connsiteY220" fmla="*/ 404232 h 1282256"/>
                  <a:gd name="connsiteX221" fmla="*/ 707017 w 937061"/>
                  <a:gd name="connsiteY221" fmla="*/ 373985 h 1282256"/>
                  <a:gd name="connsiteX222" fmla="*/ 737381 w 937061"/>
                  <a:gd name="connsiteY222" fmla="*/ 385077 h 1282256"/>
                  <a:gd name="connsiteX223" fmla="*/ 767814 w 937061"/>
                  <a:gd name="connsiteY223" fmla="*/ 388823 h 1282256"/>
                  <a:gd name="connsiteX224" fmla="*/ 765487 w 937061"/>
                  <a:gd name="connsiteY224" fmla="*/ 426939 h 1282256"/>
                  <a:gd name="connsiteX225" fmla="*/ 665711 w 937061"/>
                  <a:gd name="connsiteY225" fmla="*/ 514227 h 1282256"/>
                  <a:gd name="connsiteX226" fmla="*/ 615799 w 937061"/>
                  <a:gd name="connsiteY226" fmla="*/ 534043 h 1282256"/>
                  <a:gd name="connsiteX227" fmla="*/ 611378 w 937061"/>
                  <a:gd name="connsiteY227" fmla="*/ 535471 h 1282256"/>
                  <a:gd name="connsiteX228" fmla="*/ 545354 w 937061"/>
                  <a:gd name="connsiteY228" fmla="*/ 547467 h 1282256"/>
                  <a:gd name="connsiteX229" fmla="*/ 543618 w 937061"/>
                  <a:gd name="connsiteY229" fmla="*/ 547992 h 1282256"/>
                  <a:gd name="connsiteX230" fmla="*/ 543114 w 937061"/>
                  <a:gd name="connsiteY230" fmla="*/ 378809 h 1282256"/>
                  <a:gd name="connsiteX231" fmla="*/ 481297 w 937061"/>
                  <a:gd name="connsiteY231" fmla="*/ 302233 h 1282256"/>
                  <a:gd name="connsiteX232" fmla="*/ 497521 w 937061"/>
                  <a:gd name="connsiteY232" fmla="*/ 205940 h 1282256"/>
                  <a:gd name="connsiteX233" fmla="*/ 471375 w 937061"/>
                  <a:gd name="connsiteY233" fmla="*/ 172476 h 1282256"/>
                  <a:gd name="connsiteX234" fmla="*/ 460261 w 937061"/>
                  <a:gd name="connsiteY234" fmla="*/ 46197 h 1282256"/>
                  <a:gd name="connsiteX235" fmla="*/ 518054 w 937061"/>
                  <a:gd name="connsiteY235" fmla="*/ 685 h 128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Lst>
                <a:rect l="l" t="t" r="r" b="b"/>
                <a:pathLst>
                  <a:path w="937061" h="1282256">
                    <a:moveTo>
                      <a:pt x="72231" y="508194"/>
                    </a:moveTo>
                    <a:cubicBezTo>
                      <a:pt x="110176" y="495275"/>
                      <a:pt x="141455" y="519031"/>
                      <a:pt x="139689" y="559080"/>
                    </a:cubicBezTo>
                    <a:cubicBezTo>
                      <a:pt x="139351" y="566068"/>
                      <a:pt x="138225" y="573202"/>
                      <a:pt x="137581" y="579636"/>
                    </a:cubicBezTo>
                    <a:cubicBezTo>
                      <a:pt x="149335" y="573797"/>
                      <a:pt x="161104" y="566938"/>
                      <a:pt x="173595" y="561778"/>
                    </a:cubicBezTo>
                    <a:cubicBezTo>
                      <a:pt x="194067" y="553512"/>
                      <a:pt x="215165" y="550836"/>
                      <a:pt x="235622" y="562333"/>
                    </a:cubicBezTo>
                    <a:cubicBezTo>
                      <a:pt x="249692" y="570123"/>
                      <a:pt x="258507" y="582549"/>
                      <a:pt x="265212" y="596791"/>
                    </a:cubicBezTo>
                    <a:cubicBezTo>
                      <a:pt x="265897" y="598294"/>
                      <a:pt x="265188" y="601073"/>
                      <a:pt x="264188" y="602277"/>
                    </a:cubicBezTo>
                    <a:cubicBezTo>
                      <a:pt x="251373" y="618904"/>
                      <a:pt x="247251" y="637387"/>
                      <a:pt x="251467" y="657997"/>
                    </a:cubicBezTo>
                    <a:cubicBezTo>
                      <a:pt x="251904" y="660360"/>
                      <a:pt x="250479" y="663679"/>
                      <a:pt x="248802" y="665620"/>
                    </a:cubicBezTo>
                    <a:cubicBezTo>
                      <a:pt x="232301" y="684354"/>
                      <a:pt x="223028" y="705826"/>
                      <a:pt x="226702" y="731221"/>
                    </a:cubicBezTo>
                    <a:cubicBezTo>
                      <a:pt x="231605" y="766574"/>
                      <a:pt x="256814" y="791656"/>
                      <a:pt x="292287" y="797322"/>
                    </a:cubicBezTo>
                    <a:cubicBezTo>
                      <a:pt x="300478" y="798661"/>
                      <a:pt x="309043" y="798708"/>
                      <a:pt x="318540" y="799397"/>
                    </a:cubicBezTo>
                    <a:cubicBezTo>
                      <a:pt x="330434" y="829589"/>
                      <a:pt x="353581" y="847922"/>
                      <a:pt x="386587" y="855674"/>
                    </a:cubicBezTo>
                    <a:cubicBezTo>
                      <a:pt x="388158" y="847643"/>
                      <a:pt x="389605" y="840043"/>
                      <a:pt x="391213" y="832209"/>
                    </a:cubicBezTo>
                    <a:cubicBezTo>
                      <a:pt x="363044" y="824173"/>
                      <a:pt x="342646" y="808591"/>
                      <a:pt x="339010" y="777893"/>
                    </a:cubicBezTo>
                    <a:cubicBezTo>
                      <a:pt x="336531" y="756758"/>
                      <a:pt x="346844" y="742020"/>
                      <a:pt x="374294" y="724114"/>
                    </a:cubicBezTo>
                    <a:cubicBezTo>
                      <a:pt x="371371" y="717117"/>
                      <a:pt x="368449" y="710120"/>
                      <a:pt x="365526" y="703124"/>
                    </a:cubicBezTo>
                    <a:cubicBezTo>
                      <a:pt x="339298" y="710007"/>
                      <a:pt x="321614" y="734460"/>
                      <a:pt x="314275" y="774111"/>
                    </a:cubicBezTo>
                    <a:cubicBezTo>
                      <a:pt x="290368" y="778122"/>
                      <a:pt x="265358" y="766244"/>
                      <a:pt x="255752" y="746224"/>
                    </a:cubicBezTo>
                    <a:cubicBezTo>
                      <a:pt x="248361" y="730477"/>
                      <a:pt x="249498" y="714583"/>
                      <a:pt x="257804" y="700011"/>
                    </a:cubicBezTo>
                    <a:cubicBezTo>
                      <a:pt x="263879" y="687685"/>
                      <a:pt x="272863" y="677876"/>
                      <a:pt x="281358" y="666529"/>
                    </a:cubicBezTo>
                    <a:cubicBezTo>
                      <a:pt x="279908" y="660889"/>
                      <a:pt x="277416" y="654017"/>
                      <a:pt x="276069" y="646729"/>
                    </a:cubicBezTo>
                    <a:cubicBezTo>
                      <a:pt x="271404" y="619276"/>
                      <a:pt x="288248" y="601294"/>
                      <a:pt x="315725" y="605586"/>
                    </a:cubicBezTo>
                    <a:cubicBezTo>
                      <a:pt x="326623" y="607240"/>
                      <a:pt x="337119" y="612225"/>
                      <a:pt x="348811" y="615972"/>
                    </a:cubicBezTo>
                    <a:cubicBezTo>
                      <a:pt x="350168" y="614499"/>
                      <a:pt x="352920" y="611750"/>
                      <a:pt x="355707" y="609198"/>
                    </a:cubicBezTo>
                    <a:cubicBezTo>
                      <a:pt x="375418" y="591297"/>
                      <a:pt x="401497" y="589125"/>
                      <a:pt x="423989" y="603914"/>
                    </a:cubicBezTo>
                    <a:cubicBezTo>
                      <a:pt x="446911" y="618826"/>
                      <a:pt x="458728" y="640883"/>
                      <a:pt x="462978" y="667189"/>
                    </a:cubicBezTo>
                    <a:cubicBezTo>
                      <a:pt x="467140" y="694123"/>
                      <a:pt x="460690" y="718741"/>
                      <a:pt x="447498" y="742160"/>
                    </a:cubicBezTo>
                    <a:cubicBezTo>
                      <a:pt x="446251" y="744224"/>
                      <a:pt x="445200" y="746252"/>
                      <a:pt x="444272" y="747849"/>
                    </a:cubicBezTo>
                    <a:cubicBezTo>
                      <a:pt x="452753" y="756263"/>
                      <a:pt x="461679" y="763780"/>
                      <a:pt x="468977" y="772413"/>
                    </a:cubicBezTo>
                    <a:cubicBezTo>
                      <a:pt x="491574" y="798793"/>
                      <a:pt x="503038" y="828859"/>
                      <a:pt x="495847" y="863799"/>
                    </a:cubicBezTo>
                    <a:cubicBezTo>
                      <a:pt x="489963" y="892589"/>
                      <a:pt x="473198" y="913206"/>
                      <a:pt x="444271" y="922014"/>
                    </a:cubicBezTo>
                    <a:lnTo>
                      <a:pt x="431747" y="921551"/>
                    </a:lnTo>
                    <a:lnTo>
                      <a:pt x="442410" y="937592"/>
                    </a:lnTo>
                    <a:cubicBezTo>
                      <a:pt x="487480" y="1016676"/>
                      <a:pt x="529845" y="1122313"/>
                      <a:pt x="543619" y="1186492"/>
                    </a:cubicBezTo>
                    <a:cubicBezTo>
                      <a:pt x="550598" y="1215224"/>
                      <a:pt x="555819" y="1248481"/>
                      <a:pt x="566594" y="1273228"/>
                    </a:cubicBezTo>
                    <a:lnTo>
                      <a:pt x="531195" y="1282256"/>
                    </a:lnTo>
                    <a:cubicBezTo>
                      <a:pt x="524459" y="1249229"/>
                      <a:pt x="517723" y="1216203"/>
                      <a:pt x="510987" y="1183176"/>
                    </a:cubicBezTo>
                    <a:cubicBezTo>
                      <a:pt x="491057" y="1106410"/>
                      <a:pt x="461690" y="1033323"/>
                      <a:pt x="419465" y="965735"/>
                    </a:cubicBezTo>
                    <a:lnTo>
                      <a:pt x="380666" y="911088"/>
                    </a:lnTo>
                    <a:lnTo>
                      <a:pt x="370913" y="906441"/>
                    </a:lnTo>
                    <a:cubicBezTo>
                      <a:pt x="367054" y="904302"/>
                      <a:pt x="364509" y="903754"/>
                      <a:pt x="360466" y="906130"/>
                    </a:cubicBezTo>
                    <a:cubicBezTo>
                      <a:pt x="346392" y="914842"/>
                      <a:pt x="331143" y="920512"/>
                      <a:pt x="314518" y="920936"/>
                    </a:cubicBezTo>
                    <a:cubicBezTo>
                      <a:pt x="287950" y="921567"/>
                      <a:pt x="267107" y="906882"/>
                      <a:pt x="256927" y="880449"/>
                    </a:cubicBezTo>
                    <a:cubicBezTo>
                      <a:pt x="252918" y="869783"/>
                      <a:pt x="251397" y="858249"/>
                      <a:pt x="248732" y="847130"/>
                    </a:cubicBezTo>
                    <a:cubicBezTo>
                      <a:pt x="248098" y="844804"/>
                      <a:pt x="248092" y="842563"/>
                      <a:pt x="247889" y="840361"/>
                    </a:cubicBezTo>
                    <a:cubicBezTo>
                      <a:pt x="238455" y="843325"/>
                      <a:pt x="229525" y="846809"/>
                      <a:pt x="220304" y="848717"/>
                    </a:cubicBezTo>
                    <a:cubicBezTo>
                      <a:pt x="180981" y="856390"/>
                      <a:pt x="146339" y="834274"/>
                      <a:pt x="136302" y="795389"/>
                    </a:cubicBezTo>
                    <a:cubicBezTo>
                      <a:pt x="134291" y="787816"/>
                      <a:pt x="132872" y="780134"/>
                      <a:pt x="132240" y="772306"/>
                    </a:cubicBezTo>
                    <a:cubicBezTo>
                      <a:pt x="131484" y="764909"/>
                      <a:pt x="131910" y="757293"/>
                      <a:pt x="132030" y="749123"/>
                    </a:cubicBezTo>
                    <a:cubicBezTo>
                      <a:pt x="127799" y="748275"/>
                      <a:pt x="123408" y="747660"/>
                      <a:pt x="118944" y="746653"/>
                    </a:cubicBezTo>
                    <a:cubicBezTo>
                      <a:pt x="74070" y="736407"/>
                      <a:pt x="44624" y="708238"/>
                      <a:pt x="28110" y="666272"/>
                    </a:cubicBezTo>
                    <a:cubicBezTo>
                      <a:pt x="15910" y="635527"/>
                      <a:pt x="10210" y="603580"/>
                      <a:pt x="18430" y="570895"/>
                    </a:cubicBezTo>
                    <a:cubicBezTo>
                      <a:pt x="25779" y="541222"/>
                      <a:pt x="42144" y="518440"/>
                      <a:pt x="72231" y="508194"/>
                    </a:cubicBezTo>
                    <a:close/>
                    <a:moveTo>
                      <a:pt x="828778" y="368188"/>
                    </a:moveTo>
                    <a:cubicBezTo>
                      <a:pt x="858645" y="362262"/>
                      <a:pt x="883627" y="370681"/>
                      <a:pt x="903402" y="393916"/>
                    </a:cubicBezTo>
                    <a:cubicBezTo>
                      <a:pt x="939823" y="436686"/>
                      <a:pt x="947900" y="510155"/>
                      <a:pt x="921670" y="560021"/>
                    </a:cubicBezTo>
                    <a:cubicBezTo>
                      <a:pt x="910516" y="581230"/>
                      <a:pt x="894205" y="597688"/>
                      <a:pt x="873673" y="610037"/>
                    </a:cubicBezTo>
                    <a:cubicBezTo>
                      <a:pt x="872564" y="610650"/>
                      <a:pt x="871455" y="611263"/>
                      <a:pt x="870382" y="612071"/>
                    </a:cubicBezTo>
                    <a:cubicBezTo>
                      <a:pt x="874134" y="626859"/>
                      <a:pt x="879155" y="640802"/>
                      <a:pt x="881183" y="655093"/>
                    </a:cubicBezTo>
                    <a:cubicBezTo>
                      <a:pt x="888104" y="700259"/>
                      <a:pt x="856642" y="737240"/>
                      <a:pt x="811085" y="738732"/>
                    </a:cubicBezTo>
                    <a:cubicBezTo>
                      <a:pt x="805423" y="738963"/>
                      <a:pt x="799923" y="738961"/>
                      <a:pt x="793636" y="739105"/>
                    </a:cubicBezTo>
                    <a:cubicBezTo>
                      <a:pt x="795456" y="748953"/>
                      <a:pt x="797633" y="758532"/>
                      <a:pt x="799023" y="768256"/>
                    </a:cubicBezTo>
                    <a:cubicBezTo>
                      <a:pt x="800761" y="780973"/>
                      <a:pt x="799166" y="793286"/>
                      <a:pt x="794668" y="805320"/>
                    </a:cubicBezTo>
                    <a:cubicBezTo>
                      <a:pt x="785846" y="828135"/>
                      <a:pt x="763672" y="842622"/>
                      <a:pt x="736637" y="842933"/>
                    </a:cubicBezTo>
                    <a:cubicBezTo>
                      <a:pt x="728307" y="843046"/>
                      <a:pt x="719830" y="842371"/>
                      <a:pt x="711441" y="841070"/>
                    </a:cubicBezTo>
                    <a:cubicBezTo>
                      <a:pt x="707480" y="840580"/>
                      <a:pt x="705153" y="841213"/>
                      <a:pt x="702708" y="844516"/>
                    </a:cubicBezTo>
                    <a:cubicBezTo>
                      <a:pt x="696891" y="852721"/>
                      <a:pt x="690436" y="860229"/>
                      <a:pt x="683025" y="866563"/>
                    </a:cubicBezTo>
                    <a:lnTo>
                      <a:pt x="657843" y="881435"/>
                    </a:lnTo>
                    <a:lnTo>
                      <a:pt x="694319" y="1016214"/>
                    </a:lnTo>
                    <a:cubicBezTo>
                      <a:pt x="705217" y="1069419"/>
                      <a:pt x="712131" y="1119734"/>
                      <a:pt x="713201" y="1156998"/>
                    </a:cubicBezTo>
                    <a:cubicBezTo>
                      <a:pt x="715065" y="1190532"/>
                      <a:pt x="714032" y="1228757"/>
                      <a:pt x="720960" y="1258622"/>
                    </a:cubicBezTo>
                    <a:lnTo>
                      <a:pt x="679557" y="1261399"/>
                    </a:lnTo>
                    <a:cubicBezTo>
                      <a:pt x="678850" y="1223119"/>
                      <a:pt x="678143" y="1184840"/>
                      <a:pt x="677437" y="1146560"/>
                    </a:cubicBezTo>
                    <a:cubicBezTo>
                      <a:pt x="674228" y="1101631"/>
                      <a:pt x="668194" y="1057242"/>
                      <a:pt x="658812" y="1013559"/>
                    </a:cubicBezTo>
                    <a:lnTo>
                      <a:pt x="620096" y="884815"/>
                    </a:lnTo>
                    <a:lnTo>
                      <a:pt x="617487" y="885041"/>
                    </a:lnTo>
                    <a:cubicBezTo>
                      <a:pt x="604917" y="882194"/>
                      <a:pt x="593230" y="875442"/>
                      <a:pt x="582656" y="865072"/>
                    </a:cubicBezTo>
                    <a:cubicBezTo>
                      <a:pt x="556244" y="838990"/>
                      <a:pt x="550041" y="806525"/>
                      <a:pt x="558217" y="771403"/>
                    </a:cubicBezTo>
                    <a:cubicBezTo>
                      <a:pt x="562112" y="754999"/>
                      <a:pt x="569609" y="739354"/>
                      <a:pt x="575867" y="722513"/>
                    </a:cubicBezTo>
                    <a:cubicBezTo>
                      <a:pt x="571718" y="718798"/>
                      <a:pt x="565774" y="714192"/>
                      <a:pt x="560670" y="708618"/>
                    </a:cubicBezTo>
                    <a:cubicBezTo>
                      <a:pt x="531466" y="677348"/>
                      <a:pt x="519772" y="641620"/>
                      <a:pt x="534291" y="600031"/>
                    </a:cubicBezTo>
                    <a:cubicBezTo>
                      <a:pt x="540848" y="581504"/>
                      <a:pt x="552919" y="567458"/>
                      <a:pt x="572231" y="560631"/>
                    </a:cubicBezTo>
                    <a:cubicBezTo>
                      <a:pt x="582540" y="556892"/>
                      <a:pt x="593183" y="557167"/>
                      <a:pt x="603475" y="559950"/>
                    </a:cubicBezTo>
                    <a:cubicBezTo>
                      <a:pt x="609267" y="561527"/>
                      <a:pt x="614846" y="564164"/>
                      <a:pt x="618559" y="565514"/>
                    </a:cubicBezTo>
                    <a:cubicBezTo>
                      <a:pt x="629322" y="557618"/>
                      <a:pt x="638415" y="548400"/>
                      <a:pt x="649454" y="543101"/>
                    </a:cubicBezTo>
                    <a:cubicBezTo>
                      <a:pt x="672605" y="531694"/>
                      <a:pt x="692487" y="542279"/>
                      <a:pt x="697970" y="567543"/>
                    </a:cubicBezTo>
                    <a:cubicBezTo>
                      <a:pt x="699586" y="575189"/>
                      <a:pt x="699788" y="582892"/>
                      <a:pt x="700456" y="590917"/>
                    </a:cubicBezTo>
                    <a:cubicBezTo>
                      <a:pt x="706933" y="593998"/>
                      <a:pt x="713927" y="596576"/>
                      <a:pt x="720550" y="600445"/>
                    </a:cubicBezTo>
                    <a:cubicBezTo>
                      <a:pt x="735858" y="609431"/>
                      <a:pt x="747467" y="621545"/>
                      <a:pt x="751604" y="639520"/>
                    </a:cubicBezTo>
                    <a:cubicBezTo>
                      <a:pt x="755595" y="656708"/>
                      <a:pt x="750549" y="671289"/>
                      <a:pt x="738347" y="683525"/>
                    </a:cubicBezTo>
                    <a:cubicBezTo>
                      <a:pt x="729932" y="692006"/>
                      <a:pt x="719754" y="697554"/>
                      <a:pt x="707956" y="700956"/>
                    </a:cubicBezTo>
                    <a:cubicBezTo>
                      <a:pt x="693641" y="669787"/>
                      <a:pt x="669443" y="653481"/>
                      <a:pt x="634896" y="651717"/>
                    </a:cubicBezTo>
                    <a:cubicBezTo>
                      <a:pt x="634543" y="659726"/>
                      <a:pt x="634350" y="667503"/>
                      <a:pt x="633997" y="675512"/>
                    </a:cubicBezTo>
                    <a:cubicBezTo>
                      <a:pt x="660271" y="678805"/>
                      <a:pt x="681371" y="689369"/>
                      <a:pt x="687058" y="716835"/>
                    </a:cubicBezTo>
                    <a:cubicBezTo>
                      <a:pt x="692854" y="744894"/>
                      <a:pt x="679387" y="765716"/>
                      <a:pt x="656986" y="782282"/>
                    </a:cubicBezTo>
                    <a:cubicBezTo>
                      <a:pt x="661091" y="789060"/>
                      <a:pt x="665158" y="795641"/>
                      <a:pt x="669532" y="802778"/>
                    </a:cubicBezTo>
                    <a:cubicBezTo>
                      <a:pt x="693852" y="786673"/>
                      <a:pt x="709290" y="765487"/>
                      <a:pt x="712109" y="736651"/>
                    </a:cubicBezTo>
                    <a:cubicBezTo>
                      <a:pt x="712907" y="727745"/>
                      <a:pt x="715710" y="724171"/>
                      <a:pt x="723692" y="721066"/>
                    </a:cubicBezTo>
                    <a:cubicBezTo>
                      <a:pt x="753809" y="708779"/>
                      <a:pt x="773689" y="687383"/>
                      <a:pt x="776459" y="653872"/>
                    </a:cubicBezTo>
                    <a:cubicBezTo>
                      <a:pt x="779084" y="619572"/>
                      <a:pt x="762709" y="594895"/>
                      <a:pt x="733368" y="578317"/>
                    </a:cubicBezTo>
                    <a:cubicBezTo>
                      <a:pt x="727912" y="575252"/>
                      <a:pt x="725127" y="572303"/>
                      <a:pt x="723890" y="565605"/>
                    </a:cubicBezTo>
                    <a:cubicBezTo>
                      <a:pt x="720505" y="547287"/>
                      <a:pt x="710304" y="532876"/>
                      <a:pt x="694098" y="523444"/>
                    </a:cubicBezTo>
                    <a:cubicBezTo>
                      <a:pt x="690671" y="521430"/>
                      <a:pt x="689446" y="519211"/>
                      <a:pt x="690243" y="515805"/>
                    </a:cubicBezTo>
                    <a:cubicBezTo>
                      <a:pt x="692866" y="505747"/>
                      <a:pt x="694394" y="495279"/>
                      <a:pt x="698774" y="485914"/>
                    </a:cubicBezTo>
                    <a:cubicBezTo>
                      <a:pt x="710120" y="462428"/>
                      <a:pt x="731075" y="453464"/>
                      <a:pt x="755797" y="452765"/>
                    </a:cubicBezTo>
                    <a:cubicBezTo>
                      <a:pt x="771597" y="452290"/>
                      <a:pt x="787712" y="454610"/>
                      <a:pt x="802978" y="455658"/>
                    </a:cubicBezTo>
                    <a:cubicBezTo>
                      <a:pt x="800042" y="449682"/>
                      <a:pt x="795827" y="442313"/>
                      <a:pt x="792796" y="434725"/>
                    </a:cubicBezTo>
                    <a:cubicBezTo>
                      <a:pt x="780108" y="402441"/>
                      <a:pt x="795007" y="375039"/>
                      <a:pt x="828778" y="368188"/>
                    </a:cubicBezTo>
                    <a:close/>
                    <a:moveTo>
                      <a:pt x="80732" y="236718"/>
                    </a:moveTo>
                    <a:cubicBezTo>
                      <a:pt x="82386" y="239060"/>
                      <a:pt x="84041" y="241402"/>
                      <a:pt x="85733" y="243941"/>
                    </a:cubicBezTo>
                    <a:cubicBezTo>
                      <a:pt x="105038" y="272355"/>
                      <a:pt x="132213" y="289334"/>
                      <a:pt x="165483" y="295204"/>
                    </a:cubicBezTo>
                    <a:cubicBezTo>
                      <a:pt x="183391" y="298413"/>
                      <a:pt x="193256" y="308813"/>
                      <a:pt x="199590" y="324345"/>
                    </a:cubicBezTo>
                    <a:cubicBezTo>
                      <a:pt x="208088" y="344979"/>
                      <a:pt x="200922" y="370136"/>
                      <a:pt x="183395" y="381115"/>
                    </a:cubicBezTo>
                    <a:cubicBezTo>
                      <a:pt x="178799" y="383798"/>
                      <a:pt x="173231" y="385642"/>
                      <a:pt x="167577" y="388113"/>
                    </a:cubicBezTo>
                    <a:cubicBezTo>
                      <a:pt x="171406" y="392294"/>
                      <a:pt x="175861" y="396564"/>
                      <a:pt x="179565" y="401175"/>
                    </a:cubicBezTo>
                    <a:cubicBezTo>
                      <a:pt x="191398" y="416711"/>
                      <a:pt x="191808" y="434357"/>
                      <a:pt x="179992" y="449781"/>
                    </a:cubicBezTo>
                    <a:cubicBezTo>
                      <a:pt x="161928" y="473286"/>
                      <a:pt x="138040" y="484014"/>
                      <a:pt x="108044" y="482632"/>
                    </a:cubicBezTo>
                    <a:cubicBezTo>
                      <a:pt x="70199" y="480662"/>
                      <a:pt x="58475" y="484458"/>
                      <a:pt x="27201" y="505923"/>
                    </a:cubicBezTo>
                    <a:cubicBezTo>
                      <a:pt x="7335" y="488816"/>
                      <a:pt x="-2562" y="467219"/>
                      <a:pt x="570" y="441177"/>
                    </a:cubicBezTo>
                    <a:cubicBezTo>
                      <a:pt x="5466" y="399329"/>
                      <a:pt x="29111" y="372959"/>
                      <a:pt x="70413" y="361661"/>
                    </a:cubicBezTo>
                    <a:cubicBezTo>
                      <a:pt x="68706" y="360143"/>
                      <a:pt x="67197" y="358588"/>
                      <a:pt x="65724" y="357231"/>
                    </a:cubicBezTo>
                    <a:cubicBezTo>
                      <a:pt x="47471" y="340029"/>
                      <a:pt x="37055" y="318936"/>
                      <a:pt x="36050" y="293659"/>
                    </a:cubicBezTo>
                    <a:cubicBezTo>
                      <a:pt x="35113" y="266537"/>
                      <a:pt x="51607" y="245563"/>
                      <a:pt x="80732" y="236718"/>
                    </a:cubicBezTo>
                    <a:close/>
                    <a:moveTo>
                      <a:pt x="734063" y="115786"/>
                    </a:moveTo>
                    <a:cubicBezTo>
                      <a:pt x="769312" y="112531"/>
                      <a:pt x="794903" y="133062"/>
                      <a:pt x="800039" y="168575"/>
                    </a:cubicBezTo>
                    <a:cubicBezTo>
                      <a:pt x="802927" y="188615"/>
                      <a:pt x="799667" y="207347"/>
                      <a:pt x="790133" y="225202"/>
                    </a:cubicBezTo>
                    <a:cubicBezTo>
                      <a:pt x="789688" y="226098"/>
                      <a:pt x="789279" y="227193"/>
                      <a:pt x="788636" y="228126"/>
                    </a:cubicBezTo>
                    <a:cubicBezTo>
                      <a:pt x="788673" y="228323"/>
                      <a:pt x="788709" y="228520"/>
                      <a:pt x="788782" y="228914"/>
                    </a:cubicBezTo>
                    <a:cubicBezTo>
                      <a:pt x="828453" y="224231"/>
                      <a:pt x="859115" y="239140"/>
                      <a:pt x="879477" y="273265"/>
                    </a:cubicBezTo>
                    <a:cubicBezTo>
                      <a:pt x="893897" y="297285"/>
                      <a:pt x="893683" y="322583"/>
                      <a:pt x="880462" y="348046"/>
                    </a:cubicBezTo>
                    <a:cubicBezTo>
                      <a:pt x="878741" y="347548"/>
                      <a:pt x="877093" y="347446"/>
                      <a:pt x="875371" y="346949"/>
                    </a:cubicBezTo>
                    <a:cubicBezTo>
                      <a:pt x="850156" y="338368"/>
                      <a:pt x="825797" y="341036"/>
                      <a:pt x="802289" y="352714"/>
                    </a:cubicBezTo>
                    <a:cubicBezTo>
                      <a:pt x="779174" y="364318"/>
                      <a:pt x="755458" y="366052"/>
                      <a:pt x="731227" y="357290"/>
                    </a:cubicBezTo>
                    <a:cubicBezTo>
                      <a:pt x="714189" y="351067"/>
                      <a:pt x="701420" y="340390"/>
                      <a:pt x="699035" y="320868"/>
                    </a:cubicBezTo>
                    <a:cubicBezTo>
                      <a:pt x="697732" y="310516"/>
                      <a:pt x="701091" y="301136"/>
                      <a:pt x="705546" y="292165"/>
                    </a:cubicBezTo>
                    <a:cubicBezTo>
                      <a:pt x="706115" y="290837"/>
                      <a:pt x="706882" y="289474"/>
                      <a:pt x="707611" y="287913"/>
                    </a:cubicBezTo>
                    <a:cubicBezTo>
                      <a:pt x="702111" y="287911"/>
                      <a:pt x="696917" y="288463"/>
                      <a:pt x="691898" y="287761"/>
                    </a:cubicBezTo>
                    <a:cubicBezTo>
                      <a:pt x="673669" y="285018"/>
                      <a:pt x="662761" y="273386"/>
                      <a:pt x="656836" y="256759"/>
                    </a:cubicBezTo>
                    <a:cubicBezTo>
                      <a:pt x="652880" y="245268"/>
                      <a:pt x="652504" y="233319"/>
                      <a:pt x="657076" y="221678"/>
                    </a:cubicBezTo>
                    <a:cubicBezTo>
                      <a:pt x="660099" y="213786"/>
                      <a:pt x="664631" y="207448"/>
                      <a:pt x="672162" y="203002"/>
                    </a:cubicBezTo>
                    <a:cubicBezTo>
                      <a:pt x="704464" y="183791"/>
                      <a:pt x="725615" y="156050"/>
                      <a:pt x="732996" y="118834"/>
                    </a:cubicBezTo>
                    <a:cubicBezTo>
                      <a:pt x="733405" y="117741"/>
                      <a:pt x="733851" y="116844"/>
                      <a:pt x="734063" y="115786"/>
                    </a:cubicBezTo>
                    <a:close/>
                    <a:moveTo>
                      <a:pt x="234805" y="54681"/>
                    </a:moveTo>
                    <a:cubicBezTo>
                      <a:pt x="244119" y="50796"/>
                      <a:pt x="254214" y="48930"/>
                      <a:pt x="265378" y="49820"/>
                    </a:cubicBezTo>
                    <a:cubicBezTo>
                      <a:pt x="285431" y="51412"/>
                      <a:pt x="301834" y="60807"/>
                      <a:pt x="314937" y="75496"/>
                    </a:cubicBezTo>
                    <a:cubicBezTo>
                      <a:pt x="346284" y="110647"/>
                      <a:pt x="354358" y="152137"/>
                      <a:pt x="345601" y="197347"/>
                    </a:cubicBezTo>
                    <a:cubicBezTo>
                      <a:pt x="343095" y="210236"/>
                      <a:pt x="338042" y="222577"/>
                      <a:pt x="334083" y="235327"/>
                    </a:cubicBezTo>
                    <a:cubicBezTo>
                      <a:pt x="396552" y="283468"/>
                      <a:pt x="397932" y="358175"/>
                      <a:pt x="353353" y="413468"/>
                    </a:cubicBezTo>
                    <a:cubicBezTo>
                      <a:pt x="386181" y="433475"/>
                      <a:pt x="408834" y="461271"/>
                      <a:pt x="418223" y="498850"/>
                    </a:cubicBezTo>
                    <a:cubicBezTo>
                      <a:pt x="424422" y="523575"/>
                      <a:pt x="422771" y="547713"/>
                      <a:pt x="414075" y="570097"/>
                    </a:cubicBezTo>
                    <a:cubicBezTo>
                      <a:pt x="400353" y="570800"/>
                      <a:pt x="387201" y="570175"/>
                      <a:pt x="374791" y="572468"/>
                    </a:cubicBezTo>
                    <a:cubicBezTo>
                      <a:pt x="365336" y="574215"/>
                      <a:pt x="356339" y="579545"/>
                      <a:pt x="347212" y="583064"/>
                    </a:cubicBezTo>
                    <a:cubicBezTo>
                      <a:pt x="345118" y="583858"/>
                      <a:pt x="342703" y="585119"/>
                      <a:pt x="340945" y="584425"/>
                    </a:cubicBezTo>
                    <a:cubicBezTo>
                      <a:pt x="320158" y="576656"/>
                      <a:pt x="306706" y="577716"/>
                      <a:pt x="286621" y="583668"/>
                    </a:cubicBezTo>
                    <a:cubicBezTo>
                      <a:pt x="275089" y="560947"/>
                      <a:pt x="258734" y="542988"/>
                      <a:pt x="233948" y="534531"/>
                    </a:cubicBezTo>
                    <a:cubicBezTo>
                      <a:pt x="209361" y="526039"/>
                      <a:pt x="185309" y="529261"/>
                      <a:pt x="162779" y="538517"/>
                    </a:cubicBezTo>
                    <a:cubicBezTo>
                      <a:pt x="157261" y="526295"/>
                      <a:pt x="151853" y="514665"/>
                      <a:pt x="146371" y="502641"/>
                    </a:cubicBezTo>
                    <a:cubicBezTo>
                      <a:pt x="166223" y="496529"/>
                      <a:pt x="183874" y="485119"/>
                      <a:pt x="196829" y="467040"/>
                    </a:cubicBezTo>
                    <a:cubicBezTo>
                      <a:pt x="227102" y="489760"/>
                      <a:pt x="261161" y="489985"/>
                      <a:pt x="291634" y="464187"/>
                    </a:cubicBezTo>
                    <a:cubicBezTo>
                      <a:pt x="303898" y="479847"/>
                      <a:pt x="319250" y="491269"/>
                      <a:pt x="339848" y="495814"/>
                    </a:cubicBezTo>
                    <a:cubicBezTo>
                      <a:pt x="341456" y="487981"/>
                      <a:pt x="343137" y="480540"/>
                      <a:pt x="344709" y="472509"/>
                    </a:cubicBezTo>
                    <a:cubicBezTo>
                      <a:pt x="322528" y="466016"/>
                      <a:pt x="308439" y="451508"/>
                      <a:pt x="302160" y="429650"/>
                    </a:cubicBezTo>
                    <a:cubicBezTo>
                      <a:pt x="295916" y="407989"/>
                      <a:pt x="301505" y="388623"/>
                      <a:pt x="317151" y="371880"/>
                    </a:cubicBezTo>
                    <a:cubicBezTo>
                      <a:pt x="311383" y="366020"/>
                      <a:pt x="305921" y="360715"/>
                      <a:pt x="300153" y="354855"/>
                    </a:cubicBezTo>
                    <a:cubicBezTo>
                      <a:pt x="284879" y="370308"/>
                      <a:pt x="276797" y="388301"/>
                      <a:pt x="275979" y="409229"/>
                    </a:cubicBezTo>
                    <a:cubicBezTo>
                      <a:pt x="275646" y="418457"/>
                      <a:pt x="277948" y="427606"/>
                      <a:pt x="278835" y="436812"/>
                    </a:cubicBezTo>
                    <a:cubicBezTo>
                      <a:pt x="279002" y="438818"/>
                      <a:pt x="278688" y="441524"/>
                      <a:pt x="277330" y="442997"/>
                    </a:cubicBezTo>
                    <a:cubicBezTo>
                      <a:pt x="260099" y="463292"/>
                      <a:pt x="230451" y="464901"/>
                      <a:pt x="211427" y="446824"/>
                    </a:cubicBezTo>
                    <a:cubicBezTo>
                      <a:pt x="209954" y="445467"/>
                      <a:pt x="208941" y="442191"/>
                      <a:pt x="209401" y="440273"/>
                    </a:cubicBezTo>
                    <a:cubicBezTo>
                      <a:pt x="212477" y="426056"/>
                      <a:pt x="211775" y="412334"/>
                      <a:pt x="206434" y="398858"/>
                    </a:cubicBezTo>
                    <a:cubicBezTo>
                      <a:pt x="205748" y="397356"/>
                      <a:pt x="205990" y="394255"/>
                      <a:pt x="207223" y="393213"/>
                    </a:cubicBezTo>
                    <a:cubicBezTo>
                      <a:pt x="231524" y="370389"/>
                      <a:pt x="232881" y="331435"/>
                      <a:pt x="213263" y="300227"/>
                    </a:cubicBezTo>
                    <a:cubicBezTo>
                      <a:pt x="212417" y="298958"/>
                      <a:pt x="211768" y="297651"/>
                      <a:pt x="210849" y="295987"/>
                    </a:cubicBezTo>
                    <a:cubicBezTo>
                      <a:pt x="217525" y="293531"/>
                      <a:pt x="224114" y="291704"/>
                      <a:pt x="230359" y="289124"/>
                    </a:cubicBezTo>
                    <a:cubicBezTo>
                      <a:pt x="263644" y="275232"/>
                      <a:pt x="282205" y="244506"/>
                      <a:pt x="278448" y="208737"/>
                    </a:cubicBezTo>
                    <a:cubicBezTo>
                      <a:pt x="277932" y="203741"/>
                      <a:pt x="278998" y="200692"/>
                      <a:pt x="283559" y="197812"/>
                    </a:cubicBezTo>
                    <a:cubicBezTo>
                      <a:pt x="302800" y="185089"/>
                      <a:pt x="313049" y="166696"/>
                      <a:pt x="314933" y="142718"/>
                    </a:cubicBezTo>
                    <a:cubicBezTo>
                      <a:pt x="306726" y="142401"/>
                      <a:pt x="299111" y="141975"/>
                      <a:pt x="291729" y="141710"/>
                    </a:cubicBezTo>
                    <a:cubicBezTo>
                      <a:pt x="288305" y="184917"/>
                      <a:pt x="240257" y="198277"/>
                      <a:pt x="204653" y="172059"/>
                    </a:cubicBezTo>
                    <a:cubicBezTo>
                      <a:pt x="199850" y="178039"/>
                      <a:pt x="195085" y="184217"/>
                      <a:pt x="190282" y="190196"/>
                    </a:cubicBezTo>
                    <a:cubicBezTo>
                      <a:pt x="203291" y="203274"/>
                      <a:pt x="223160" y="209381"/>
                      <a:pt x="254302" y="210348"/>
                    </a:cubicBezTo>
                    <a:cubicBezTo>
                      <a:pt x="258834" y="241492"/>
                      <a:pt x="238558" y="268460"/>
                      <a:pt x="206445" y="272154"/>
                    </a:cubicBezTo>
                    <a:cubicBezTo>
                      <a:pt x="171144" y="276232"/>
                      <a:pt x="139743" y="266146"/>
                      <a:pt x="114462" y="240670"/>
                    </a:cubicBezTo>
                    <a:cubicBezTo>
                      <a:pt x="86234" y="212479"/>
                      <a:pt x="89402" y="167894"/>
                      <a:pt x="120246" y="146306"/>
                    </a:cubicBezTo>
                    <a:cubicBezTo>
                      <a:pt x="131958" y="138030"/>
                      <a:pt x="145083" y="135198"/>
                      <a:pt x="159117" y="137290"/>
                    </a:cubicBezTo>
                    <a:cubicBezTo>
                      <a:pt x="163311" y="137940"/>
                      <a:pt x="165136" y="136789"/>
                      <a:pt x="166880" y="133004"/>
                    </a:cubicBezTo>
                    <a:cubicBezTo>
                      <a:pt x="177313" y="110095"/>
                      <a:pt x="189847" y="88630"/>
                      <a:pt x="208914" y="71662"/>
                    </a:cubicBezTo>
                    <a:cubicBezTo>
                      <a:pt x="216957" y="64472"/>
                      <a:pt x="225490" y="58567"/>
                      <a:pt x="234805" y="54681"/>
                    </a:cubicBezTo>
                    <a:close/>
                    <a:moveTo>
                      <a:pt x="518054" y="685"/>
                    </a:moveTo>
                    <a:cubicBezTo>
                      <a:pt x="535695" y="-1964"/>
                      <a:pt x="551960" y="3383"/>
                      <a:pt x="567481" y="11310"/>
                    </a:cubicBezTo>
                    <a:cubicBezTo>
                      <a:pt x="586392" y="21056"/>
                      <a:pt x="602181" y="34843"/>
                      <a:pt x="617166" y="49796"/>
                    </a:cubicBezTo>
                    <a:cubicBezTo>
                      <a:pt x="619412" y="52029"/>
                      <a:pt x="621119" y="53546"/>
                      <a:pt x="624803" y="51439"/>
                    </a:cubicBezTo>
                    <a:cubicBezTo>
                      <a:pt x="645553" y="40272"/>
                      <a:pt x="666213" y="40732"/>
                      <a:pt x="685335" y="54921"/>
                    </a:cubicBezTo>
                    <a:cubicBezTo>
                      <a:pt x="704960" y="69628"/>
                      <a:pt x="713618" y="90027"/>
                      <a:pt x="709531" y="114208"/>
                    </a:cubicBezTo>
                    <a:cubicBezTo>
                      <a:pt x="704617" y="143838"/>
                      <a:pt x="686008" y="164388"/>
                      <a:pt x="661812" y="180063"/>
                    </a:cubicBezTo>
                    <a:cubicBezTo>
                      <a:pt x="646343" y="190051"/>
                      <a:pt x="629358" y="196244"/>
                      <a:pt x="610202" y="195099"/>
                    </a:cubicBezTo>
                    <a:cubicBezTo>
                      <a:pt x="586961" y="193894"/>
                      <a:pt x="565244" y="174481"/>
                      <a:pt x="562692" y="152954"/>
                    </a:cubicBezTo>
                    <a:cubicBezTo>
                      <a:pt x="585571" y="146688"/>
                      <a:pt x="602749" y="132718"/>
                      <a:pt x="615624" y="112005"/>
                    </a:cubicBezTo>
                    <a:cubicBezTo>
                      <a:pt x="608733" y="107779"/>
                      <a:pt x="602074" y="103714"/>
                      <a:pt x="594985" y="99523"/>
                    </a:cubicBezTo>
                    <a:cubicBezTo>
                      <a:pt x="584014" y="116217"/>
                      <a:pt x="569428" y="127672"/>
                      <a:pt x="549403" y="129539"/>
                    </a:cubicBezTo>
                    <a:cubicBezTo>
                      <a:pt x="528196" y="131624"/>
                      <a:pt x="513136" y="121778"/>
                      <a:pt x="503638" y="102348"/>
                    </a:cubicBezTo>
                    <a:cubicBezTo>
                      <a:pt x="496480" y="105504"/>
                      <a:pt x="489322" y="108659"/>
                      <a:pt x="481968" y="111852"/>
                    </a:cubicBezTo>
                    <a:cubicBezTo>
                      <a:pt x="491757" y="132858"/>
                      <a:pt x="507348" y="146680"/>
                      <a:pt x="529275" y="151795"/>
                    </a:cubicBezTo>
                    <a:cubicBezTo>
                      <a:pt x="536517" y="153512"/>
                      <a:pt x="538661" y="157394"/>
                      <a:pt x="540380" y="163391"/>
                    </a:cubicBezTo>
                    <a:cubicBezTo>
                      <a:pt x="547848" y="187270"/>
                      <a:pt x="562876" y="204659"/>
                      <a:pt x="586552" y="213729"/>
                    </a:cubicBezTo>
                    <a:cubicBezTo>
                      <a:pt x="601672" y="219490"/>
                      <a:pt x="617458" y="220036"/>
                      <a:pt x="633128" y="217751"/>
                    </a:cubicBezTo>
                    <a:cubicBezTo>
                      <a:pt x="632490" y="226425"/>
                      <a:pt x="631028" y="235047"/>
                      <a:pt x="631375" y="243538"/>
                    </a:cubicBezTo>
                    <a:cubicBezTo>
                      <a:pt x="632531" y="271842"/>
                      <a:pt x="644151" y="293936"/>
                      <a:pt x="670400" y="307011"/>
                    </a:cubicBezTo>
                    <a:cubicBezTo>
                      <a:pt x="672391" y="307865"/>
                      <a:pt x="674389" y="310959"/>
                      <a:pt x="674359" y="313002"/>
                    </a:cubicBezTo>
                    <a:cubicBezTo>
                      <a:pt x="674507" y="327029"/>
                      <a:pt x="678128" y="340009"/>
                      <a:pt x="686366" y="351523"/>
                    </a:cubicBezTo>
                    <a:cubicBezTo>
                      <a:pt x="688597" y="354777"/>
                      <a:pt x="688444" y="357250"/>
                      <a:pt x="686786" y="360408"/>
                    </a:cubicBezTo>
                    <a:cubicBezTo>
                      <a:pt x="674346" y="383485"/>
                      <a:pt x="647586" y="391893"/>
                      <a:pt x="624276" y="379293"/>
                    </a:cubicBezTo>
                    <a:cubicBezTo>
                      <a:pt x="622212" y="378045"/>
                      <a:pt x="620696" y="374251"/>
                      <a:pt x="620186" y="371494"/>
                    </a:cubicBezTo>
                    <a:cubicBezTo>
                      <a:pt x="616003" y="343340"/>
                      <a:pt x="601859" y="321918"/>
                      <a:pt x="577039" y="307763"/>
                    </a:cubicBezTo>
                    <a:cubicBezTo>
                      <a:pt x="575443" y="306837"/>
                      <a:pt x="573488" y="306179"/>
                      <a:pt x="571263" y="305164"/>
                    </a:cubicBezTo>
                    <a:cubicBezTo>
                      <a:pt x="567934" y="312501"/>
                      <a:pt x="564766" y="319605"/>
                      <a:pt x="561472" y="327139"/>
                    </a:cubicBezTo>
                    <a:cubicBezTo>
                      <a:pt x="582070" y="337186"/>
                      <a:pt x="594443" y="353436"/>
                      <a:pt x="596193" y="376131"/>
                    </a:cubicBezTo>
                    <a:cubicBezTo>
                      <a:pt x="598066" y="398396"/>
                      <a:pt x="590093" y="416979"/>
                      <a:pt x="571697" y="430972"/>
                    </a:cubicBezTo>
                    <a:cubicBezTo>
                      <a:pt x="575998" y="437714"/>
                      <a:pt x="580263" y="444259"/>
                      <a:pt x="584565" y="451001"/>
                    </a:cubicBezTo>
                    <a:cubicBezTo>
                      <a:pt x="602215" y="439591"/>
                      <a:pt x="612471" y="423437"/>
                      <a:pt x="618292" y="404232"/>
                    </a:cubicBezTo>
                    <a:cubicBezTo>
                      <a:pt x="656636" y="417720"/>
                      <a:pt x="688185" y="404353"/>
                      <a:pt x="707017" y="373985"/>
                    </a:cubicBezTo>
                    <a:cubicBezTo>
                      <a:pt x="717097" y="377826"/>
                      <a:pt x="726965" y="382724"/>
                      <a:pt x="737381" y="385077"/>
                    </a:cubicBezTo>
                    <a:cubicBezTo>
                      <a:pt x="747600" y="387467"/>
                      <a:pt x="758243" y="387740"/>
                      <a:pt x="767814" y="388823"/>
                    </a:cubicBezTo>
                    <a:cubicBezTo>
                      <a:pt x="767007" y="400991"/>
                      <a:pt x="766309" y="413750"/>
                      <a:pt x="765487" y="426939"/>
                    </a:cubicBezTo>
                    <a:cubicBezTo>
                      <a:pt x="708784" y="427639"/>
                      <a:pt x="673764" y="455296"/>
                      <a:pt x="665711" y="514227"/>
                    </a:cubicBezTo>
                    <a:cubicBezTo>
                      <a:pt x="646576" y="514301"/>
                      <a:pt x="629861" y="520852"/>
                      <a:pt x="615799" y="534043"/>
                    </a:cubicBezTo>
                    <a:cubicBezTo>
                      <a:pt x="614762" y="535049"/>
                      <a:pt x="612633" y="535647"/>
                      <a:pt x="611378" y="535471"/>
                    </a:cubicBezTo>
                    <a:cubicBezTo>
                      <a:pt x="587569" y="530093"/>
                      <a:pt x="565924" y="535315"/>
                      <a:pt x="545354" y="547467"/>
                    </a:cubicBezTo>
                    <a:cubicBezTo>
                      <a:pt x="544800" y="547774"/>
                      <a:pt x="544172" y="547686"/>
                      <a:pt x="543618" y="547992"/>
                    </a:cubicBezTo>
                    <a:cubicBezTo>
                      <a:pt x="504751" y="508527"/>
                      <a:pt x="497966" y="435430"/>
                      <a:pt x="543114" y="378809"/>
                    </a:cubicBezTo>
                    <a:cubicBezTo>
                      <a:pt x="513284" y="360692"/>
                      <a:pt x="490336" y="336822"/>
                      <a:pt x="481297" y="302233"/>
                    </a:cubicBezTo>
                    <a:cubicBezTo>
                      <a:pt x="471988" y="267287"/>
                      <a:pt x="479922" y="235266"/>
                      <a:pt x="497521" y="205940"/>
                    </a:cubicBezTo>
                    <a:cubicBezTo>
                      <a:pt x="488494" y="194571"/>
                      <a:pt x="478826" y="184135"/>
                      <a:pt x="471375" y="172476"/>
                    </a:cubicBezTo>
                    <a:cubicBezTo>
                      <a:pt x="446267" y="132505"/>
                      <a:pt x="440053" y="90061"/>
                      <a:pt x="460261" y="46197"/>
                    </a:cubicBezTo>
                    <a:cubicBezTo>
                      <a:pt x="471621" y="21691"/>
                      <a:pt x="490099" y="4833"/>
                      <a:pt x="518054" y="685"/>
                    </a:cubicBezTo>
                    <a:close/>
                  </a:path>
                </a:pathLst>
              </a:custGeom>
              <a:solidFill>
                <a:srgbClr val="5072C4"/>
              </a:solidFill>
              <a:ln w="800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Arial Unicode MS"/>
                  <a:cs typeface="B Titr" panose="00000700000000000000" pitchFamily="2" charset="-78"/>
                </a:endParaRPr>
              </a:p>
            </p:txBody>
          </p:sp>
        </p:grpSp>
        <p:grpSp>
          <p:nvGrpSpPr>
            <p:cNvPr id="12" name="Group 11">
              <a:extLst>
                <a:ext uri="{FF2B5EF4-FFF2-40B4-BE49-F238E27FC236}">
                  <a16:creationId xmlns:a16="http://schemas.microsoft.com/office/drawing/2014/main" xmlns="" id="{BF5BFD28-98A6-5777-84CC-B3CF44CFF2F3}"/>
                </a:ext>
              </a:extLst>
            </p:cNvPr>
            <p:cNvGrpSpPr/>
            <p:nvPr/>
          </p:nvGrpSpPr>
          <p:grpSpPr>
            <a:xfrm>
              <a:off x="219453" y="2580615"/>
              <a:ext cx="2625263" cy="1036484"/>
              <a:chOff x="1525348" y="1579815"/>
              <a:chExt cx="6070988" cy="2761700"/>
            </a:xfrm>
          </p:grpSpPr>
          <p:sp>
            <p:nvSpPr>
              <p:cNvPr id="13" name="Rectangle 5">
                <a:extLst>
                  <a:ext uri="{FF2B5EF4-FFF2-40B4-BE49-F238E27FC236}">
                    <a16:creationId xmlns:a16="http://schemas.microsoft.com/office/drawing/2014/main" xmlns="" id="{C53514F5-3635-5BB2-C9D7-0CF9B253E4AB}"/>
                  </a:ext>
                </a:extLst>
              </p:cNvPr>
              <p:cNvSpPr/>
              <p:nvPr/>
            </p:nvSpPr>
            <p:spPr>
              <a:xfrm>
                <a:off x="3268739" y="2309740"/>
                <a:ext cx="2598977" cy="2031775"/>
              </a:xfrm>
              <a:custGeom>
                <a:avLst/>
                <a:gdLst/>
                <a:ahLst/>
                <a:cxnLst/>
                <a:rect l="l" t="t" r="r" b="b"/>
                <a:pathLst>
                  <a:path w="2897024" h="2264776">
                    <a:moveTo>
                      <a:pt x="0" y="0"/>
                    </a:moveTo>
                    <a:lnTo>
                      <a:pt x="2897024" y="0"/>
                    </a:lnTo>
                    <a:lnTo>
                      <a:pt x="2897024" y="1891127"/>
                    </a:lnTo>
                    <a:cubicBezTo>
                      <a:pt x="2802822" y="1872712"/>
                      <a:pt x="2705549" y="1863893"/>
                      <a:pt x="2606215" y="1863893"/>
                    </a:cubicBezTo>
                    <a:cubicBezTo>
                      <a:pt x="2195568" y="1863893"/>
                      <a:pt x="1820122" y="2014603"/>
                      <a:pt x="1533076" y="2264776"/>
                    </a:cubicBezTo>
                    <a:cubicBezTo>
                      <a:pt x="1247202" y="2014157"/>
                      <a:pt x="872259" y="1863893"/>
                      <a:pt x="462219" y="1863893"/>
                    </a:cubicBezTo>
                    <a:cubicBezTo>
                      <a:pt x="301614" y="1863893"/>
                      <a:pt x="146393" y="1886946"/>
                      <a:pt x="0" y="1931001"/>
                    </a:cubicBez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4" name="Rectangle 5">
                <a:extLst>
                  <a:ext uri="{FF2B5EF4-FFF2-40B4-BE49-F238E27FC236}">
                    <a16:creationId xmlns:a16="http://schemas.microsoft.com/office/drawing/2014/main" xmlns="" id="{0767EC94-8A44-C4C0-58AF-76EEB724BE76}"/>
                  </a:ext>
                </a:extLst>
              </p:cNvPr>
              <p:cNvSpPr/>
              <p:nvPr/>
            </p:nvSpPr>
            <p:spPr>
              <a:xfrm>
                <a:off x="3268739" y="2704966"/>
                <a:ext cx="2598977" cy="977877"/>
              </a:xfrm>
              <a:custGeom>
                <a:avLst/>
                <a:gdLst/>
                <a:ahLst/>
                <a:cxnLst/>
                <a:rect l="l" t="t" r="r" b="b"/>
                <a:pathLst>
                  <a:path w="648072" h="243840">
                    <a:moveTo>
                      <a:pt x="0" y="0"/>
                    </a:moveTo>
                    <a:lnTo>
                      <a:pt x="648072" y="0"/>
                    </a:lnTo>
                    <a:lnTo>
                      <a:pt x="648072" y="146327"/>
                    </a:lnTo>
                    <a:lnTo>
                      <a:pt x="359596" y="243840"/>
                    </a:lnTo>
                    <a:lnTo>
                      <a:pt x="0" y="128585"/>
                    </a:lnTo>
                    <a:close/>
                  </a:path>
                </a:pathLst>
              </a:custGeom>
              <a:solidFill>
                <a:sysClr val="windowText" lastClr="000000">
                  <a:alpha val="20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5" name="Freeform 22">
                <a:extLst>
                  <a:ext uri="{FF2B5EF4-FFF2-40B4-BE49-F238E27FC236}">
                    <a16:creationId xmlns:a16="http://schemas.microsoft.com/office/drawing/2014/main" xmlns="" id="{C47DD3E0-AD69-03E1-8614-67A99561B628}"/>
                  </a:ext>
                </a:extLst>
              </p:cNvPr>
              <p:cNvSpPr/>
              <p:nvPr/>
            </p:nvSpPr>
            <p:spPr>
              <a:xfrm>
                <a:off x="1525348" y="1579815"/>
                <a:ext cx="6070988" cy="1788714"/>
              </a:xfrm>
              <a:custGeom>
                <a:avLst/>
                <a:gdLst>
                  <a:gd name="connsiteX0" fmla="*/ 762000 w 1513840"/>
                  <a:gd name="connsiteY0" fmla="*/ 0 h 487680"/>
                  <a:gd name="connsiteX1" fmla="*/ 0 w 1513840"/>
                  <a:gd name="connsiteY1" fmla="*/ 233680 h 487680"/>
                  <a:gd name="connsiteX2" fmla="*/ 792480 w 1513840"/>
                  <a:gd name="connsiteY2" fmla="*/ 487680 h 487680"/>
                  <a:gd name="connsiteX3" fmla="*/ 1513840 w 1513840"/>
                  <a:gd name="connsiteY3" fmla="*/ 243840 h 487680"/>
                  <a:gd name="connsiteX4" fmla="*/ 762000 w 1513840"/>
                  <a:gd name="connsiteY4" fmla="*/ 0 h 487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840" h="487680">
                    <a:moveTo>
                      <a:pt x="762000" y="0"/>
                    </a:moveTo>
                    <a:lnTo>
                      <a:pt x="0" y="233680"/>
                    </a:lnTo>
                    <a:lnTo>
                      <a:pt x="792480" y="487680"/>
                    </a:lnTo>
                    <a:lnTo>
                      <a:pt x="1513840" y="243840"/>
                    </a:lnTo>
                    <a:lnTo>
                      <a:pt x="762000" y="0"/>
                    </a:lnTo>
                    <a:close/>
                  </a:path>
                </a:pathLst>
              </a:cu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cxnSp>
            <p:nvCxnSpPr>
              <p:cNvPr id="16" name="Straight Connector 15">
                <a:extLst>
                  <a:ext uri="{FF2B5EF4-FFF2-40B4-BE49-F238E27FC236}">
                    <a16:creationId xmlns:a16="http://schemas.microsoft.com/office/drawing/2014/main" xmlns="" id="{94375548-5E6B-9EB4-AEF1-6D3ACAC030DA}"/>
                  </a:ext>
                </a:extLst>
              </p:cNvPr>
              <p:cNvCxnSpPr/>
              <p:nvPr/>
            </p:nvCxnSpPr>
            <p:spPr>
              <a:xfrm>
                <a:off x="4662703" y="2187506"/>
                <a:ext cx="1586226" cy="614736"/>
              </a:xfrm>
              <a:prstGeom prst="line">
                <a:avLst/>
              </a:prstGeom>
              <a:solidFill>
                <a:srgbClr val="FF0000"/>
              </a:solidFill>
              <a:ln w="19050" cap="flat" cmpd="sng" algn="ctr">
                <a:solidFill>
                  <a:srgbClr val="FF0000"/>
                </a:solidFill>
                <a:prstDash val="solid"/>
                <a:miter lim="800000"/>
              </a:ln>
              <a:effectLst/>
            </p:spPr>
          </p:cxnSp>
          <p:cxnSp>
            <p:nvCxnSpPr>
              <p:cNvPr id="17" name="Straight Connector 16">
                <a:extLst>
                  <a:ext uri="{FF2B5EF4-FFF2-40B4-BE49-F238E27FC236}">
                    <a16:creationId xmlns:a16="http://schemas.microsoft.com/office/drawing/2014/main" xmlns="" id="{7BD69B1F-0000-D1F4-9EFB-76C5C53683E5}"/>
                  </a:ext>
                </a:extLst>
              </p:cNvPr>
              <p:cNvCxnSpPr/>
              <p:nvPr/>
            </p:nvCxnSpPr>
            <p:spPr>
              <a:xfrm>
                <a:off x="6248932" y="2802241"/>
                <a:ext cx="0" cy="1010602"/>
              </a:xfrm>
              <a:prstGeom prst="line">
                <a:avLst/>
              </a:prstGeom>
              <a:noFill/>
              <a:ln w="19050" cap="flat" cmpd="sng" algn="ctr">
                <a:solidFill>
                  <a:srgbClr val="FF0000"/>
                </a:solidFill>
                <a:prstDash val="solid"/>
                <a:miter lim="800000"/>
              </a:ln>
              <a:effectLst/>
            </p:spPr>
          </p:cxnSp>
          <p:sp>
            <p:nvSpPr>
              <p:cNvPr id="18" name="Isosceles Triangle 17">
                <a:extLst>
                  <a:ext uri="{FF2B5EF4-FFF2-40B4-BE49-F238E27FC236}">
                    <a16:creationId xmlns:a16="http://schemas.microsoft.com/office/drawing/2014/main" xmlns="" id="{F5A0E9B9-08A2-5A4B-3957-E52F8C367268}"/>
                  </a:ext>
                </a:extLst>
              </p:cNvPr>
              <p:cNvSpPr/>
              <p:nvPr/>
            </p:nvSpPr>
            <p:spPr>
              <a:xfrm>
                <a:off x="6018666" y="3406130"/>
                <a:ext cx="460523" cy="920944"/>
              </a:xfrm>
              <a:prstGeom prst="triangl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sp>
            <p:nvSpPr>
              <p:cNvPr id="19" name="Oval 18">
                <a:extLst>
                  <a:ext uri="{FF2B5EF4-FFF2-40B4-BE49-F238E27FC236}">
                    <a16:creationId xmlns:a16="http://schemas.microsoft.com/office/drawing/2014/main" xmlns="" id="{E269F471-A76A-389F-F009-5C6E07F2908D}"/>
                  </a:ext>
                </a:extLst>
              </p:cNvPr>
              <p:cNvSpPr/>
              <p:nvPr/>
            </p:nvSpPr>
            <p:spPr>
              <a:xfrm>
                <a:off x="6122006" y="3356992"/>
                <a:ext cx="236067" cy="271996"/>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2701" b="0" i="0" u="none" strike="noStrike" kern="1200" cap="none" spc="0" normalizeH="0" baseline="0" noProof="0">
                  <a:ln>
                    <a:noFill/>
                  </a:ln>
                  <a:solidFill>
                    <a:prstClr val="white"/>
                  </a:solidFill>
                  <a:effectLst/>
                  <a:uLnTx/>
                  <a:uFillTx/>
                  <a:ea typeface="Arial Unicode MS"/>
                  <a:cs typeface="B Titr" panose="00000700000000000000" pitchFamily="2" charset="-78"/>
                </a:endParaRPr>
              </a:p>
            </p:txBody>
          </p:sp>
        </p:grpSp>
      </p:grpSp>
      <p:sp>
        <p:nvSpPr>
          <p:cNvPr id="64" name="Google Shape;25;p4">
            <a:hlinkClick r:id="rId2" action="ppaction://hlinksldjump"/>
            <a:extLst>
              <a:ext uri="{FF2B5EF4-FFF2-40B4-BE49-F238E27FC236}">
                <a16:creationId xmlns:a16="http://schemas.microsoft.com/office/drawing/2014/main" xmlns="" id="{02F64898-FA15-5A8B-C76F-EE95DAF719ED}"/>
              </a:ext>
            </a:extLst>
          </p:cNvPr>
          <p:cNvSpPr/>
          <p:nvPr/>
        </p:nvSpPr>
        <p:spPr>
          <a:xfrm>
            <a:off x="2187304" y="4723532"/>
            <a:ext cx="2620328" cy="562270"/>
          </a:xfrm>
          <a:prstGeom prst="rect">
            <a:avLst/>
          </a:prstGeom>
          <a:solidFill>
            <a:srgbClr val="FF0000"/>
          </a:solidFill>
          <a:ln>
            <a:noFill/>
          </a:ln>
          <a:effectLst/>
        </p:spPr>
        <p:txBody>
          <a:bodyPr spcFirstLastPara="1" wrap="square" lIns="121900" tIns="121900" rIns="121900" bIns="121900" anchor="ctr" anchorCtr="0">
            <a:noAutofit/>
          </a:bodyPr>
          <a:lstStyle/>
          <a:p>
            <a:pPr algn="ctr" rtl="1"/>
            <a:r>
              <a:rPr lang="fa-IR" sz="2200" dirty="0">
                <a:solidFill>
                  <a:schemeClr val="bg1"/>
                </a:solidFill>
                <a:latin typeface="Lalezar" panose="00000500000000000000" pitchFamily="2" charset="-78"/>
                <a:cs typeface="B Titr" panose="00000700000000000000" pitchFamily="2" charset="-78"/>
              </a:rPr>
              <a:t>نتیجه گیری و پیشنهادات</a:t>
            </a:r>
          </a:p>
        </p:txBody>
      </p:sp>
      <p:sp>
        <p:nvSpPr>
          <p:cNvPr id="9" name="Diamond 8">
            <a:extLst>
              <a:ext uri="{FF2B5EF4-FFF2-40B4-BE49-F238E27FC236}">
                <a16:creationId xmlns:a16="http://schemas.microsoft.com/office/drawing/2014/main" xmlns="" id="{C3DFF4AD-7692-150F-FE81-A8849913E24B}"/>
              </a:ext>
            </a:extLst>
          </p:cNvPr>
          <p:cNvSpPr/>
          <p:nvPr/>
        </p:nvSpPr>
        <p:spPr>
          <a:xfrm flipH="1">
            <a:off x="10110172" y="1012382"/>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1</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8" name="Diamond 27">
            <a:extLst>
              <a:ext uri="{FF2B5EF4-FFF2-40B4-BE49-F238E27FC236}">
                <a16:creationId xmlns:a16="http://schemas.microsoft.com/office/drawing/2014/main" xmlns="" id="{8A5D386F-3383-FF0A-1AEE-8223E1654E1C}"/>
              </a:ext>
            </a:extLst>
          </p:cNvPr>
          <p:cNvSpPr/>
          <p:nvPr/>
        </p:nvSpPr>
        <p:spPr>
          <a:xfrm flipH="1">
            <a:off x="5057571" y="1014536"/>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2</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29" name="Diamond 28">
            <a:extLst>
              <a:ext uri="{FF2B5EF4-FFF2-40B4-BE49-F238E27FC236}">
                <a16:creationId xmlns:a16="http://schemas.microsoft.com/office/drawing/2014/main" xmlns="" id="{DF341C2D-E2E5-570F-4D9A-5330E1BDE30F}"/>
              </a:ext>
            </a:extLst>
          </p:cNvPr>
          <p:cNvSpPr/>
          <p:nvPr/>
        </p:nvSpPr>
        <p:spPr>
          <a:xfrm flipH="1">
            <a:off x="8738258" y="3147727"/>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4</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30" name="Diamond 29">
            <a:extLst>
              <a:ext uri="{FF2B5EF4-FFF2-40B4-BE49-F238E27FC236}">
                <a16:creationId xmlns:a16="http://schemas.microsoft.com/office/drawing/2014/main" xmlns="" id="{C842A1E1-8FB2-FE91-2FBA-4227E04BC3D5}"/>
              </a:ext>
            </a:extLst>
          </p:cNvPr>
          <p:cNvSpPr/>
          <p:nvPr/>
        </p:nvSpPr>
        <p:spPr>
          <a:xfrm flipH="1">
            <a:off x="5246237" y="3156968"/>
            <a:ext cx="543069" cy="590907"/>
          </a:xfrm>
          <a:prstGeom prst="diamond">
            <a:avLst/>
          </a:prstGeom>
          <a:solidFill>
            <a:srgbClr val="50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prstClr val="white"/>
                </a:solidFill>
                <a:effectLst/>
                <a:uLnTx/>
                <a:uFillTx/>
                <a:ea typeface="Arial Unicode MS"/>
                <a:cs typeface="B Titr" panose="00000700000000000000" pitchFamily="2" charset="-78"/>
              </a:rPr>
              <a:t>3</a:t>
            </a:r>
            <a:endParaRPr kumimoji="0" lang="en-US" sz="2000" b="0" i="0" u="none" strike="noStrike" kern="1200" cap="none" spc="0" normalizeH="0" baseline="0" noProof="0" dirty="0">
              <a:ln>
                <a:noFill/>
              </a:ln>
              <a:solidFill>
                <a:prstClr val="white"/>
              </a:solidFill>
              <a:effectLst/>
              <a:uLnTx/>
              <a:uFillTx/>
              <a:ea typeface="Arial Unicode MS"/>
              <a:cs typeface="B Titr" panose="00000700000000000000" pitchFamily="2" charset="-78"/>
            </a:endParaRPr>
          </a:p>
        </p:txBody>
      </p:sp>
      <p:sp>
        <p:nvSpPr>
          <p:cNvPr id="51" name="Diamond 50">
            <a:extLst>
              <a:ext uri="{FF2B5EF4-FFF2-40B4-BE49-F238E27FC236}">
                <a16:creationId xmlns:a16="http://schemas.microsoft.com/office/drawing/2014/main" xmlns="" id="{7FF5FD2A-9162-1F35-F7F5-F79FBEEACCB5}"/>
              </a:ext>
            </a:extLst>
          </p:cNvPr>
          <p:cNvSpPr/>
          <p:nvPr/>
        </p:nvSpPr>
        <p:spPr>
          <a:xfrm flipH="1">
            <a:off x="3243118" y="5308713"/>
            <a:ext cx="543069" cy="590907"/>
          </a:xfrm>
          <a:prstGeom prst="diamond">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a-IR" sz="2000" b="0" i="0" u="none" strike="noStrike" kern="1200" cap="none" spc="0" normalizeH="0" baseline="0" noProof="0" dirty="0">
                <a:ln>
                  <a:noFill/>
                </a:ln>
                <a:solidFill>
                  <a:schemeClr val="bg1"/>
                </a:solidFill>
                <a:effectLst/>
                <a:uLnTx/>
                <a:uFillTx/>
                <a:ea typeface="Arial Unicode MS"/>
                <a:cs typeface="B Titr" panose="00000700000000000000" pitchFamily="2" charset="-78"/>
              </a:rPr>
              <a:t>5</a:t>
            </a:r>
            <a:endParaRPr kumimoji="0" lang="en-US" sz="2000" b="0" i="0" u="none" strike="noStrike" kern="1200" cap="none" spc="0" normalizeH="0" baseline="0" noProof="0" dirty="0">
              <a:ln>
                <a:noFill/>
              </a:ln>
              <a:solidFill>
                <a:schemeClr val="bg1"/>
              </a:solidFill>
              <a:effectLst/>
              <a:uLnTx/>
              <a:uFillTx/>
              <a:ea typeface="Arial Unicode MS"/>
              <a:cs typeface="B Titr" panose="00000700000000000000" pitchFamily="2" charset="-78"/>
            </a:endParaRPr>
          </a:p>
        </p:txBody>
      </p:sp>
      <p:grpSp>
        <p:nvGrpSpPr>
          <p:cNvPr id="66" name="Group 65">
            <a:extLst>
              <a:ext uri="{FF2B5EF4-FFF2-40B4-BE49-F238E27FC236}">
                <a16:creationId xmlns:a16="http://schemas.microsoft.com/office/drawing/2014/main" xmlns="" id="{FBB980E8-C95C-DFEF-5589-61AD7AA0728F}"/>
              </a:ext>
            </a:extLst>
          </p:cNvPr>
          <p:cNvGrpSpPr/>
          <p:nvPr/>
        </p:nvGrpSpPr>
        <p:grpSpPr>
          <a:xfrm>
            <a:off x="0" y="6734895"/>
            <a:ext cx="12192003" cy="123093"/>
            <a:chOff x="2879947" y="5044093"/>
            <a:chExt cx="6264054" cy="101614"/>
          </a:xfrm>
        </p:grpSpPr>
        <p:sp>
          <p:nvSpPr>
            <p:cNvPr id="67" name="sm 17">
              <a:extLst>
                <a:ext uri="{FF2B5EF4-FFF2-40B4-BE49-F238E27FC236}">
                  <a16:creationId xmlns:a16="http://schemas.microsoft.com/office/drawing/2014/main" xmlns="" id="{DAF19E38-6050-F2E6-EE37-B8862528ADAE}"/>
                </a:ext>
              </a:extLst>
            </p:cNvPr>
            <p:cNvSpPr/>
            <p:nvPr userDrawn="1"/>
          </p:nvSpPr>
          <p:spPr>
            <a:xfrm>
              <a:off x="2879947" y="5044093"/>
              <a:ext cx="3131841" cy="10160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sp>
          <p:nvSpPr>
            <p:cNvPr id="68" name="sm 17">
              <a:extLst>
                <a:ext uri="{FF2B5EF4-FFF2-40B4-BE49-F238E27FC236}">
                  <a16:creationId xmlns:a16="http://schemas.microsoft.com/office/drawing/2014/main" xmlns="" id="{D4C9E0E5-D536-2290-08A5-996667830087}"/>
                </a:ext>
              </a:extLst>
            </p:cNvPr>
            <p:cNvSpPr/>
            <p:nvPr userDrawn="1"/>
          </p:nvSpPr>
          <p:spPr>
            <a:xfrm>
              <a:off x="6012160" y="5044106"/>
              <a:ext cx="3131841" cy="101601"/>
            </a:xfrm>
            <a:prstGeom prst="rect">
              <a:avLst/>
            </a:prstGeom>
            <a:solidFill>
              <a:srgbClr val="50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zh-CN" altLang="en-US" sz="2489">
                <a:latin typeface="Calibri" panose="020F0502020204030204" pitchFamily="34" charset="0"/>
                <a:cs typeface="Calibri" panose="020F0502020204030204" pitchFamily="34" charset="0"/>
              </a:endParaRPr>
            </a:p>
          </p:txBody>
        </p:sp>
      </p:grpSp>
      <p:sp>
        <p:nvSpPr>
          <p:cNvPr id="22" name="Google Shape;25;p4">
            <a:hlinkClick r:id="rId3" action="ppaction://hlinksldjump"/>
            <a:extLst>
              <a:ext uri="{FF2B5EF4-FFF2-40B4-BE49-F238E27FC236}">
                <a16:creationId xmlns:a16="http://schemas.microsoft.com/office/drawing/2014/main" xmlns="" id="{169C7DAB-1D36-2CB6-0286-C35DFC22E672}"/>
              </a:ext>
            </a:extLst>
          </p:cNvPr>
          <p:cNvSpPr/>
          <p:nvPr/>
        </p:nvSpPr>
        <p:spPr>
          <a:xfrm>
            <a:off x="4014791" y="1627818"/>
            <a:ext cx="2574652" cy="56227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مبانی و پیشینه</a:t>
            </a:r>
            <a:endParaRPr sz="2400" dirty="0">
              <a:solidFill>
                <a:schemeClr val="tx1"/>
              </a:solidFill>
              <a:latin typeface="Lalezar" panose="00000500000000000000" pitchFamily="2" charset="-78"/>
              <a:cs typeface="B Titr" panose="00000700000000000000" pitchFamily="2" charset="-78"/>
            </a:endParaRPr>
          </a:p>
        </p:txBody>
      </p:sp>
      <p:sp>
        <p:nvSpPr>
          <p:cNvPr id="23" name="Google Shape;25;p4">
            <a:hlinkClick r:id="rId4" action="ppaction://hlinksldjump"/>
            <a:extLst>
              <a:ext uri="{FF2B5EF4-FFF2-40B4-BE49-F238E27FC236}">
                <a16:creationId xmlns:a16="http://schemas.microsoft.com/office/drawing/2014/main" xmlns="" id="{96A3CC1F-B988-9BB8-74E1-9CECC58731D2}"/>
              </a:ext>
            </a:extLst>
          </p:cNvPr>
          <p:cNvSpPr/>
          <p:nvPr/>
        </p:nvSpPr>
        <p:spPr>
          <a:xfrm>
            <a:off x="4591635" y="3777946"/>
            <a:ext cx="1730945" cy="56227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روش شناسی</a:t>
            </a:r>
            <a:endParaRPr sz="2400" dirty="0">
              <a:solidFill>
                <a:schemeClr val="tx1"/>
              </a:solidFill>
              <a:latin typeface="Lalezar" panose="00000500000000000000" pitchFamily="2" charset="-78"/>
              <a:cs typeface="B Titr" panose="00000700000000000000" pitchFamily="2" charset="-78"/>
            </a:endParaRPr>
          </a:p>
        </p:txBody>
      </p:sp>
      <p:sp>
        <p:nvSpPr>
          <p:cNvPr id="24" name="Google Shape;25;p4">
            <a:hlinkClick r:id="rId4" action="ppaction://hlinksldjump"/>
            <a:extLst>
              <a:ext uri="{FF2B5EF4-FFF2-40B4-BE49-F238E27FC236}">
                <a16:creationId xmlns:a16="http://schemas.microsoft.com/office/drawing/2014/main" xmlns="" id="{437185BE-6CCB-16A3-6D56-A927C824FB47}"/>
              </a:ext>
            </a:extLst>
          </p:cNvPr>
          <p:cNvSpPr/>
          <p:nvPr/>
        </p:nvSpPr>
        <p:spPr>
          <a:xfrm>
            <a:off x="8138256" y="3773697"/>
            <a:ext cx="1606430" cy="560100"/>
          </a:xfrm>
          <a:prstGeom prst="rect">
            <a:avLst/>
          </a:prstGeom>
          <a:noFill/>
          <a:ln>
            <a:noFill/>
          </a:ln>
          <a:effectLst/>
        </p:spPr>
        <p:txBody>
          <a:bodyPr spcFirstLastPara="1" wrap="square" lIns="121900" tIns="121900" rIns="121900" bIns="121900" anchor="ctr" anchorCtr="0">
            <a:noAutofit/>
          </a:bodyPr>
          <a:lstStyle/>
          <a:p>
            <a:pPr algn="ctr" rtl="1"/>
            <a:r>
              <a:rPr lang="fa-IR" sz="2400" dirty="0">
                <a:solidFill>
                  <a:schemeClr val="tx1"/>
                </a:solidFill>
                <a:latin typeface="Lalezar" panose="00000500000000000000" pitchFamily="2" charset="-78"/>
                <a:cs typeface="B Titr" panose="00000700000000000000" pitchFamily="2" charset="-78"/>
              </a:rPr>
              <a:t>نتایج و بحث</a:t>
            </a:r>
            <a:endParaRPr sz="2400" dirty="0">
              <a:solidFill>
                <a:schemeClr val="tx1"/>
              </a:solidFill>
              <a:latin typeface="Lalezar" panose="00000500000000000000" pitchFamily="2" charset="-78"/>
              <a:cs typeface="B Titr" panose="00000700000000000000" pitchFamily="2" charset="-78"/>
            </a:endParaRPr>
          </a:p>
        </p:txBody>
      </p:sp>
      <p:sp>
        <p:nvSpPr>
          <p:cNvPr id="25" name="Google Shape;25;p4">
            <a:hlinkClick r:id="rId5" action="ppaction://hlinksldjump"/>
            <a:extLst>
              <a:ext uri="{FF2B5EF4-FFF2-40B4-BE49-F238E27FC236}">
                <a16:creationId xmlns:a16="http://schemas.microsoft.com/office/drawing/2014/main" xmlns="" id="{BF9A0C6D-01D3-9895-B707-E26BBCA4B06B}"/>
              </a:ext>
            </a:extLst>
          </p:cNvPr>
          <p:cNvSpPr/>
          <p:nvPr/>
        </p:nvSpPr>
        <p:spPr>
          <a:xfrm>
            <a:off x="9329510" y="1739454"/>
            <a:ext cx="1846336" cy="560099"/>
          </a:xfrm>
          <a:prstGeom prst="rect">
            <a:avLst/>
          </a:prstGeom>
          <a:noFill/>
          <a:ln>
            <a:noFill/>
          </a:ln>
          <a:effectLst/>
        </p:spPr>
        <p:txBody>
          <a:bodyPr spcFirstLastPara="1" wrap="square" lIns="121900" tIns="121900" rIns="121900" bIns="121900" anchor="ctr" anchorCtr="0">
            <a:noAutofit/>
          </a:bodyPr>
          <a:lstStyle/>
          <a:p>
            <a:pPr algn="ctr" rtl="1"/>
            <a:r>
              <a:rPr lang="fa-IR" sz="2200" dirty="0">
                <a:solidFill>
                  <a:schemeClr val="tx1"/>
                </a:solidFill>
                <a:latin typeface="Lalezar" panose="00000500000000000000" pitchFamily="2" charset="-78"/>
                <a:cs typeface="B Titr" panose="00000700000000000000" pitchFamily="2" charset="-78"/>
              </a:rPr>
              <a:t>مقدمه و کلیات</a:t>
            </a:r>
            <a:endParaRPr sz="2200" dirty="0">
              <a:solidFill>
                <a:schemeClr val="tx1"/>
              </a:solidFill>
              <a:latin typeface="Lalezar" panose="00000500000000000000" pitchFamily="2" charset="-78"/>
              <a:cs typeface="B Titr" panose="00000700000000000000" pitchFamily="2" charset="-78"/>
            </a:endParaRPr>
          </a:p>
        </p:txBody>
      </p:sp>
      <p:sp>
        <p:nvSpPr>
          <p:cNvPr id="34" name="Isosceles Triangle 33"/>
          <p:cNvSpPr/>
          <p:nvPr/>
        </p:nvSpPr>
        <p:spPr>
          <a:xfrm rot="16200000">
            <a:off x="7379422" y="1108685"/>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Isosceles Triangle 34"/>
          <p:cNvSpPr/>
          <p:nvPr/>
        </p:nvSpPr>
        <p:spPr>
          <a:xfrm rot="5400000" flipH="1">
            <a:off x="3375156" y="3246406"/>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35"/>
          <p:cNvSpPr/>
          <p:nvPr/>
        </p:nvSpPr>
        <p:spPr>
          <a:xfrm rot="16200000">
            <a:off x="7182648" y="5402608"/>
            <a:ext cx="357319" cy="39354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142177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5" name="Rectangle 4"/>
          <p:cNvSpPr/>
          <p:nvPr/>
        </p:nvSpPr>
        <p:spPr>
          <a:xfrm>
            <a:off x="983673"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نتیجه و پیشنهادات</a:t>
            </a:r>
            <a:endParaRPr lang="en-US" sz="2000" dirty="0">
              <a:cs typeface="B Titr" panose="00000700000000000000" pitchFamily="2" charset="-78"/>
            </a:endParaRPr>
          </a:p>
        </p:txBody>
      </p:sp>
      <p:sp>
        <p:nvSpPr>
          <p:cNvPr id="6" name="Rectangle 5"/>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16</a:t>
            </a:r>
            <a:endParaRPr lang="en-US" dirty="0">
              <a:cs typeface="B Titr" panose="00000700000000000000" pitchFamily="2" charset="-78"/>
            </a:endParaRPr>
          </a:p>
        </p:txBody>
      </p:sp>
      <p:sp>
        <p:nvSpPr>
          <p:cNvPr id="3" name="Rectangle 2"/>
          <p:cNvSpPr/>
          <p:nvPr/>
        </p:nvSpPr>
        <p:spPr>
          <a:xfrm>
            <a:off x="9039359" y="915902"/>
            <a:ext cx="2356735" cy="477054"/>
          </a:xfrm>
          <a:prstGeom prst="rect">
            <a:avLst/>
          </a:prstGeom>
        </p:spPr>
        <p:txBody>
          <a:bodyPr wrap="none">
            <a:spAutoFit/>
          </a:bodyPr>
          <a:lstStyle/>
          <a:p>
            <a:r>
              <a:rPr lang="fa-IR" sz="2500" dirty="0" smtClean="0">
                <a:latin typeface="Calibri" panose="020F0502020204030204" pitchFamily="34" charset="0"/>
                <a:ea typeface="Calibri" panose="020F0502020204030204" pitchFamily="34" charset="0"/>
                <a:cs typeface="B Titr" panose="00000700000000000000" pitchFamily="2" charset="-78"/>
              </a:rPr>
              <a:t>پیشنهادات کاربردی</a:t>
            </a:r>
            <a:endParaRPr lang="en-US" sz="2500" dirty="0">
              <a:cs typeface="B Titr" panose="00000700000000000000" pitchFamily="2" charset="-78"/>
            </a:endParaRPr>
          </a:p>
        </p:txBody>
      </p:sp>
      <p:sp>
        <p:nvSpPr>
          <p:cNvPr id="7" name="Rectangle 6"/>
          <p:cNvSpPr/>
          <p:nvPr/>
        </p:nvSpPr>
        <p:spPr>
          <a:xfrm>
            <a:off x="124692" y="1565676"/>
            <a:ext cx="11790218" cy="4401205"/>
          </a:xfrm>
          <a:prstGeom prst="rect">
            <a:avLst/>
          </a:prstGeom>
        </p:spPr>
        <p:txBody>
          <a:bodyPr wrap="square">
            <a:spAutoFit/>
          </a:bodyPr>
          <a:lstStyle/>
          <a:p>
            <a:pPr marL="457200" indent="-457200" algn="just" rtl="1">
              <a:lnSpc>
                <a:spcPct val="150000"/>
              </a:lnSpc>
              <a:spcAft>
                <a:spcPts val="600"/>
              </a:spcAft>
              <a:buAutoNum type="arabicPeriod"/>
            </a:pPr>
            <a:r>
              <a:rPr lang="fa-IR" sz="2000" i="1" u="sng" dirty="0" smtClean="0">
                <a:solidFill>
                  <a:srgbClr val="FF0000"/>
                </a:solidFill>
                <a:latin typeface="Times New Roman" panose="02020603050405020304" pitchFamily="18" charset="0"/>
                <a:ea typeface="Times New Roman" panose="02020603050405020304" pitchFamily="18" charset="0"/>
                <a:cs typeface="B Lotus" panose="00000400000000000000" pitchFamily="2" charset="-78"/>
              </a:rPr>
              <a:t>بر </a:t>
            </a:r>
            <a:r>
              <a:rPr lang="fa-IR" sz="2000" i="1" u="sng"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اساس فرضیه اصلی (رابطه هوش معنوی و اضطراب سلامتی با اضطراب مرگ):</a:t>
            </a:r>
            <a:r>
              <a:rPr lang="fa-IR" sz="2000"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به سیاست‌گذاران و برنامه‌ریزان حوزه سالمندی پیشنهاد می‌شود در طراحی برنامه‌های ارتقای سلامت روان سالمندانِ مراکز نگهداری، رویکردی یکپارچه اتخاذ کنند که هم‌زمان هم تقویت منابع معنوی</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معنایی و هم کاهش نگرانی‌های مرتبط با سلامت را در بر گیرد؛ این مداخلات ترکیبی می‌توانند اثربخشی بیشتری در کاهش اضطراب مرگ داشته باشند</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endPar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algn="just" rtl="1">
              <a:lnSpc>
                <a:spcPct val="150000"/>
              </a:lnSpc>
              <a:spcAft>
                <a:spcPts val="600"/>
              </a:spcAft>
            </a:pP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50000"/>
              </a:lnSpc>
              <a:spcAft>
                <a:spcPts val="600"/>
              </a:spcAft>
            </a:pPr>
            <a:r>
              <a:rPr lang="fa-IR" sz="2000"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۲. </a:t>
            </a:r>
            <a:r>
              <a:rPr lang="fa-IR" sz="2000" i="1" u="sng"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بر اساس فرضیه فرعی اول (رابطه منفی هوش معنوی با اضطراب مرگ):</a:t>
            </a:r>
            <a:r>
              <a:rPr lang="fa-IR" sz="2000"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برگزاری کارگاه‌ها و برنامه‌های آموزشیِ تقویت هوش معنوی </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به‌ویژه با تأکید بر مؤلفه‌های معناسازی و تأمل وجودی (چون «ایجاد معنای شخصی» و «تفکر وجودی انتقادی» در چارچوب نظری کینگ برجسته‌اند) </a:t>
            </a:r>
            <a:r>
              <a:rPr lang="fa-IR"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از طریق معنادرمانی، مرور زندگی، گفت‌وگوهای وجودی و حمایت‌های مذهبی</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معنوی، در خانه‌های سالمندان توصیه می‌شود تا با افزایش معنا و انسجام درونی، اضطراب مرگ سالمندان کاهش یابد</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38876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6" name="Rectangle 5"/>
          <p:cNvSpPr/>
          <p:nvPr/>
        </p:nvSpPr>
        <p:spPr>
          <a:xfrm>
            <a:off x="983673"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نتیجه و پیشنهادات</a:t>
            </a:r>
            <a:endParaRPr lang="en-US" sz="2000" dirty="0">
              <a:cs typeface="B Titr" panose="00000700000000000000" pitchFamily="2" charset="-78"/>
            </a:endParaRPr>
          </a:p>
        </p:txBody>
      </p:sp>
      <p:sp>
        <p:nvSpPr>
          <p:cNvPr id="7" name="Rectangle 6"/>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17</a:t>
            </a:r>
            <a:endParaRPr lang="en-US" dirty="0">
              <a:cs typeface="B Titr" panose="00000700000000000000" pitchFamily="2" charset="-78"/>
            </a:endParaRPr>
          </a:p>
        </p:txBody>
      </p:sp>
      <p:sp>
        <p:nvSpPr>
          <p:cNvPr id="3" name="Rectangle 2"/>
          <p:cNvSpPr/>
          <p:nvPr/>
        </p:nvSpPr>
        <p:spPr>
          <a:xfrm>
            <a:off x="678873" y="1024413"/>
            <a:ext cx="11014363" cy="3431709"/>
          </a:xfrm>
          <a:prstGeom prst="rect">
            <a:avLst/>
          </a:prstGeom>
        </p:spPr>
        <p:txBody>
          <a:bodyPr wrap="square">
            <a:spAutoFit/>
          </a:bodyPr>
          <a:lstStyle/>
          <a:p>
            <a:pPr indent="252095" algn="just" rtl="1">
              <a:lnSpc>
                <a:spcPct val="115000"/>
              </a:lnSpc>
              <a:spcAft>
                <a:spcPts val="600"/>
              </a:spcAft>
            </a:pPr>
            <a:r>
              <a:rPr lang="fa-IR" sz="2000"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۳. </a:t>
            </a:r>
            <a:r>
              <a:rPr lang="fa-IR" sz="2000" i="1" u="sng"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بر اساس فرضیه فرعی دوم (رابطه مثبت اضطراب سلامتی با اضطراب مرگ):</a:t>
            </a:r>
            <a:r>
              <a:rPr lang="fa-IR" sz="2000" i="1"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به مسئولان و کادر درمانی</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مراقبتی مراکز سالمندی پیشنهاد می‌شود سالمندان با نگرانی و حساسیت بالا نسبت به وضعیت جسمانی را به‌موقع شناسایی و غربالگری کنند و مداخلات شناختی</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رفتاریِ مبتنی بر کاهش اضطراب سلامتی (اصلاح باورهای ناکارآمد درباره بیماری، آموزش مدیریت نشانه‌ها و ارائه اطلاعات دقیق و اطمینان‌بخش سلامت) را به‌کار گیرند، زیرا اضطراب سلامتی قوی‌ترین پیش‌بین اضطراب مرگ در این مطالعه بود</a:t>
            </a:r>
            <a:r>
              <a:rPr lang="fa-IR"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rPr>
              <a:t>.</a:t>
            </a:r>
            <a:endParaRPr lang="en-US" sz="2000" dirty="0" smtClean="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15000"/>
              </a:lnSpc>
              <a:spcAft>
                <a:spcPts val="600"/>
              </a:spcAft>
            </a:pP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15000"/>
              </a:lnSpc>
              <a:spcAft>
                <a:spcPts val="600"/>
              </a:spcAft>
            </a:pPr>
            <a:r>
              <a:rPr lang="fa-IR" sz="2000"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۴. </a:t>
            </a:r>
            <a:r>
              <a:rPr lang="fa-IR" sz="2000" i="1" u="sng" dirty="0">
                <a:solidFill>
                  <a:srgbClr val="FF0000"/>
                </a:solidFill>
                <a:latin typeface="Times New Roman" panose="02020603050405020304" pitchFamily="18" charset="0"/>
                <a:ea typeface="Times New Roman" panose="02020603050405020304" pitchFamily="18" charset="0"/>
                <a:cs typeface="B Lotus" panose="00000400000000000000" pitchFamily="2" charset="-78"/>
              </a:rPr>
              <a:t>بر اساس نتایج رگرسیون (نقش پیش‌بین متغیرها): </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از آنجا که اضطراب سلامتی و هوش معنوی در مجموع حدود ۳۵ درصد از واریانس اضطراب مرگ را تبیین کردند، توصیه می‌شود در تخصیص منابع و اولویت‌بندی خدمات روان‌شناختی مراکز سالمندی، سالمندانِ دارای اضطراب سلامتی بالا و هوش معنوی پایین به‌عنوان گروه در معرض خطر در اولویت قرار گیرند و برنامه‌های مداخله به‌صورت هدفمند و مبتنی بر این دو شاخص اجرا شود.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1470667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5" name="Rectangle 4"/>
          <p:cNvSpPr/>
          <p:nvPr/>
        </p:nvSpPr>
        <p:spPr>
          <a:xfrm>
            <a:off x="983673"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نتیجه و پیشنهادات</a:t>
            </a:r>
            <a:endParaRPr lang="en-US" sz="2000" dirty="0">
              <a:cs typeface="B Titr" panose="00000700000000000000" pitchFamily="2" charset="-78"/>
            </a:endParaRPr>
          </a:p>
        </p:txBody>
      </p:sp>
      <p:sp>
        <p:nvSpPr>
          <p:cNvPr id="6" name="Rectangle 5"/>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18</a:t>
            </a:r>
            <a:endParaRPr lang="en-US" dirty="0">
              <a:cs typeface="B Titr" panose="00000700000000000000" pitchFamily="2" charset="-78"/>
            </a:endParaRPr>
          </a:p>
        </p:txBody>
      </p:sp>
      <p:sp>
        <p:nvSpPr>
          <p:cNvPr id="2" name="Rectangle 1"/>
          <p:cNvSpPr/>
          <p:nvPr/>
        </p:nvSpPr>
        <p:spPr>
          <a:xfrm>
            <a:off x="9147232" y="933931"/>
            <a:ext cx="2393604" cy="461665"/>
          </a:xfrm>
          <a:prstGeom prst="rect">
            <a:avLst/>
          </a:prstGeom>
        </p:spPr>
        <p:txBody>
          <a:bodyPr wrap="none">
            <a:spAutoFit/>
          </a:bodyPr>
          <a:lstStyle/>
          <a:p>
            <a:r>
              <a:rPr lang="ar-SA" sz="2400" dirty="0">
                <a:latin typeface="Calibri" panose="020F0502020204030204" pitchFamily="34" charset="0"/>
                <a:ea typeface="Calibri" panose="020F0502020204030204" pitchFamily="34" charset="0"/>
                <a:cs typeface="B Titr" panose="00000700000000000000" pitchFamily="2" charset="-78"/>
              </a:rPr>
              <a:t>پیشنهادهای پژوهشی</a:t>
            </a:r>
            <a:endParaRPr lang="en-US" sz="2400" dirty="0">
              <a:cs typeface="B Titr" panose="00000700000000000000" pitchFamily="2" charset="-78"/>
            </a:endParaRPr>
          </a:p>
        </p:txBody>
      </p:sp>
      <p:sp>
        <p:nvSpPr>
          <p:cNvPr id="7" name="Rectangle 6"/>
          <p:cNvSpPr/>
          <p:nvPr/>
        </p:nvSpPr>
        <p:spPr>
          <a:xfrm>
            <a:off x="845127" y="1751618"/>
            <a:ext cx="11152909" cy="2646878"/>
          </a:xfrm>
          <a:prstGeom prst="rect">
            <a:avLst/>
          </a:prstGeom>
        </p:spPr>
        <p:txBody>
          <a:bodyPr wrap="square">
            <a:spAutoFit/>
          </a:bodyPr>
          <a:lstStyle/>
          <a:p>
            <a:pPr indent="252095" algn="just" rtl="1">
              <a:lnSpc>
                <a:spcPct val="115000"/>
              </a:lnSpc>
              <a:spcAft>
                <a:spcPts val="600"/>
              </a:spcAft>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پیشنهاد می‌شود که علاوه بر پرسشنامه از روش های دیگر جمع آوری اطلاعات، مصاحبه و مشاهده نیز استفاده گردد.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15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_ پیشنهاد می‌شود پژوهش‌های مشابهی بر روی سالمندان ساکن در جامعه و سایر مراکز سالمندی انجام گیرد تا امکان مقایسه نتایج و افزایش دقت در تعمیم یافته‌ها فراهم گردد.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15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 پژوهش های مشابهی بر روی گروه های وسیع تری از افراد جامعه صورت گیرد، تا تعمیم نتایج صحیح تر بوده و احتمال راهیابی خطا کاهش یابد.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15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_ انجام پژوهش‌های طولی به‌منظور بررسی تغییرات اضطراب مرگ در ارتباط با هوش معنوی و اضطراب سلامتی در طول زمان می‌تواند به غنای یافته‌های علمی در این حوزه کمک نماید.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207703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E0B0EE8-F257-9625-E3A7-EE60B34F4CDF}"/>
              </a:ext>
            </a:extLst>
          </p:cNvPr>
          <p:cNvSpPr>
            <a:spLocks noGrp="1"/>
          </p:cNvSpPr>
          <p:nvPr>
            <p:ph type="title"/>
          </p:nvPr>
        </p:nvSpPr>
        <p:spPr>
          <a:xfrm>
            <a:off x="654746" y="860703"/>
            <a:ext cx="10882508" cy="633487"/>
          </a:xfrm>
        </p:spPr>
        <p:txBody>
          <a:bodyPr/>
          <a:lstStyle/>
          <a:p>
            <a:r>
              <a:rPr lang="fa-IR" dirty="0"/>
              <a:t>محدودیت های پژوهش</a:t>
            </a:r>
            <a:endParaRPr lang="en-US" dirty="0"/>
          </a:p>
        </p:txBody>
      </p:sp>
      <p:sp>
        <p:nvSpPr>
          <p:cNvPr id="5" name="Rectangle 4"/>
          <p:cNvSpPr/>
          <p:nvPr/>
        </p:nvSpPr>
        <p:spPr>
          <a:xfrm>
            <a:off x="9199418" y="-1"/>
            <a:ext cx="2036618" cy="74318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مقدمه و کلیات</a:t>
            </a:r>
            <a:endParaRPr lang="en-US" sz="2000" dirty="0">
              <a:cs typeface="B Titr" panose="00000700000000000000" pitchFamily="2" charset="-78"/>
            </a:endParaRPr>
          </a:p>
        </p:txBody>
      </p:sp>
      <p:sp>
        <p:nvSpPr>
          <p:cNvPr id="6" name="Rectangle 5"/>
          <p:cNvSpPr/>
          <p:nvPr/>
        </p:nvSpPr>
        <p:spPr>
          <a:xfrm>
            <a:off x="983673" y="0"/>
            <a:ext cx="2036618" cy="743183"/>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dirty="0" smtClean="0">
                <a:cs typeface="B Titr" panose="00000700000000000000" pitchFamily="2" charset="-78"/>
              </a:rPr>
              <a:t>نتیجه و پیشنهادات</a:t>
            </a:r>
            <a:endParaRPr lang="en-US" sz="2000" dirty="0">
              <a:cs typeface="B Titr" panose="00000700000000000000" pitchFamily="2" charset="-78"/>
            </a:endParaRPr>
          </a:p>
        </p:txBody>
      </p:sp>
      <p:sp>
        <p:nvSpPr>
          <p:cNvPr id="7" name="Rectangle 6"/>
          <p:cNvSpPr/>
          <p:nvPr/>
        </p:nvSpPr>
        <p:spPr>
          <a:xfrm>
            <a:off x="221673" y="96982"/>
            <a:ext cx="623454" cy="5126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dirty="0" smtClean="0">
                <a:cs typeface="B Titr" panose="00000700000000000000" pitchFamily="2" charset="-78"/>
              </a:rPr>
              <a:t>19</a:t>
            </a:r>
            <a:endParaRPr lang="en-US" dirty="0">
              <a:cs typeface="B Titr" panose="00000700000000000000" pitchFamily="2" charset="-78"/>
            </a:endParaRPr>
          </a:p>
        </p:txBody>
      </p:sp>
      <p:sp>
        <p:nvSpPr>
          <p:cNvPr id="4" name="Rectangle 3"/>
          <p:cNvSpPr/>
          <p:nvPr/>
        </p:nvSpPr>
        <p:spPr>
          <a:xfrm>
            <a:off x="654746" y="1745293"/>
            <a:ext cx="11402291" cy="4416594"/>
          </a:xfrm>
          <a:prstGeom prst="rect">
            <a:avLst/>
          </a:prstGeom>
        </p:spPr>
        <p:txBody>
          <a:bodyPr wrap="square">
            <a:spAutoFit/>
          </a:bodyPr>
          <a:lstStyle/>
          <a:p>
            <a:pPr indent="252095" algn="just" rtl="1">
              <a:lnSpc>
                <a:spcPct val="115000"/>
              </a:lnSpc>
              <a:spcAft>
                <a:spcPts val="600"/>
              </a:spcAft>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_ یکی از محدودیت های پژوهش حاضر، ابزار اندازه گیری بود. مقیاس های خودگزارشی امکان سوگیری را فراهم می‌نمایند. در این پژوهش برای اندازه گیری متغیرهای پژوهش فقط از پرسشنامه استفاده گردید.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15000"/>
              </a:lnSpc>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_ جامعه آماری پژوهش حاضر محدود به سالمندان ساکن خانه سالمندان فرشتگان تهران بود و حجم نمونه به ۸۰ نفر محدود بود؛ از این‌رو تعمیم نتایج به سایر سالمندانِ ساکن در جامعه یا مراکز سالمندی دیگر باید با احتیاط صورت گیرد.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a:p>
            <a:pPr indent="252095" algn="just" rtl="1">
              <a:lnSpc>
                <a:spcPct val="115000"/>
              </a:lnSpc>
              <a:spcAft>
                <a:spcPts val="600"/>
              </a:spcAft>
            </a:pP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_ افزون بر این، پژوهش حاضر از طرح همبستگی و مقطعی برخوردار است که امکان استنتاج روابط علّی را فراهم نمی‌کند. همچنین شماری از متغیرهای اثرگذار که می‌توانند بر هوش معنوی، اضطراب سلامتی و اضطراب مرگ سالمندان مؤثر باشند، در این مطالعه کنترل نشدند؛ از جمله این متغیرها می‌توان به ویژگی‌های شخصیتی (مانند روان‌رنجورخویی و برون‌گرایی)، وضعیت اجتماعی</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اقتصادی (سطح درآمد، تحصیلات و نوع حمایت اجتماعی)، وضعیت سلامت جسمی و روانی (بیماری‌های مزمن و میزان ناتوانی عملکردی)، و عوامل فرهنگی</a:t>
            </a:r>
            <a:r>
              <a:rPr lang="fa-IR" sz="2000" dirty="0">
                <a:solidFill>
                  <a:srgbClr val="000000"/>
                </a:solidFill>
                <a:latin typeface="Times New Roman" panose="02020603050405020304" pitchFamily="18" charset="0"/>
                <a:ea typeface="Times New Roman" panose="02020603050405020304" pitchFamily="18" charset="0"/>
                <a:cs typeface="Sakkal Majalla" panose="02000000000000000000" pitchFamily="2" charset="-78"/>
              </a:rPr>
              <a:t>–</a:t>
            </a:r>
            <a:r>
              <a:rPr lang="fa-IR"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rPr>
              <a:t>هویتی همچون قومیت و دین اشاره کرد که ممکن است بخشی از رابطه مشاهده‌شده میان متغیرها را تبیین کنند. گذشته از این، داده‌ها تنها با ابزارهای خودگزارش‌دهی و در یک مقطع زمانی جمع‌آوری شدند، که این امر احتمال سوگیری مطلوبیت اجتماعی و خطای یادآوری را افزایش می‌دهد و حجم نسبتاً محدود نمونه (۸۰ نفر) نیز قدرت تعمیم یافته‌ها را محدود می‌سازد. بنابراین، پیشنهاد می‌شود در پژوهش‌های آینده با نمونه‌های بزرگ‌تر و متنوع‌تر، طرح‌های طولی و کنترل آماری متغیرهای مخدوش‌کننده یادشده، یافته‌های حاضر مورد بررسی مجدد قرار گیرد.</a:t>
            </a:r>
            <a:endParaRPr lang="en-US" sz="2000" dirty="0">
              <a:solidFill>
                <a:srgbClr val="000000"/>
              </a:solidFill>
              <a:latin typeface="Times New Roman" panose="02020603050405020304" pitchFamily="18" charset="0"/>
              <a:ea typeface="Times New Roman" panose="02020603050405020304" pitchFamily="18" charset="0"/>
              <a:cs typeface="B Lotus" panose="00000400000000000000" pitchFamily="2" charset="-78"/>
            </a:endParaRPr>
          </a:p>
        </p:txBody>
      </p:sp>
    </p:spTree>
    <p:extLst>
      <p:ext uri="{BB962C8B-B14F-4D97-AF65-F5344CB8AC3E}">
        <p14:creationId xmlns:p14="http://schemas.microsoft.com/office/powerpoint/2010/main" val="65868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xmlns="" id="{B995EA0F-0C5F-A801-4A01-343771669B2A}"/>
              </a:ext>
            </a:extLst>
          </p:cNvPr>
          <p:cNvSpPr txBox="1"/>
          <p:nvPr/>
        </p:nvSpPr>
        <p:spPr>
          <a:xfrm>
            <a:off x="2917031" y="1848457"/>
            <a:ext cx="7100887" cy="1361911"/>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rtl="1">
              <a:lnSpc>
                <a:spcPct val="150000"/>
              </a:lnSpc>
            </a:pPr>
            <a:r>
              <a:rPr lang="fa-IR" sz="6000" dirty="0">
                <a:solidFill>
                  <a:schemeClr val="tx1"/>
                </a:solidFill>
                <a:cs typeface="B Titr" panose="00000700000000000000" pitchFamily="2" charset="-78"/>
              </a:rPr>
              <a:t>با تشکر از توجه شما</a:t>
            </a:r>
            <a:endParaRPr lang="en-US" sz="4800" dirty="0">
              <a:solidFill>
                <a:schemeClr val="tx1"/>
              </a:solidFill>
              <a:cs typeface="B Titr" panose="00000700000000000000" pitchFamily="2" charset="-78"/>
            </a:endParaRPr>
          </a:p>
        </p:txBody>
      </p:sp>
    </p:spTree>
    <p:extLst>
      <p:ext uri="{BB962C8B-B14F-4D97-AF65-F5344CB8AC3E}">
        <p14:creationId xmlns:p14="http://schemas.microsoft.com/office/powerpoint/2010/main" val="417915349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Retrospect">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1732</TotalTime>
  <Words>3059</Words>
  <Application>Microsoft Office PowerPoint</Application>
  <PresentationFormat>Widescreen</PresentationFormat>
  <Paragraphs>401</Paragraphs>
  <Slides>27</Slides>
  <Notes>2</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27</vt:i4>
      </vt:variant>
    </vt:vector>
  </HeadingPairs>
  <TitlesOfParts>
    <vt:vector size="44" baseType="lpstr">
      <vt:lpstr>Calibri Light</vt:lpstr>
      <vt:lpstr>Cambria</vt:lpstr>
      <vt:lpstr>Arial</vt:lpstr>
      <vt:lpstr>B Titr</vt:lpstr>
      <vt:lpstr>Courier New</vt:lpstr>
      <vt:lpstr>B Nazanin</vt:lpstr>
      <vt:lpstr>IRANSans</vt:lpstr>
      <vt:lpstr>Calibri</vt:lpstr>
      <vt:lpstr>B Lotus</vt:lpstr>
      <vt:lpstr>Sakkal Majalla</vt:lpstr>
      <vt:lpstr>Microsoft YaHei</vt:lpstr>
      <vt:lpstr>Lalezar</vt:lpstr>
      <vt:lpstr>Arial Unicode MS</vt:lpstr>
      <vt:lpstr>SimSun</vt:lpstr>
      <vt:lpstr>Times New Roman</vt:lpstr>
      <vt:lpstr>Malgun Gothic</vt:lpstr>
      <vt:lpstr>Retrospect</vt:lpstr>
      <vt:lpstr>PowerPoint Presentation</vt:lpstr>
      <vt:lpstr>PowerPoint Presentation</vt:lpstr>
      <vt:lpstr>PowerPoint Presentation</vt:lpstr>
      <vt:lpstr>مقدمه</vt:lpstr>
      <vt:lpstr>بیان مساله</vt:lpstr>
      <vt:lpstr>بیان مساله</vt:lpstr>
      <vt:lpstr>PowerPoint Presentation</vt:lpstr>
      <vt:lpstr>PowerPoint Presentation</vt:lpstr>
      <vt:lpstr>PowerPoint Presentation</vt:lpstr>
      <vt:lpstr>پیشینه تحقیق داخلی و خارجی</vt:lpstr>
      <vt:lpstr>PowerPoint Presentation</vt:lpstr>
      <vt:lpstr>روش شناسی تحقیق</vt:lpstr>
      <vt:lpstr>نمونه آماری و روش نمونه گیری</vt:lpstr>
      <vt:lpstr>PowerPoint Presentation</vt:lpstr>
      <vt:lpstr>PowerPoint Presentation</vt:lpstr>
      <vt:lpstr>PowerPoint Presentation</vt:lpstr>
      <vt:lpstr>یافته‌های توصیفی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محدودیت های پژوهش</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Hoori</dc:creator>
  <cp:lastModifiedBy>Paymaun Tavassoli</cp:lastModifiedBy>
  <cp:revision>352</cp:revision>
  <dcterms:modified xsi:type="dcterms:W3CDTF">2026-09-17T19:51:15Z</dcterms:modified>
</cp:coreProperties>
</file>